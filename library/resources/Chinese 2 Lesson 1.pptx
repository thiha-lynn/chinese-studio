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44"/>
  </p:notesMasterIdLst>
  <p:sldIdLst>
    <p:sldId id="256" r:id="rId2"/>
    <p:sldId id="257" r:id="rId3"/>
    <p:sldId id="258" r:id="rId4"/>
    <p:sldId id="270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98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</p:sldIdLst>
  <p:sldSz cx="18288000" cy="10287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8" roundtripDataSignature="AMtx7miutJyAKcGf/tb+PavhTRpuWX3pA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5FA1155-DAD5-4647-8BE5-0D8279EE7E71}">
  <a:tblStyle styleId="{65FA1155-DAD5-4647-8BE5-0D8279EE7E71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7"/>
    <p:restoredTop sz="94645"/>
  </p:normalViewPr>
  <p:slideViewPr>
    <p:cSldViewPr snapToGrid="0">
      <p:cViewPr varScale="1">
        <p:scale>
          <a:sx n="40" d="100"/>
          <a:sy n="40" d="100"/>
        </p:scale>
        <p:origin x="78" y="35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customschemas.google.com/relationships/presentationmetadata" Target="metadata"/><Relationship Id="rId8" Type="http://schemas.openxmlformats.org/officeDocument/2006/relationships/slide" Target="slides/slide7.xml"/><Relationship Id="rId51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3" name="Google Shape;263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" name="Google Shape;238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0" name="Google Shape;250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7" name="Google Shape;277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0" name="Google Shape;290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3" name="Google Shape;303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5" name="Google Shape;315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9" name="Google Shape;329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3" name="Google Shape;343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5" name="Google Shape;355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8" name="Google Shape;368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1" name="Google Shape;381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5" name="Google Shape;395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9" name="Google Shape;409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1" name="Google Shape;421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1205728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1" name="Google Shape;421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4" name="Google Shape;434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7" name="Google Shape;447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9" name="Google Shape;459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1" name="Google Shape;471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3" name="Google Shape;483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1" name="Google Shape;491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8" name="Google Shape;508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9" name="Google Shape;529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6" name="Google Shape;546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7" name="Google Shape;567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0" name="Google Shape;580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0" name="Google Shape;590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p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0" name="Google Shape;610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p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8" name="Google Shape;628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4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4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4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6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6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4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4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4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47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4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4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4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4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48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48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48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48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4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4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4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4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4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4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50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50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50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5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5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5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51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51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51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5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5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5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5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52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5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5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5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53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53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5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5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5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4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4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4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4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5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2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2.png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2.png"/><Relationship Id="rId4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6.png"/><Relationship Id="rId4" Type="http://schemas.openxmlformats.org/officeDocument/2006/relationships/image" Target="../media/image2.png"/><Relationship Id="rId9" Type="http://schemas.openxmlformats.org/officeDocument/2006/relationships/image" Target="../media/image19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jpg"/><Relationship Id="rId3" Type="http://schemas.openxmlformats.org/officeDocument/2006/relationships/image" Target="../media/image12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6.png"/><Relationship Id="rId4" Type="http://schemas.openxmlformats.org/officeDocument/2006/relationships/image" Target="../media/image2.png"/><Relationship Id="rId9" Type="http://schemas.openxmlformats.org/officeDocument/2006/relationships/image" Target="../media/image31.jp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jpg"/><Relationship Id="rId3" Type="http://schemas.openxmlformats.org/officeDocument/2006/relationships/image" Target="../media/image12.png"/><Relationship Id="rId7" Type="http://schemas.openxmlformats.org/officeDocument/2006/relationships/image" Target="../media/image32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12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36.jp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2.png"/><Relationship Id="rId4" Type="http://schemas.openxmlformats.org/officeDocument/2006/relationships/image" Target="../media/image37.jpg"/><Relationship Id="rId9" Type="http://schemas.openxmlformats.org/officeDocument/2006/relationships/image" Target="../media/image3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8.jp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2.png"/><Relationship Id="rId4" Type="http://schemas.openxmlformats.org/officeDocument/2006/relationships/image" Target="../media/image29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jpg"/><Relationship Id="rId3" Type="http://schemas.openxmlformats.org/officeDocument/2006/relationships/image" Target="../media/image39.jp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2.png"/><Relationship Id="rId4" Type="http://schemas.openxmlformats.org/officeDocument/2006/relationships/image" Target="../media/image1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2.png"/><Relationship Id="rId4" Type="http://schemas.openxmlformats.org/officeDocument/2006/relationships/image" Target="../media/image12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2.png"/><Relationship Id="rId4" Type="http://schemas.openxmlformats.org/officeDocument/2006/relationships/image" Target="../media/image12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42.png"/><Relationship Id="rId7" Type="http://schemas.openxmlformats.org/officeDocument/2006/relationships/image" Target="../media/image45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11" Type="http://schemas.openxmlformats.org/officeDocument/2006/relationships/image" Target="../media/image49.png"/><Relationship Id="rId5" Type="http://schemas.openxmlformats.org/officeDocument/2006/relationships/image" Target="../media/image44.png"/><Relationship Id="rId10" Type="http://schemas.openxmlformats.org/officeDocument/2006/relationships/image" Target="../media/image48.png"/><Relationship Id="rId4" Type="http://schemas.openxmlformats.org/officeDocument/2006/relationships/image" Target="../media/image43.png"/><Relationship Id="rId9" Type="http://schemas.openxmlformats.org/officeDocument/2006/relationships/image" Target="../media/image47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image" Target="../media/image42.png"/><Relationship Id="rId7" Type="http://schemas.openxmlformats.org/officeDocument/2006/relationships/image" Target="../media/image47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5.png"/><Relationship Id="rId5" Type="http://schemas.openxmlformats.org/officeDocument/2006/relationships/image" Target="../media/image9.png"/><Relationship Id="rId4" Type="http://schemas.openxmlformats.org/officeDocument/2006/relationships/image" Target="../media/image43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42.png"/><Relationship Id="rId7" Type="http://schemas.openxmlformats.org/officeDocument/2006/relationships/image" Target="../media/image49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5.png"/><Relationship Id="rId5" Type="http://schemas.openxmlformats.org/officeDocument/2006/relationships/image" Target="../media/image9.png"/><Relationship Id="rId4" Type="http://schemas.openxmlformats.org/officeDocument/2006/relationships/image" Target="../media/image43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43.png"/><Relationship Id="rId7" Type="http://schemas.openxmlformats.org/officeDocument/2006/relationships/image" Target="../media/image45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2.png"/><Relationship Id="rId5" Type="http://schemas.openxmlformats.org/officeDocument/2006/relationships/image" Target="../media/image50.png"/><Relationship Id="rId4" Type="http://schemas.openxmlformats.org/officeDocument/2006/relationships/image" Target="../media/image9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42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3.png"/><Relationship Id="rId5" Type="http://schemas.openxmlformats.org/officeDocument/2006/relationships/image" Target="../media/image49.png"/><Relationship Id="rId4" Type="http://schemas.openxmlformats.org/officeDocument/2006/relationships/image" Target="../media/image45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6.pn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42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3.png"/><Relationship Id="rId5" Type="http://schemas.openxmlformats.org/officeDocument/2006/relationships/image" Target="../media/image49.png"/><Relationship Id="rId4" Type="http://schemas.openxmlformats.org/officeDocument/2006/relationships/image" Target="../media/image45.pn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42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3.png"/><Relationship Id="rId5" Type="http://schemas.openxmlformats.org/officeDocument/2006/relationships/image" Target="../media/image49.png"/><Relationship Id="rId4" Type="http://schemas.openxmlformats.org/officeDocument/2006/relationships/image" Target="../media/image45.pn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image" Target="../media/image43.png"/><Relationship Id="rId7" Type="http://schemas.openxmlformats.org/officeDocument/2006/relationships/image" Target="../media/image52.png"/><Relationship Id="rId12" Type="http://schemas.openxmlformats.org/officeDocument/2006/relationships/image" Target="../media/image56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11" Type="http://schemas.openxmlformats.org/officeDocument/2006/relationships/image" Target="../media/image55.png"/><Relationship Id="rId5" Type="http://schemas.openxmlformats.org/officeDocument/2006/relationships/image" Target="../media/image44.png"/><Relationship Id="rId10" Type="http://schemas.openxmlformats.org/officeDocument/2006/relationships/image" Target="../media/image54.png"/><Relationship Id="rId4" Type="http://schemas.openxmlformats.org/officeDocument/2006/relationships/image" Target="../media/image42.png"/><Relationship Id="rId9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2585091" y="-330516"/>
            <a:ext cx="7595714" cy="6504694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-882924" y="-1549097"/>
            <a:ext cx="5150222" cy="4891116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-1259854">
            <a:off x="704635" y="1585743"/>
            <a:ext cx="5120222" cy="2507455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2600597" y="6829473"/>
            <a:ext cx="8719235" cy="5770548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 rot="696641">
            <a:off x="13804070" y="8777823"/>
            <a:ext cx="5354911" cy="1873848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-1946147" y="-330516"/>
            <a:ext cx="2586432" cy="274092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1627172" y="9333748"/>
            <a:ext cx="1946849" cy="1065457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7165932" y="6029245"/>
            <a:ext cx="2187992" cy="1837913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5349707" y="557572"/>
            <a:ext cx="754393" cy="70501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3" name="Google Shape;93;p1"/>
          <p:cNvGrpSpPr/>
          <p:nvPr/>
        </p:nvGrpSpPr>
        <p:grpSpPr>
          <a:xfrm>
            <a:off x="3561339" y="1727865"/>
            <a:ext cx="12029238" cy="7003260"/>
            <a:chOff x="0" y="-59528"/>
            <a:chExt cx="12668348" cy="9337681"/>
          </a:xfrm>
        </p:grpSpPr>
        <p:sp>
          <p:nvSpPr>
            <p:cNvPr id="94" name="Google Shape;94;p1"/>
            <p:cNvSpPr txBox="1"/>
            <p:nvPr/>
          </p:nvSpPr>
          <p:spPr>
            <a:xfrm>
              <a:off x="0" y="1568460"/>
              <a:ext cx="12668348" cy="590931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600" b="1" i="0" u="none" strike="noStrike" cap="none" dirty="0">
                  <a:solidFill>
                    <a:srgbClr val="F04F45"/>
                  </a:solidFill>
                  <a:latin typeface="Calibri"/>
                  <a:ea typeface="Calibri"/>
                  <a:cs typeface="Calibri"/>
                  <a:sym typeface="Calibri"/>
                </a:rPr>
                <a:t>Lesson 1 </a:t>
              </a:r>
              <a:endParaRPr dirty="0"/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600" b="1" i="0" u="none" strike="noStrike" cap="none" dirty="0">
                  <a:solidFill>
                    <a:srgbClr val="F04F45"/>
                  </a:solidFill>
                  <a:latin typeface="Calibri"/>
                  <a:ea typeface="Calibri"/>
                  <a:cs typeface="Calibri"/>
                  <a:sym typeface="Calibri"/>
                </a:rPr>
                <a:t>Can you play basketball</a:t>
              </a:r>
              <a:endParaRPr dirty="0"/>
            </a:p>
          </p:txBody>
        </p:sp>
        <p:sp>
          <p:nvSpPr>
            <p:cNvPr id="95" name="Google Shape;95;p1"/>
            <p:cNvSpPr txBox="1"/>
            <p:nvPr/>
          </p:nvSpPr>
          <p:spPr>
            <a:xfrm>
              <a:off x="0" y="-59528"/>
              <a:ext cx="12668348" cy="54433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>
                  <a:solidFill>
                    <a:srgbClr val="2E2F30"/>
                  </a:solidFill>
                  <a:latin typeface="Calibri"/>
                  <a:ea typeface="Calibri"/>
                  <a:cs typeface="Calibri"/>
                  <a:sym typeface="Calibri"/>
                </a:rPr>
                <a:t>Chinese 2</a:t>
              </a:r>
              <a:endParaRPr/>
            </a:p>
          </p:txBody>
        </p:sp>
        <p:sp>
          <p:nvSpPr>
            <p:cNvPr id="96" name="Google Shape;96;p1"/>
            <p:cNvSpPr txBox="1"/>
            <p:nvPr/>
          </p:nvSpPr>
          <p:spPr>
            <a:xfrm>
              <a:off x="0" y="7448421"/>
              <a:ext cx="12668348" cy="18297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400" b="0" i="0" u="none" strike="noStrike" cap="none">
                  <a:solidFill>
                    <a:schemeClr val="dk1"/>
                  </a:solidFill>
                  <a:latin typeface="SimSun"/>
                  <a:ea typeface="SimSun"/>
                  <a:cs typeface="SimSun"/>
                  <a:sym typeface="SimSun"/>
                </a:rPr>
                <a:t>           </a:t>
              </a:r>
              <a:r>
                <a:rPr lang="en-US" sz="2800" b="0" i="0" u="none" strike="noStrike" cap="none">
                  <a:solidFill>
                    <a:schemeClr val="dk1"/>
                  </a:solidFill>
                  <a:latin typeface="SimSun"/>
                  <a:ea typeface="SimSun"/>
                  <a:cs typeface="SimSun"/>
                  <a:sym typeface="SimSun"/>
                </a:rPr>
                <a:t>Dì yī kè</a:t>
              </a:r>
              <a:r>
                <a:rPr lang="en-US" sz="4400" b="0" i="0" u="none" strike="noStrike" cap="none">
                  <a:solidFill>
                    <a:schemeClr val="dk1"/>
                  </a:solidFill>
                  <a:latin typeface="SimSun"/>
                  <a:ea typeface="SimSun"/>
                  <a:cs typeface="SimSun"/>
                  <a:sym typeface="SimSun"/>
                </a:rPr>
                <a:t>   </a:t>
              </a:r>
              <a:r>
                <a:rPr lang="en-US" sz="2800" b="0" i="0" u="none" strike="noStrike" cap="none">
                  <a:solidFill>
                    <a:schemeClr val="dk1"/>
                  </a:solidFill>
                  <a:latin typeface="SimSun"/>
                  <a:ea typeface="SimSun"/>
                  <a:cs typeface="SimSun"/>
                  <a:sym typeface="SimSun"/>
                </a:rPr>
                <a:t>Nǐ  huì dǎ lánqiú  mɑ</a:t>
              </a:r>
              <a:endParaRPr sz="4400" b="0" i="0" u="none" strike="noStrike" cap="none">
                <a:solidFill>
                  <a:schemeClr val="dk1"/>
                </a:solidFill>
                <a:latin typeface="SimSun"/>
                <a:ea typeface="SimSun"/>
                <a:cs typeface="SimSun"/>
                <a:sym typeface="SimSun"/>
              </a:endParaRPr>
            </a:p>
            <a:p>
              <a:pPr marL="0" marR="0" lvl="0" indent="0" algn="ctr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400" b="0" i="0" u="none" strike="noStrike" cap="none">
                  <a:solidFill>
                    <a:schemeClr val="dk1"/>
                  </a:solidFill>
                  <a:latin typeface="SimSun"/>
                  <a:ea typeface="SimSun"/>
                  <a:cs typeface="SimSun"/>
                  <a:sym typeface="SimSun"/>
                </a:rPr>
                <a:t>  </a:t>
              </a:r>
              <a:endParaRPr sz="4400" b="1" i="0" u="none" strike="noStrike" cap="none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400" b="1" i="0" u="none" strike="noStrike" cap="none">
                  <a:solidFill>
                    <a:srgbClr val="2E2F30"/>
                  </a:solidFill>
                  <a:latin typeface="Calibri"/>
                  <a:ea typeface="Calibri"/>
                  <a:cs typeface="Calibri"/>
                  <a:sym typeface="Calibri"/>
                </a:rPr>
                <a:t>第一课     你 会 打 篮球 吗</a:t>
              </a:r>
              <a:endParaRPr sz="4400" b="1" i="0" u="none" strike="noStrike" cap="none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97" name="Google Shape;97;p1" descr="A couple of men playing basketball&#10;&#10;Description automatically generated with medium confidence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141450" y="6562725"/>
            <a:ext cx="5962650" cy="3724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940664">
            <a:off x="-4024491" y="-3182147"/>
            <a:ext cx="9674990" cy="76520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9955024">
            <a:off x="11556954" y="6868457"/>
            <a:ext cx="10575092" cy="90561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-2012168">
            <a:off x="1761931" y="-2969850"/>
            <a:ext cx="4529493" cy="480004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2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2068057" y="4652231"/>
            <a:ext cx="1051354" cy="98253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2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1732880" y="5717953"/>
            <a:ext cx="639670" cy="59780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07" name="Google Shape;107;p2"/>
          <p:cNvGraphicFramePr/>
          <p:nvPr>
            <p:extLst>
              <p:ext uri="{D42A27DB-BD31-4B8C-83A1-F6EECF244321}">
                <p14:modId xmlns:p14="http://schemas.microsoft.com/office/powerpoint/2010/main" val="603666240"/>
              </p:ext>
            </p:extLst>
          </p:nvPr>
        </p:nvGraphicFramePr>
        <p:xfrm>
          <a:off x="732433" y="604157"/>
          <a:ext cx="17130535" cy="9475968"/>
        </p:xfrm>
        <a:graphic>
          <a:graphicData uri="http://schemas.openxmlformats.org/drawingml/2006/table">
            <a:tbl>
              <a:tblPr firstRow="1" bandRow="1">
                <a:noFill/>
                <a:tableStyleId>{65FA1155-DAD5-4647-8BE5-0D8279EE7E71}</a:tableStyleId>
              </a:tblPr>
              <a:tblGrid>
                <a:gridCol w="7974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968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14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177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863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91069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880591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400" b="0" u="none" strike="noStrike" cap="none" dirty="0">
                          <a:solidFill>
                            <a:schemeClr val="dk1"/>
                          </a:solidFill>
                          <a:latin typeface="Songti TC" panose="02010600040101010101" pitchFamily="2" charset="-120"/>
                          <a:ea typeface="Songti TC" panose="02010600040101010101" pitchFamily="2" charset="-120"/>
                          <a:cs typeface="Times New Roman"/>
                          <a:sym typeface="Times New Roman"/>
                        </a:rPr>
                        <a:t>1</a:t>
                      </a:r>
                      <a:endParaRPr sz="3400" b="0" u="none" strike="noStrike" cap="none" dirty="0">
                        <a:solidFill>
                          <a:schemeClr val="dk1"/>
                        </a:solidFill>
                        <a:latin typeface="Songti TC" panose="02010600040101010101" pitchFamily="2" charset="-120"/>
                        <a:ea typeface="Songti TC" panose="02010600040101010101" pitchFamily="2" charset="-120"/>
                        <a:cs typeface="Times New Roman"/>
                        <a:sym typeface="Times New Roman"/>
                      </a:endParaRPr>
                    </a:p>
                  </a:txBody>
                  <a:tcPr marL="97381" marR="97381" marT="48690" marB="48690" anchor="ctr">
                    <a:solidFill>
                      <a:srgbClr val="E5DFE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4000" b="0" i="0" u="none" strike="noStrike" cap="none" dirty="0" err="1">
                          <a:solidFill>
                            <a:srgbClr val="2E2F30"/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Calibri"/>
                          <a:sym typeface="Calibri"/>
                        </a:rPr>
                        <a:t>篮球</a:t>
                      </a:r>
                      <a:endParaRPr sz="4000" b="0" i="0" u="none" strike="noStrike" cap="none" dirty="0">
                        <a:solidFill>
                          <a:srgbClr val="2E2F30"/>
                        </a:solidFill>
                        <a:latin typeface="SimSun" panose="02010600030101010101" pitchFamily="2" charset="-122"/>
                        <a:ea typeface="SimSun" panose="02010600030101010101" pitchFamily="2" charset="-122"/>
                        <a:cs typeface="Calibri"/>
                        <a:sym typeface="Calibri"/>
                      </a:endParaRPr>
                    </a:p>
                  </a:txBody>
                  <a:tcPr marL="97381" marR="97381" marT="48690" marB="48690" anchor="ctr">
                    <a:solidFill>
                      <a:srgbClr val="E5DFE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 u="none" strike="noStrike" cap="none">
                          <a:solidFill>
                            <a:srgbClr val="953734"/>
                          </a:solidFill>
                          <a:latin typeface="Songti TC" panose="02010600040101010101" pitchFamily="2" charset="-120"/>
                          <a:ea typeface="Songti TC" panose="02010600040101010101" pitchFamily="2" charset="-120"/>
                          <a:cs typeface="Times New Roman"/>
                          <a:sym typeface="Times New Roman"/>
                        </a:rPr>
                        <a:t>basketball</a:t>
                      </a:r>
                      <a:endParaRPr sz="3000" u="none" strike="noStrike" cap="none">
                        <a:solidFill>
                          <a:srgbClr val="953734"/>
                        </a:solidFill>
                        <a:latin typeface="Songti TC" panose="02010600040101010101" pitchFamily="2" charset="-120"/>
                        <a:ea typeface="Songti TC" panose="02010600040101010101" pitchFamily="2" charset="-120"/>
                        <a:cs typeface="Times New Roman"/>
                        <a:sym typeface="Times New Roman"/>
                      </a:endParaRPr>
                    </a:p>
                  </a:txBody>
                  <a:tcPr marL="97381" marR="97381" marT="48690" marB="48690" anchor="ctr">
                    <a:solidFill>
                      <a:srgbClr val="E5DFE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 b="0" u="none" strike="noStrike" cap="none">
                          <a:solidFill>
                            <a:schemeClr val="dk1"/>
                          </a:solidFill>
                          <a:latin typeface="Songti TC" panose="02010600040101010101" pitchFamily="2" charset="-120"/>
                          <a:ea typeface="Songti TC" panose="02010600040101010101" pitchFamily="2" charset="-120"/>
                          <a:cs typeface="Times New Roman"/>
                          <a:sym typeface="Times New Roman"/>
                        </a:rPr>
                        <a:t>11</a:t>
                      </a:r>
                      <a:endParaRPr sz="3000" b="0" u="none" strike="noStrike" cap="none">
                        <a:solidFill>
                          <a:schemeClr val="dk1"/>
                        </a:solidFill>
                        <a:latin typeface="Songti TC" panose="02010600040101010101" pitchFamily="2" charset="-120"/>
                        <a:ea typeface="Songti TC" panose="02010600040101010101" pitchFamily="2" charset="-120"/>
                        <a:cs typeface="Times New Roman"/>
                        <a:sym typeface="Times New Roman"/>
                      </a:endParaRPr>
                    </a:p>
                  </a:txBody>
                  <a:tcPr marL="97381" marR="97381" marT="48690" marB="48690" anchor="ctr">
                    <a:solidFill>
                      <a:srgbClr val="E5DFE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4000" b="0" i="0" u="none" strike="noStrike" cap="none" dirty="0" err="1">
                          <a:solidFill>
                            <a:srgbClr val="2E2F30"/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Calibri"/>
                          <a:sym typeface="SimSun"/>
                        </a:rPr>
                        <a:t>唱歌</a:t>
                      </a:r>
                      <a:endParaRPr sz="4000" b="0" i="0" u="none" strike="noStrike" cap="none" dirty="0">
                        <a:solidFill>
                          <a:srgbClr val="2E2F30"/>
                        </a:solidFill>
                        <a:latin typeface="SimSun" panose="02010600030101010101" pitchFamily="2" charset="-122"/>
                        <a:ea typeface="SimSun" panose="02010600030101010101" pitchFamily="2" charset="-122"/>
                        <a:cs typeface="Calibri"/>
                        <a:sym typeface="SimSun"/>
                      </a:endParaRPr>
                    </a:p>
                  </a:txBody>
                  <a:tcPr marL="0" marR="0" marT="0" marB="0" anchor="ctr">
                    <a:solidFill>
                      <a:srgbClr val="E5DFE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 b="1" u="none" strike="noStrike" cap="none" dirty="0">
                          <a:solidFill>
                            <a:srgbClr val="953734"/>
                          </a:solidFill>
                          <a:latin typeface="Songti TC" panose="02010600040101010101" pitchFamily="2" charset="-120"/>
                          <a:ea typeface="Songti TC" panose="02010600040101010101" pitchFamily="2" charset="-120"/>
                          <a:cs typeface="Times New Roman"/>
                          <a:sym typeface="Times New Roman"/>
                        </a:rPr>
                        <a:t>to sing a song</a:t>
                      </a:r>
                      <a:endParaRPr sz="3000" b="1" u="none" strike="noStrike" cap="none" dirty="0">
                        <a:solidFill>
                          <a:srgbClr val="953734"/>
                        </a:solidFill>
                        <a:latin typeface="Songti TC" panose="02010600040101010101" pitchFamily="2" charset="-120"/>
                        <a:ea typeface="Songti TC" panose="02010600040101010101" pitchFamily="2" charset="-120"/>
                        <a:cs typeface="SimSun"/>
                        <a:sym typeface="SimSun"/>
                      </a:endParaRPr>
                    </a:p>
                  </a:txBody>
                  <a:tcPr marL="0" marR="0" marT="0" marB="0" anchor="ctr">
                    <a:solidFill>
                      <a:srgbClr val="E5DF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96999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400" u="none" strike="noStrike" cap="none">
                          <a:latin typeface="Songti TC" panose="02010600040101010101" pitchFamily="2" charset="-120"/>
                          <a:ea typeface="Songti TC" panose="02010600040101010101" pitchFamily="2" charset="-120"/>
                          <a:cs typeface="Times New Roman"/>
                          <a:sym typeface="Times New Roman"/>
                        </a:rPr>
                        <a:t>2</a:t>
                      </a:r>
                      <a:endParaRPr sz="3400" u="none" strike="noStrike" cap="none">
                        <a:latin typeface="Songti TC" panose="02010600040101010101" pitchFamily="2" charset="-120"/>
                        <a:ea typeface="Songti TC" panose="02010600040101010101" pitchFamily="2" charset="-120"/>
                        <a:cs typeface="Times New Roman"/>
                        <a:sym typeface="Times New Roman"/>
                      </a:endParaRPr>
                    </a:p>
                  </a:txBody>
                  <a:tcPr marL="97381" marR="97381" marT="48690" marB="48690" anchor="ctr">
                    <a:solidFill>
                      <a:srgbClr val="CCC0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zh-TW" altLang="en-US" sz="4000" b="0" i="0" u="none" strike="noStrike" cap="none" dirty="0">
                          <a:solidFill>
                            <a:srgbClr val="2E2F30"/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Calibri"/>
                          <a:sym typeface="SimSun"/>
                        </a:rPr>
                        <a:t>打</a:t>
                      </a:r>
                      <a:endParaRPr lang="zh-TW" altLang="en-US" sz="4000" b="0" i="0" u="none" strike="noStrike" cap="none" dirty="0">
                        <a:solidFill>
                          <a:srgbClr val="2E2F30"/>
                        </a:solidFill>
                        <a:latin typeface="SimSun" panose="02010600030101010101" pitchFamily="2" charset="-122"/>
                        <a:ea typeface="SimSun" panose="02010600030101010101" pitchFamily="2" charset="-122"/>
                        <a:cs typeface="Calibri"/>
                        <a:sym typeface="Arial"/>
                      </a:endParaRPr>
                    </a:p>
                  </a:txBody>
                  <a:tcPr marL="97381" marR="97381" marT="48690" marB="48690" anchor="ctr">
                    <a:solidFill>
                      <a:srgbClr val="CCC0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5097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3000" b="1" u="none" strike="noStrike" cap="none" dirty="0">
                          <a:solidFill>
                            <a:srgbClr val="953734"/>
                          </a:solidFill>
                          <a:latin typeface="Songti TC" panose="02010600040101010101" pitchFamily="2" charset="-120"/>
                          <a:ea typeface="Songti TC" panose="02010600040101010101" pitchFamily="2" charset="-120"/>
                          <a:cs typeface="Times New Roman"/>
                          <a:sym typeface="Times New Roman"/>
                        </a:rPr>
                        <a:t>to play</a:t>
                      </a:r>
                      <a:endParaRPr lang="en-US" sz="3000" b="1" u="none" strike="noStrike" cap="none" dirty="0">
                        <a:solidFill>
                          <a:srgbClr val="953734"/>
                        </a:solidFill>
                        <a:latin typeface="Songti TC" panose="02010600040101010101" pitchFamily="2" charset="-120"/>
                        <a:ea typeface="Songti TC" panose="02010600040101010101" pitchFamily="2" charset="-120"/>
                        <a:cs typeface="SimSun"/>
                        <a:sym typeface="SimSun"/>
                      </a:endParaRPr>
                    </a:p>
                  </a:txBody>
                  <a:tcPr marL="0" marR="0" marT="0" marB="0" anchor="ctr">
                    <a:solidFill>
                      <a:srgbClr val="CCC0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 u="none" strike="noStrike" cap="none">
                          <a:solidFill>
                            <a:schemeClr val="dk1"/>
                          </a:solidFill>
                          <a:latin typeface="Songti TC" panose="02010600040101010101" pitchFamily="2" charset="-120"/>
                          <a:ea typeface="Songti TC" panose="02010600040101010101" pitchFamily="2" charset="-120"/>
                          <a:cs typeface="Times New Roman"/>
                          <a:sym typeface="Times New Roman"/>
                        </a:rPr>
                        <a:t>12</a:t>
                      </a:r>
                      <a:endParaRPr sz="3000" u="none" strike="noStrike" cap="none">
                        <a:solidFill>
                          <a:schemeClr val="dk1"/>
                        </a:solidFill>
                        <a:latin typeface="Songti TC" panose="02010600040101010101" pitchFamily="2" charset="-120"/>
                        <a:ea typeface="Songti TC" panose="02010600040101010101" pitchFamily="2" charset="-120"/>
                        <a:cs typeface="Times New Roman"/>
                        <a:sym typeface="Times New Roman"/>
                      </a:endParaRPr>
                    </a:p>
                  </a:txBody>
                  <a:tcPr marL="97381" marR="97381" marT="48690" marB="48690" anchor="ctr">
                    <a:solidFill>
                      <a:srgbClr val="CCC0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4000" b="0" i="0" u="none" strike="noStrike" cap="none" dirty="0">
                          <a:solidFill>
                            <a:srgbClr val="2E2F30"/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Calibri"/>
                          <a:sym typeface="SimSun"/>
                        </a:rPr>
                        <a:t>听</a:t>
                      </a:r>
                      <a:endParaRPr sz="4000" b="0" i="0" u="none" strike="noStrike" cap="none" dirty="0">
                        <a:solidFill>
                          <a:srgbClr val="2E2F30"/>
                        </a:solidFill>
                        <a:latin typeface="SimSun" panose="02010600030101010101" pitchFamily="2" charset="-122"/>
                        <a:ea typeface="SimSun" panose="02010600030101010101" pitchFamily="2" charset="-122"/>
                        <a:cs typeface="Calibri"/>
                        <a:sym typeface="Arial"/>
                      </a:endParaRPr>
                    </a:p>
                  </a:txBody>
                  <a:tcPr marL="0" marR="0" marT="0" marB="0" anchor="ctr">
                    <a:solidFill>
                      <a:srgbClr val="CCC0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 b="1" u="none" strike="noStrike" cap="none" dirty="0">
                          <a:solidFill>
                            <a:srgbClr val="953734"/>
                          </a:solidFill>
                          <a:latin typeface="Songti TC" panose="02010600040101010101" pitchFamily="2" charset="-120"/>
                          <a:ea typeface="Songti TC" panose="02010600040101010101" pitchFamily="2" charset="-120"/>
                          <a:cs typeface="Times New Roman"/>
                          <a:sym typeface="Times New Roman"/>
                        </a:rPr>
                        <a:t>to listen</a:t>
                      </a:r>
                      <a:endParaRPr sz="3000" b="1" u="none" strike="noStrike" cap="none" dirty="0">
                        <a:solidFill>
                          <a:srgbClr val="953734"/>
                        </a:solidFill>
                        <a:latin typeface="Songti TC" panose="02010600040101010101" pitchFamily="2" charset="-120"/>
                        <a:ea typeface="Songti TC" panose="02010600040101010101" pitchFamily="2" charset="-120"/>
                        <a:cs typeface="SimSun"/>
                        <a:sym typeface="SimSun"/>
                      </a:endParaRPr>
                    </a:p>
                  </a:txBody>
                  <a:tcPr marL="0" marR="0" marT="0" marB="0" anchor="ctr">
                    <a:solidFill>
                      <a:srgbClr val="CCC0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651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400" u="none" strike="noStrike" cap="none">
                          <a:latin typeface="Songti TC" panose="02010600040101010101" pitchFamily="2" charset="-120"/>
                          <a:ea typeface="Songti TC" panose="02010600040101010101" pitchFamily="2" charset="-120"/>
                          <a:cs typeface="Times New Roman"/>
                          <a:sym typeface="Times New Roman"/>
                        </a:rPr>
                        <a:t>3</a:t>
                      </a:r>
                      <a:endParaRPr sz="3400" u="none" strike="noStrike" cap="none">
                        <a:latin typeface="Songti TC" panose="02010600040101010101" pitchFamily="2" charset="-120"/>
                        <a:ea typeface="Songti TC" panose="02010600040101010101" pitchFamily="2" charset="-120"/>
                        <a:cs typeface="Times New Roman"/>
                        <a:sym typeface="Times New Roman"/>
                      </a:endParaRPr>
                    </a:p>
                  </a:txBody>
                  <a:tcPr marL="97381" marR="97381" marT="48690" marB="48690" anchor="ctr">
                    <a:solidFill>
                      <a:srgbClr val="E5DFE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zh-TW" altLang="en-US" sz="4000" b="0" i="0" u="none" strike="noStrike" cap="none" dirty="0">
                          <a:solidFill>
                            <a:srgbClr val="2E2F30"/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Calibri"/>
                          <a:sym typeface="Calibri"/>
                        </a:rPr>
                        <a:t>篮球场</a:t>
                      </a:r>
                    </a:p>
                  </a:txBody>
                  <a:tcPr marL="97381" marR="97381" marT="48690" marB="48690" anchor="ctr">
                    <a:solidFill>
                      <a:srgbClr val="E5DFE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3000" b="1" u="none" strike="noStrike" cap="none" dirty="0">
                          <a:solidFill>
                            <a:srgbClr val="953734"/>
                          </a:solidFill>
                          <a:latin typeface="Songti TC" panose="02010600040101010101" pitchFamily="2" charset="-120"/>
                          <a:ea typeface="Songti TC" panose="02010600040101010101" pitchFamily="2" charset="-120"/>
                          <a:cs typeface="Times New Roman"/>
                          <a:sym typeface="Times New Roman"/>
                        </a:rPr>
                        <a:t>basketball court</a:t>
                      </a:r>
                      <a:endParaRPr lang="en-US" sz="3000" b="1" u="none" strike="noStrike" cap="none" dirty="0">
                        <a:solidFill>
                          <a:srgbClr val="953734"/>
                        </a:solidFill>
                        <a:latin typeface="Songti TC" panose="02010600040101010101" pitchFamily="2" charset="-120"/>
                        <a:ea typeface="Songti TC" panose="02010600040101010101" pitchFamily="2" charset="-120"/>
                        <a:cs typeface="SimSun"/>
                        <a:sym typeface="SimSun"/>
                      </a:endParaRPr>
                    </a:p>
                  </a:txBody>
                  <a:tcPr marL="0" marR="0" marT="0" marB="0" anchor="ctr">
                    <a:solidFill>
                      <a:srgbClr val="E5DFE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 u="none" strike="noStrike" cap="none">
                          <a:solidFill>
                            <a:schemeClr val="dk1"/>
                          </a:solidFill>
                          <a:latin typeface="Songti TC" panose="02010600040101010101" pitchFamily="2" charset="-120"/>
                          <a:ea typeface="Songti TC" panose="02010600040101010101" pitchFamily="2" charset="-120"/>
                          <a:cs typeface="Times New Roman"/>
                          <a:sym typeface="Times New Roman"/>
                        </a:rPr>
                        <a:t>13</a:t>
                      </a:r>
                      <a:endParaRPr sz="3000" u="none" strike="noStrike" cap="none">
                        <a:solidFill>
                          <a:schemeClr val="dk1"/>
                        </a:solidFill>
                        <a:latin typeface="Songti TC" panose="02010600040101010101" pitchFamily="2" charset="-120"/>
                        <a:ea typeface="Songti TC" panose="02010600040101010101" pitchFamily="2" charset="-120"/>
                        <a:cs typeface="Times New Roman"/>
                        <a:sym typeface="Times New Roman"/>
                      </a:endParaRPr>
                    </a:p>
                  </a:txBody>
                  <a:tcPr marL="97381" marR="97381" marT="48690" marB="48690" anchor="ctr">
                    <a:solidFill>
                      <a:srgbClr val="E5DFE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4000" b="0" i="0" u="none" strike="noStrike" cap="none" dirty="0" err="1">
                          <a:solidFill>
                            <a:srgbClr val="2E2F30"/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Calibri"/>
                          <a:sym typeface="SimSun"/>
                        </a:rPr>
                        <a:t>音乐</a:t>
                      </a:r>
                      <a:endParaRPr sz="4000" b="0" i="0" u="none" strike="noStrike" cap="none" dirty="0">
                        <a:solidFill>
                          <a:srgbClr val="2E2F30"/>
                        </a:solidFill>
                        <a:latin typeface="SimSun" panose="02010600030101010101" pitchFamily="2" charset="-122"/>
                        <a:ea typeface="SimSun" panose="02010600030101010101" pitchFamily="2" charset="-122"/>
                        <a:cs typeface="Calibri"/>
                        <a:sym typeface="SimSun"/>
                      </a:endParaRPr>
                    </a:p>
                  </a:txBody>
                  <a:tcPr marL="0" marR="0" marT="0" marB="0" anchor="ctr">
                    <a:solidFill>
                      <a:srgbClr val="E5DFE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 b="1" u="none" strike="noStrike" cap="none">
                          <a:solidFill>
                            <a:srgbClr val="953734"/>
                          </a:solidFill>
                          <a:latin typeface="Songti TC" panose="02010600040101010101" pitchFamily="2" charset="-120"/>
                          <a:ea typeface="Songti TC" panose="02010600040101010101" pitchFamily="2" charset="-120"/>
                          <a:cs typeface="Times New Roman"/>
                          <a:sym typeface="Times New Roman"/>
                        </a:rPr>
                        <a:t>music</a:t>
                      </a:r>
                      <a:endParaRPr sz="3000" b="1" u="none" strike="noStrike" cap="none">
                        <a:solidFill>
                          <a:srgbClr val="953734"/>
                        </a:solidFill>
                        <a:latin typeface="Songti TC" panose="02010600040101010101" pitchFamily="2" charset="-120"/>
                        <a:ea typeface="Songti TC" panose="02010600040101010101" pitchFamily="2" charset="-120"/>
                        <a:cs typeface="SimSun"/>
                        <a:sym typeface="SimSun"/>
                      </a:endParaRPr>
                    </a:p>
                  </a:txBody>
                  <a:tcPr marL="0" marR="0" marT="0" marB="0" anchor="ctr">
                    <a:solidFill>
                      <a:srgbClr val="E5DF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651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400" u="none" strike="noStrike" cap="none">
                          <a:latin typeface="Songti TC" panose="02010600040101010101" pitchFamily="2" charset="-120"/>
                          <a:ea typeface="Songti TC" panose="02010600040101010101" pitchFamily="2" charset="-120"/>
                          <a:cs typeface="Times New Roman"/>
                          <a:sym typeface="Times New Roman"/>
                        </a:rPr>
                        <a:t>4</a:t>
                      </a:r>
                      <a:endParaRPr sz="3400" u="none" strike="noStrike" cap="none">
                        <a:latin typeface="Songti TC" panose="02010600040101010101" pitchFamily="2" charset="-120"/>
                        <a:ea typeface="Songti TC" panose="02010600040101010101" pitchFamily="2" charset="-120"/>
                        <a:cs typeface="Times New Roman"/>
                        <a:sym typeface="Times New Roman"/>
                      </a:endParaRPr>
                    </a:p>
                  </a:txBody>
                  <a:tcPr marL="97381" marR="97381" marT="48690" marB="48690" anchor="ctr">
                    <a:solidFill>
                      <a:srgbClr val="CCC0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zh-TW" altLang="en-US" sz="4000" b="0" i="0" u="none" strike="noStrike" cap="none" dirty="0">
                          <a:solidFill>
                            <a:srgbClr val="2E2F30"/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Calibri"/>
                          <a:sym typeface="Calibri"/>
                        </a:rPr>
                        <a:t>但是</a:t>
                      </a:r>
                    </a:p>
                  </a:txBody>
                  <a:tcPr marL="0" marR="0" marT="0" marB="0" anchor="ctr">
                    <a:solidFill>
                      <a:srgbClr val="CCC0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3000" b="1" u="none" strike="noStrike" cap="none" dirty="0">
                          <a:solidFill>
                            <a:srgbClr val="953734"/>
                          </a:solidFill>
                          <a:latin typeface="Songti TC" panose="02010600040101010101" pitchFamily="2" charset="-120"/>
                          <a:ea typeface="Songti TC" panose="02010600040101010101" pitchFamily="2" charset="-120"/>
                          <a:cs typeface="Times New Roman"/>
                          <a:sym typeface="Times New Roman"/>
                        </a:rPr>
                        <a:t>but</a:t>
                      </a:r>
                      <a:endParaRPr lang="en-US" sz="3000" b="1" u="none" strike="noStrike" cap="none" dirty="0">
                        <a:solidFill>
                          <a:srgbClr val="953734"/>
                        </a:solidFill>
                        <a:latin typeface="Songti TC" panose="02010600040101010101" pitchFamily="2" charset="-120"/>
                        <a:ea typeface="Songti TC" panose="02010600040101010101" pitchFamily="2" charset="-120"/>
                        <a:cs typeface="SimSun"/>
                        <a:sym typeface="SimSun"/>
                      </a:endParaRPr>
                    </a:p>
                  </a:txBody>
                  <a:tcPr marL="0" marR="0" marT="0" marB="0" anchor="ctr">
                    <a:solidFill>
                      <a:srgbClr val="CCC0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 u="none" strike="noStrike" cap="none" dirty="0">
                          <a:solidFill>
                            <a:schemeClr val="dk1"/>
                          </a:solidFill>
                          <a:latin typeface="Songti TC" panose="02010600040101010101" pitchFamily="2" charset="-120"/>
                          <a:ea typeface="Songti TC" panose="02010600040101010101" pitchFamily="2" charset="-120"/>
                          <a:cs typeface="Times New Roman"/>
                          <a:sym typeface="Times New Roman"/>
                        </a:rPr>
                        <a:t>14</a:t>
                      </a:r>
                      <a:endParaRPr sz="3000" u="none" strike="noStrike" cap="none" dirty="0">
                        <a:solidFill>
                          <a:schemeClr val="dk1"/>
                        </a:solidFill>
                        <a:latin typeface="Songti TC" panose="02010600040101010101" pitchFamily="2" charset="-120"/>
                        <a:ea typeface="Songti TC" panose="02010600040101010101" pitchFamily="2" charset="-120"/>
                        <a:cs typeface="Times New Roman"/>
                        <a:sym typeface="Times New Roman"/>
                      </a:endParaRPr>
                    </a:p>
                  </a:txBody>
                  <a:tcPr marL="97381" marR="97381" marT="48690" marB="48690" anchor="ctr">
                    <a:solidFill>
                      <a:srgbClr val="CCC0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4000" b="0" i="0" u="none" strike="noStrike" cap="none" dirty="0" err="1">
                          <a:solidFill>
                            <a:srgbClr val="2E2F30"/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Calibri"/>
                          <a:sym typeface="SimSun"/>
                        </a:rPr>
                        <a:t>电视剧</a:t>
                      </a:r>
                      <a:endParaRPr sz="4000" b="0" i="0" u="none" strike="noStrike" cap="none" dirty="0">
                        <a:solidFill>
                          <a:srgbClr val="2E2F30"/>
                        </a:solidFill>
                        <a:latin typeface="SimSun" panose="02010600030101010101" pitchFamily="2" charset="-122"/>
                        <a:ea typeface="SimSun" panose="02010600030101010101" pitchFamily="2" charset="-122"/>
                        <a:cs typeface="Calibri"/>
                        <a:sym typeface="Arial"/>
                      </a:endParaRPr>
                    </a:p>
                  </a:txBody>
                  <a:tcPr marL="0" marR="0" marT="0" marB="0" anchor="ctr">
                    <a:solidFill>
                      <a:srgbClr val="CCC0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 b="1" u="none" strike="noStrike" cap="none">
                          <a:solidFill>
                            <a:srgbClr val="953734"/>
                          </a:solidFill>
                          <a:latin typeface="Songti TC" panose="02010600040101010101" pitchFamily="2" charset="-120"/>
                          <a:ea typeface="Songti TC" panose="02010600040101010101" pitchFamily="2" charset="-120"/>
                          <a:cs typeface="Times New Roman"/>
                          <a:sym typeface="Times New Roman"/>
                        </a:rPr>
                        <a:t>TV series</a:t>
                      </a:r>
                      <a:endParaRPr sz="3000" b="1" u="none" strike="noStrike" cap="none">
                        <a:solidFill>
                          <a:srgbClr val="953734"/>
                        </a:solidFill>
                        <a:latin typeface="Songti TC" panose="02010600040101010101" pitchFamily="2" charset="-120"/>
                        <a:ea typeface="Songti TC" panose="02010600040101010101" pitchFamily="2" charset="-120"/>
                        <a:cs typeface="SimSun"/>
                        <a:sym typeface="SimSun"/>
                      </a:endParaRPr>
                    </a:p>
                  </a:txBody>
                  <a:tcPr marL="0" marR="0" marT="0" marB="0" anchor="ctr">
                    <a:solidFill>
                      <a:srgbClr val="CCC0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19319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400" u="none" strike="noStrike" cap="none">
                          <a:latin typeface="Songti TC" panose="02010600040101010101" pitchFamily="2" charset="-120"/>
                          <a:ea typeface="Songti TC" panose="02010600040101010101" pitchFamily="2" charset="-120"/>
                          <a:cs typeface="Times New Roman"/>
                          <a:sym typeface="Times New Roman"/>
                        </a:rPr>
                        <a:t>5</a:t>
                      </a:r>
                      <a:endParaRPr sz="3400" u="none" strike="noStrike" cap="none">
                        <a:latin typeface="Songti TC" panose="02010600040101010101" pitchFamily="2" charset="-120"/>
                        <a:ea typeface="Songti TC" panose="02010600040101010101" pitchFamily="2" charset="-120"/>
                        <a:cs typeface="Times New Roman"/>
                        <a:sym typeface="Times New Roman"/>
                      </a:endParaRPr>
                    </a:p>
                  </a:txBody>
                  <a:tcPr marL="97381" marR="97381" marT="48690" marB="48690" anchor="ctr">
                    <a:solidFill>
                      <a:srgbClr val="E5DFE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zh-TW" altLang="en-US" sz="4000" b="0" i="0" u="none" strike="noStrike" cap="none" dirty="0">
                          <a:solidFill>
                            <a:srgbClr val="2E2F30"/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Calibri"/>
                          <a:sym typeface="SimSun"/>
                        </a:rPr>
                        <a:t>跟</a:t>
                      </a:r>
                      <a:endParaRPr lang="zh-TW" altLang="en-US" sz="4000" b="0" i="0" u="none" strike="noStrike" cap="none" dirty="0">
                        <a:solidFill>
                          <a:srgbClr val="2E2F30"/>
                        </a:solidFill>
                        <a:latin typeface="SimSun" panose="02010600030101010101" pitchFamily="2" charset="-122"/>
                        <a:ea typeface="SimSun" panose="02010600030101010101" pitchFamily="2" charset="-122"/>
                        <a:cs typeface="Calibri"/>
                        <a:sym typeface="Arial"/>
                      </a:endParaRPr>
                    </a:p>
                  </a:txBody>
                  <a:tcPr marL="0" marR="0" marT="0" marB="0" anchor="ctr">
                    <a:solidFill>
                      <a:srgbClr val="E5DFE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3000" b="1" u="none" strike="noStrike" cap="none" dirty="0">
                          <a:solidFill>
                            <a:srgbClr val="953734"/>
                          </a:solidFill>
                          <a:latin typeface="Songti TC" panose="02010600040101010101" pitchFamily="2" charset="-120"/>
                          <a:ea typeface="Songti TC" panose="02010600040101010101" pitchFamily="2" charset="-120"/>
                          <a:cs typeface="Times New Roman"/>
                          <a:sym typeface="Times New Roman"/>
                        </a:rPr>
                        <a:t>with</a:t>
                      </a:r>
                      <a:endParaRPr lang="en-US" sz="3000" b="1" u="none" strike="noStrike" cap="none" dirty="0">
                        <a:solidFill>
                          <a:srgbClr val="953734"/>
                        </a:solidFill>
                        <a:latin typeface="Songti TC" panose="02010600040101010101" pitchFamily="2" charset="-120"/>
                        <a:ea typeface="Songti TC" panose="02010600040101010101" pitchFamily="2" charset="-120"/>
                        <a:cs typeface="SimSun"/>
                        <a:sym typeface="SimSun"/>
                      </a:endParaRPr>
                    </a:p>
                  </a:txBody>
                  <a:tcPr marL="0" marR="0" marT="0" marB="0" anchor="ctr">
                    <a:solidFill>
                      <a:srgbClr val="E5DFE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 u="none" strike="noStrike" cap="none" dirty="0">
                          <a:solidFill>
                            <a:schemeClr val="dk1"/>
                          </a:solidFill>
                          <a:latin typeface="Songti TC" panose="02010600040101010101" pitchFamily="2" charset="-120"/>
                          <a:ea typeface="Songti TC" panose="02010600040101010101" pitchFamily="2" charset="-120"/>
                          <a:cs typeface="Times New Roman"/>
                          <a:sym typeface="Times New Roman"/>
                        </a:rPr>
                        <a:t>15</a:t>
                      </a:r>
                      <a:endParaRPr sz="3000" u="none" strike="noStrike" cap="none" dirty="0">
                        <a:solidFill>
                          <a:schemeClr val="dk1"/>
                        </a:solidFill>
                        <a:latin typeface="Songti TC" panose="02010600040101010101" pitchFamily="2" charset="-120"/>
                        <a:ea typeface="Songti TC" panose="02010600040101010101" pitchFamily="2" charset="-120"/>
                        <a:cs typeface="Times New Roman"/>
                        <a:sym typeface="Times New Roman"/>
                      </a:endParaRPr>
                    </a:p>
                  </a:txBody>
                  <a:tcPr marL="97381" marR="97381" marT="48690" marB="48690" anchor="ctr">
                    <a:solidFill>
                      <a:srgbClr val="E5DFE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4000" b="0" i="0" u="none" strike="noStrike" cap="none" dirty="0" err="1">
                          <a:solidFill>
                            <a:srgbClr val="2E2F30"/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Calibri"/>
                          <a:sym typeface="SimSun"/>
                        </a:rPr>
                        <a:t>电影</a:t>
                      </a:r>
                      <a:endParaRPr sz="4000" b="0" i="0" u="none" strike="noStrike" cap="none" dirty="0">
                        <a:solidFill>
                          <a:srgbClr val="2E2F30"/>
                        </a:solidFill>
                        <a:latin typeface="SimSun" panose="02010600030101010101" pitchFamily="2" charset="-122"/>
                        <a:ea typeface="SimSun" panose="02010600030101010101" pitchFamily="2" charset="-122"/>
                        <a:cs typeface="Calibri"/>
                        <a:sym typeface="SimSun"/>
                      </a:endParaRPr>
                    </a:p>
                  </a:txBody>
                  <a:tcPr marL="0" marR="0" marT="0" marB="0" anchor="ctr">
                    <a:solidFill>
                      <a:srgbClr val="E5DFE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 b="1" u="none" strike="noStrike" cap="none">
                          <a:solidFill>
                            <a:srgbClr val="953734"/>
                          </a:solidFill>
                          <a:latin typeface="Songti TC" panose="02010600040101010101" pitchFamily="2" charset="-120"/>
                          <a:ea typeface="Songti TC" panose="02010600040101010101" pitchFamily="2" charset="-120"/>
                          <a:cs typeface="Times New Roman"/>
                          <a:sym typeface="Times New Roman"/>
                        </a:rPr>
                        <a:t>movie</a:t>
                      </a:r>
                      <a:endParaRPr sz="3000" b="1" u="none" strike="noStrike" cap="none">
                        <a:solidFill>
                          <a:srgbClr val="953734"/>
                        </a:solidFill>
                        <a:latin typeface="Songti TC" panose="02010600040101010101" pitchFamily="2" charset="-120"/>
                        <a:ea typeface="Songti TC" panose="02010600040101010101" pitchFamily="2" charset="-120"/>
                        <a:cs typeface="SimSun"/>
                        <a:sym typeface="SimSun"/>
                      </a:endParaRPr>
                    </a:p>
                  </a:txBody>
                  <a:tcPr marL="0" marR="0" marT="0" marB="0" anchor="ctr">
                    <a:solidFill>
                      <a:srgbClr val="E5DF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96131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400" u="none" strike="noStrike" cap="none">
                          <a:latin typeface="Songti TC" panose="02010600040101010101" pitchFamily="2" charset="-120"/>
                          <a:ea typeface="Songti TC" panose="02010600040101010101" pitchFamily="2" charset="-120"/>
                          <a:cs typeface="Times New Roman"/>
                          <a:sym typeface="Times New Roman"/>
                        </a:rPr>
                        <a:t>6</a:t>
                      </a:r>
                      <a:endParaRPr sz="3400" u="none" strike="noStrike" cap="none">
                        <a:latin typeface="Songti TC" panose="02010600040101010101" pitchFamily="2" charset="-120"/>
                        <a:ea typeface="Songti TC" panose="02010600040101010101" pitchFamily="2" charset="-120"/>
                        <a:cs typeface="Times New Roman"/>
                        <a:sym typeface="Times New Roman"/>
                      </a:endParaRPr>
                    </a:p>
                  </a:txBody>
                  <a:tcPr marL="97381" marR="97381" marT="48690" marB="48690" anchor="ctr">
                    <a:solidFill>
                      <a:srgbClr val="CCC0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zh-TW" altLang="en-US" sz="4000" b="0" i="0" u="none" strike="noStrike" cap="none" dirty="0">
                          <a:solidFill>
                            <a:srgbClr val="2E2F30"/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Calibri"/>
                          <a:sym typeface="SimSun"/>
                        </a:rPr>
                        <a:t>一起</a:t>
                      </a:r>
                    </a:p>
                  </a:txBody>
                  <a:tcPr marL="0" marR="0" marT="0" marB="0" anchor="ctr">
                    <a:solidFill>
                      <a:srgbClr val="CCC0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3000" b="1" u="none" strike="noStrike" cap="none" dirty="0">
                          <a:solidFill>
                            <a:srgbClr val="953734"/>
                          </a:solidFill>
                          <a:latin typeface="Songti TC" panose="02010600040101010101" pitchFamily="2" charset="-120"/>
                          <a:ea typeface="Songti TC" panose="02010600040101010101" pitchFamily="2" charset="-120"/>
                          <a:cs typeface="Times New Roman"/>
                          <a:sym typeface="Times New Roman"/>
                        </a:rPr>
                        <a:t>together</a:t>
                      </a:r>
                      <a:endParaRPr lang="en-US" sz="3000" b="1" u="none" strike="noStrike" cap="none" dirty="0">
                        <a:solidFill>
                          <a:srgbClr val="953734"/>
                        </a:solidFill>
                        <a:latin typeface="Songti TC" panose="02010600040101010101" pitchFamily="2" charset="-120"/>
                        <a:ea typeface="Songti TC" panose="02010600040101010101" pitchFamily="2" charset="-120"/>
                        <a:cs typeface="SimSun"/>
                        <a:sym typeface="SimSun"/>
                      </a:endParaRPr>
                    </a:p>
                  </a:txBody>
                  <a:tcPr marL="0" marR="0" marT="0" marB="0" anchor="ctr">
                    <a:solidFill>
                      <a:srgbClr val="CCC0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 u="none" strike="noStrike" cap="none">
                          <a:solidFill>
                            <a:schemeClr val="dk1"/>
                          </a:solidFill>
                          <a:latin typeface="Songti TC" panose="02010600040101010101" pitchFamily="2" charset="-120"/>
                          <a:ea typeface="Songti TC" panose="02010600040101010101" pitchFamily="2" charset="-120"/>
                          <a:cs typeface="Times New Roman"/>
                          <a:sym typeface="Times New Roman"/>
                        </a:rPr>
                        <a:t>16</a:t>
                      </a:r>
                      <a:endParaRPr sz="3000" u="none" strike="noStrike" cap="none">
                        <a:solidFill>
                          <a:schemeClr val="dk1"/>
                        </a:solidFill>
                        <a:latin typeface="Songti TC" panose="02010600040101010101" pitchFamily="2" charset="-120"/>
                        <a:ea typeface="Songti TC" panose="02010600040101010101" pitchFamily="2" charset="-120"/>
                        <a:cs typeface="Times New Roman"/>
                        <a:sym typeface="Times New Roman"/>
                      </a:endParaRPr>
                    </a:p>
                  </a:txBody>
                  <a:tcPr marL="97381" marR="97381" marT="48690" marB="48690" anchor="ctr">
                    <a:solidFill>
                      <a:srgbClr val="CCC0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357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0" u="none" strike="noStrike" cap="none" dirty="0">
                        <a:solidFill>
                          <a:schemeClr val="dk1"/>
                        </a:solidFill>
                        <a:latin typeface="Songti TC" panose="02010600040101010101" pitchFamily="2" charset="-120"/>
                        <a:ea typeface="Songti TC" panose="02010600040101010101" pitchFamily="2" charset="-120"/>
                        <a:cs typeface="SimSun"/>
                        <a:sym typeface="SimSun"/>
                      </a:endParaRPr>
                    </a:p>
                    <a:p>
                      <a:pPr marL="0" marR="0" lvl="0" indent="0" algn="ctr" rtl="0">
                        <a:lnSpc>
                          <a:spcPct val="35729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endParaRPr sz="2000" u="none" strike="noStrike" cap="none" dirty="0">
                        <a:solidFill>
                          <a:schemeClr val="dk1"/>
                        </a:solidFill>
                        <a:latin typeface="Songti TC" panose="02010600040101010101" pitchFamily="2" charset="-120"/>
                        <a:ea typeface="Songti TC" panose="02010600040101010101" pitchFamily="2" charset="-120"/>
                        <a:cs typeface="SimSun"/>
                        <a:sym typeface="SimSun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4000" b="0" i="0" u="none" strike="noStrike" cap="none" dirty="0" err="1">
                          <a:solidFill>
                            <a:srgbClr val="2E2F30"/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Calibri"/>
                          <a:sym typeface="SimSun"/>
                        </a:rPr>
                        <a:t>周末</a:t>
                      </a:r>
                      <a:endParaRPr sz="4000" b="0" i="0" u="none" strike="noStrike" cap="none" dirty="0">
                        <a:solidFill>
                          <a:srgbClr val="2E2F30"/>
                        </a:solidFill>
                        <a:latin typeface="SimSun" panose="02010600030101010101" pitchFamily="2" charset="-122"/>
                        <a:ea typeface="SimSun" panose="02010600030101010101" pitchFamily="2" charset="-122"/>
                        <a:cs typeface="Calibri"/>
                        <a:sym typeface="SimSun"/>
                      </a:endParaRPr>
                    </a:p>
                  </a:txBody>
                  <a:tcPr marL="0" marR="0" marT="0" marB="0" anchor="ctr">
                    <a:solidFill>
                      <a:srgbClr val="CCC0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4888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000" b="1" u="none" strike="noStrike" cap="none">
                        <a:solidFill>
                          <a:srgbClr val="953734"/>
                        </a:solidFill>
                        <a:latin typeface="Songti TC" panose="02010600040101010101" pitchFamily="2" charset="-120"/>
                        <a:ea typeface="Songti TC" panose="02010600040101010101" pitchFamily="2" charset="-120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ctr" rtl="0">
                        <a:lnSpc>
                          <a:spcPct val="48888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 b="1" u="none" strike="noStrike" cap="none">
                          <a:solidFill>
                            <a:srgbClr val="953734"/>
                          </a:solidFill>
                          <a:latin typeface="Songti TC" panose="02010600040101010101" pitchFamily="2" charset="-120"/>
                          <a:ea typeface="Songti TC" panose="02010600040101010101" pitchFamily="2" charset="-120"/>
                          <a:cs typeface="Times New Roman"/>
                          <a:sym typeface="Times New Roman"/>
                        </a:rPr>
                        <a:t>weekend</a:t>
                      </a:r>
                      <a:endParaRPr sz="3000" b="1" u="none" strike="noStrike" cap="none">
                        <a:solidFill>
                          <a:srgbClr val="953734"/>
                        </a:solidFill>
                        <a:latin typeface="Songti TC" panose="02010600040101010101" pitchFamily="2" charset="-120"/>
                        <a:ea typeface="Songti TC" panose="02010600040101010101" pitchFamily="2" charset="-120"/>
                        <a:cs typeface="SimSun"/>
                        <a:sym typeface="SimSun"/>
                      </a:endParaRPr>
                    </a:p>
                  </a:txBody>
                  <a:tcPr marL="0" marR="0" marT="0" marB="0" anchor="ctr">
                    <a:solidFill>
                      <a:srgbClr val="CCC0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31219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400" u="none" strike="noStrike" cap="none">
                          <a:latin typeface="Songti TC" panose="02010600040101010101" pitchFamily="2" charset="-120"/>
                          <a:ea typeface="Songti TC" panose="02010600040101010101" pitchFamily="2" charset="-120"/>
                          <a:cs typeface="Times New Roman"/>
                          <a:sym typeface="Times New Roman"/>
                        </a:rPr>
                        <a:t>7</a:t>
                      </a:r>
                      <a:endParaRPr sz="3400" u="none" strike="noStrike" cap="none">
                        <a:latin typeface="Songti TC" panose="02010600040101010101" pitchFamily="2" charset="-120"/>
                        <a:ea typeface="Songti TC" panose="02010600040101010101" pitchFamily="2" charset="-120"/>
                        <a:cs typeface="Times New Roman"/>
                        <a:sym typeface="Times New Roman"/>
                      </a:endParaRPr>
                    </a:p>
                  </a:txBody>
                  <a:tcPr marL="97381" marR="97381" marT="48690" marB="48690" anchor="ctr">
                    <a:solidFill>
                      <a:srgbClr val="E5DFE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zh-TW" altLang="en-US" sz="4000" b="0" i="0" u="none" strike="noStrike" cap="none" dirty="0">
                          <a:solidFill>
                            <a:srgbClr val="2E2F30"/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Calibri"/>
                          <a:sym typeface="SimSun"/>
                        </a:rPr>
                        <a:t>教</a:t>
                      </a:r>
                      <a:endParaRPr lang="zh-TW" altLang="en-US" sz="4000" b="0" i="0" u="none" strike="noStrike" cap="none" dirty="0">
                        <a:solidFill>
                          <a:srgbClr val="2E2F30"/>
                        </a:solidFill>
                        <a:latin typeface="SimSun" panose="02010600030101010101" pitchFamily="2" charset="-122"/>
                        <a:ea typeface="SimSun" panose="02010600030101010101" pitchFamily="2" charset="-122"/>
                        <a:cs typeface="Calibri"/>
                        <a:sym typeface="Arial"/>
                      </a:endParaRPr>
                    </a:p>
                  </a:txBody>
                  <a:tcPr marL="0" marR="0" marT="0" marB="0" anchor="ctr">
                    <a:solidFill>
                      <a:srgbClr val="E5DFE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3000" b="1" u="none" strike="noStrike" cap="none" dirty="0">
                          <a:solidFill>
                            <a:srgbClr val="953734"/>
                          </a:solidFill>
                          <a:latin typeface="Songti TC" panose="02010600040101010101" pitchFamily="2" charset="-120"/>
                          <a:ea typeface="Songti TC" panose="02010600040101010101" pitchFamily="2" charset="-120"/>
                          <a:cs typeface="Times New Roman"/>
                          <a:sym typeface="Times New Roman"/>
                        </a:rPr>
                        <a:t>to teach</a:t>
                      </a:r>
                      <a:endParaRPr lang="en-US" sz="3000" b="1" u="none" strike="noStrike" cap="none" dirty="0">
                        <a:solidFill>
                          <a:srgbClr val="953734"/>
                        </a:solidFill>
                        <a:latin typeface="Songti TC" panose="02010600040101010101" pitchFamily="2" charset="-120"/>
                        <a:ea typeface="Songti TC" panose="02010600040101010101" pitchFamily="2" charset="-120"/>
                        <a:cs typeface="SimSun"/>
                        <a:sym typeface="SimSun"/>
                      </a:endParaRPr>
                    </a:p>
                  </a:txBody>
                  <a:tcPr marL="0" marR="0" marT="0" marB="0" anchor="ctr">
                    <a:solidFill>
                      <a:srgbClr val="E5DFE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 u="none" strike="noStrike" cap="none">
                          <a:solidFill>
                            <a:schemeClr val="dk1"/>
                          </a:solidFill>
                          <a:latin typeface="Songti TC" panose="02010600040101010101" pitchFamily="2" charset="-120"/>
                          <a:ea typeface="Songti TC" panose="02010600040101010101" pitchFamily="2" charset="-120"/>
                          <a:cs typeface="Times New Roman"/>
                          <a:sym typeface="Times New Roman"/>
                        </a:rPr>
                        <a:t>17</a:t>
                      </a:r>
                      <a:endParaRPr sz="3000" u="none" strike="noStrike" cap="none">
                        <a:solidFill>
                          <a:schemeClr val="dk1"/>
                        </a:solidFill>
                        <a:latin typeface="Songti TC" panose="02010600040101010101" pitchFamily="2" charset="-120"/>
                        <a:ea typeface="Songti TC" panose="02010600040101010101" pitchFamily="2" charset="-120"/>
                        <a:cs typeface="Times New Roman"/>
                        <a:sym typeface="Times New Roman"/>
                      </a:endParaRPr>
                    </a:p>
                  </a:txBody>
                  <a:tcPr marL="97381" marR="97381" marT="48690" marB="48690" anchor="ctr">
                    <a:solidFill>
                      <a:srgbClr val="E5DFE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357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0" u="none" strike="noStrike" cap="none" dirty="0">
                        <a:solidFill>
                          <a:schemeClr val="dk1"/>
                        </a:solidFill>
                        <a:latin typeface="Songti TC" panose="02010600040101010101" pitchFamily="2" charset="-120"/>
                        <a:ea typeface="Songti TC" panose="02010600040101010101" pitchFamily="2" charset="-120"/>
                        <a:cs typeface="SimSun"/>
                        <a:sym typeface="SimSun"/>
                      </a:endParaRPr>
                    </a:p>
                    <a:p>
                      <a:pPr marL="0" marR="0" lvl="0" indent="0" algn="ctr" rtl="0">
                        <a:lnSpc>
                          <a:spcPct val="35729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endParaRPr sz="2000" u="none" strike="noStrike" cap="none" dirty="0">
                        <a:solidFill>
                          <a:schemeClr val="dk1"/>
                        </a:solidFill>
                        <a:latin typeface="Songti TC" panose="02010600040101010101" pitchFamily="2" charset="-120"/>
                        <a:ea typeface="Songti TC" panose="02010600040101010101" pitchFamily="2" charset="-120"/>
                        <a:cs typeface="SimSun"/>
                        <a:sym typeface="SimSun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4000" b="0" i="0" u="none" strike="noStrike" cap="none" dirty="0" err="1">
                          <a:solidFill>
                            <a:srgbClr val="2E2F30"/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Calibri"/>
                          <a:sym typeface="SimSun"/>
                        </a:rPr>
                        <a:t>可以</a:t>
                      </a:r>
                      <a:endParaRPr sz="4000" b="0" i="0" u="none" strike="noStrike" cap="none" dirty="0">
                        <a:solidFill>
                          <a:srgbClr val="2E2F30"/>
                        </a:solidFill>
                        <a:latin typeface="SimSun" panose="02010600030101010101" pitchFamily="2" charset="-122"/>
                        <a:ea typeface="SimSun" panose="02010600030101010101" pitchFamily="2" charset="-122"/>
                        <a:cs typeface="Calibri"/>
                        <a:sym typeface="SimSun"/>
                      </a:endParaRPr>
                    </a:p>
                  </a:txBody>
                  <a:tcPr marL="0" marR="0" marT="0" marB="0" anchor="ctr">
                    <a:solidFill>
                      <a:srgbClr val="E5DFE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4888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000" b="1" u="none" strike="noStrike" cap="none">
                        <a:solidFill>
                          <a:srgbClr val="953734"/>
                        </a:solidFill>
                        <a:latin typeface="Songti TC" panose="02010600040101010101" pitchFamily="2" charset="-120"/>
                        <a:ea typeface="Songti TC" panose="02010600040101010101" pitchFamily="2" charset="-120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ctr" rtl="0">
                        <a:lnSpc>
                          <a:spcPct val="48888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 b="1" u="none" strike="noStrike" cap="none">
                          <a:solidFill>
                            <a:srgbClr val="953734"/>
                          </a:solidFill>
                          <a:latin typeface="Songti TC" panose="02010600040101010101" pitchFamily="2" charset="-120"/>
                          <a:ea typeface="Songti TC" panose="02010600040101010101" pitchFamily="2" charset="-120"/>
                          <a:cs typeface="Times New Roman"/>
                          <a:sym typeface="Times New Roman"/>
                        </a:rPr>
                        <a:t>can；may</a:t>
                      </a:r>
                      <a:endParaRPr sz="3000" b="1" u="none" strike="noStrike" cap="none">
                        <a:solidFill>
                          <a:srgbClr val="953734"/>
                        </a:solidFill>
                        <a:latin typeface="Songti TC" panose="02010600040101010101" pitchFamily="2" charset="-120"/>
                        <a:ea typeface="Songti TC" panose="02010600040101010101" pitchFamily="2" charset="-120"/>
                        <a:cs typeface="SimSun"/>
                        <a:sym typeface="SimSun"/>
                      </a:endParaRPr>
                    </a:p>
                  </a:txBody>
                  <a:tcPr marL="0" marR="0" marT="0" marB="0" anchor="ctr">
                    <a:solidFill>
                      <a:srgbClr val="E5DF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82651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400" u="none" strike="noStrike" cap="none">
                          <a:latin typeface="Songti TC" panose="02010600040101010101" pitchFamily="2" charset="-120"/>
                          <a:ea typeface="Songti TC" panose="02010600040101010101" pitchFamily="2" charset="-120"/>
                          <a:cs typeface="Times New Roman"/>
                          <a:sym typeface="Times New Roman"/>
                        </a:rPr>
                        <a:t>8</a:t>
                      </a:r>
                      <a:endParaRPr sz="3400" u="none" strike="noStrike" cap="none">
                        <a:latin typeface="Songti TC" panose="02010600040101010101" pitchFamily="2" charset="-120"/>
                        <a:ea typeface="Songti TC" panose="02010600040101010101" pitchFamily="2" charset="-120"/>
                        <a:cs typeface="Times New Roman"/>
                        <a:sym typeface="Times New Roman"/>
                      </a:endParaRPr>
                    </a:p>
                  </a:txBody>
                  <a:tcPr marL="97381" marR="97381" marT="48690" marB="48690" anchor="ctr">
                    <a:solidFill>
                      <a:srgbClr val="CCC0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zh-TW" altLang="en-US" sz="4000" b="0" i="0" u="none" strike="noStrike" cap="none" dirty="0">
                          <a:solidFill>
                            <a:srgbClr val="2E2F30"/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Calibri"/>
                          <a:sym typeface="SimSun"/>
                        </a:rPr>
                        <a:t>爱好</a:t>
                      </a:r>
                    </a:p>
                  </a:txBody>
                  <a:tcPr marL="0" marR="0" marT="0" marB="0" anchor="ctr">
                    <a:solidFill>
                      <a:srgbClr val="CCC0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3000" b="1" u="none" strike="noStrike" cap="none" dirty="0">
                          <a:solidFill>
                            <a:srgbClr val="953734"/>
                          </a:solidFill>
                          <a:latin typeface="Songti TC" panose="02010600040101010101" pitchFamily="2" charset="-120"/>
                          <a:ea typeface="Songti TC" panose="02010600040101010101" pitchFamily="2" charset="-120"/>
                          <a:cs typeface="Times New Roman"/>
                          <a:sym typeface="Times New Roman"/>
                        </a:rPr>
                        <a:t>hobby</a:t>
                      </a:r>
                      <a:endParaRPr lang="en-US" sz="3000" b="1" u="none" strike="noStrike" cap="none" dirty="0">
                        <a:solidFill>
                          <a:srgbClr val="953734"/>
                        </a:solidFill>
                        <a:latin typeface="Songti TC" panose="02010600040101010101" pitchFamily="2" charset="-120"/>
                        <a:ea typeface="Songti TC" panose="02010600040101010101" pitchFamily="2" charset="-120"/>
                        <a:cs typeface="SimSun"/>
                        <a:sym typeface="SimSun"/>
                      </a:endParaRPr>
                    </a:p>
                  </a:txBody>
                  <a:tcPr marL="0" marR="0" marT="0" marB="0" anchor="ctr">
                    <a:solidFill>
                      <a:srgbClr val="CCC0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 u="none" strike="noStrike" cap="none">
                          <a:solidFill>
                            <a:schemeClr val="dk1"/>
                          </a:solidFill>
                          <a:latin typeface="Songti TC" panose="02010600040101010101" pitchFamily="2" charset="-120"/>
                          <a:ea typeface="Songti TC" panose="02010600040101010101" pitchFamily="2" charset="-120"/>
                          <a:cs typeface="Times New Roman"/>
                          <a:sym typeface="Times New Roman"/>
                        </a:rPr>
                        <a:t>18</a:t>
                      </a:r>
                      <a:endParaRPr sz="3000" u="none" strike="noStrike" cap="none">
                        <a:solidFill>
                          <a:schemeClr val="dk1"/>
                        </a:solidFill>
                        <a:latin typeface="Songti TC" panose="02010600040101010101" pitchFamily="2" charset="-120"/>
                        <a:ea typeface="Songti TC" panose="02010600040101010101" pitchFamily="2" charset="-120"/>
                        <a:cs typeface="Times New Roman"/>
                        <a:sym typeface="Times New Roman"/>
                      </a:endParaRPr>
                    </a:p>
                  </a:txBody>
                  <a:tcPr marL="97381" marR="97381" marT="48690" marB="48690" anchor="ctr">
                    <a:solidFill>
                      <a:srgbClr val="CCC0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4000" b="0" i="0" u="none" strike="noStrike" cap="none" dirty="0" err="1">
                          <a:solidFill>
                            <a:srgbClr val="2E2F30"/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Calibri"/>
                          <a:sym typeface="SimSun"/>
                        </a:rPr>
                        <a:t>能</a:t>
                      </a:r>
                      <a:endParaRPr sz="4000" b="0" i="0" u="none" strike="noStrike" cap="none" dirty="0">
                        <a:solidFill>
                          <a:srgbClr val="2E2F30"/>
                        </a:solidFill>
                        <a:latin typeface="SimSun" panose="02010600030101010101" pitchFamily="2" charset="-122"/>
                        <a:ea typeface="SimSun" panose="02010600030101010101" pitchFamily="2" charset="-122"/>
                        <a:cs typeface="Calibri"/>
                        <a:sym typeface="Arial"/>
                      </a:endParaRPr>
                    </a:p>
                  </a:txBody>
                  <a:tcPr marL="0" marR="0" marT="0" marB="0" anchor="ctr">
                    <a:solidFill>
                      <a:srgbClr val="CCC0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 b="1" u="none" strike="noStrike" cap="none" dirty="0" err="1">
                          <a:solidFill>
                            <a:srgbClr val="953734"/>
                          </a:solidFill>
                          <a:latin typeface="Songti TC" panose="02010600040101010101" pitchFamily="2" charset="-120"/>
                          <a:ea typeface="Songti TC" panose="02010600040101010101" pitchFamily="2" charset="-120"/>
                          <a:cs typeface="Times New Roman"/>
                          <a:sym typeface="Times New Roman"/>
                        </a:rPr>
                        <a:t>can；may</a:t>
                      </a:r>
                      <a:endParaRPr sz="3000" b="1" u="none" strike="noStrike" cap="none" dirty="0">
                        <a:solidFill>
                          <a:srgbClr val="953734"/>
                        </a:solidFill>
                        <a:latin typeface="Songti TC" panose="02010600040101010101" pitchFamily="2" charset="-120"/>
                        <a:ea typeface="Songti TC" panose="02010600040101010101" pitchFamily="2" charset="-120"/>
                        <a:cs typeface="SimSun"/>
                        <a:sym typeface="SimSun"/>
                      </a:endParaRPr>
                    </a:p>
                  </a:txBody>
                  <a:tcPr marL="0" marR="0" marT="0" marB="0" anchor="ctr">
                    <a:solidFill>
                      <a:srgbClr val="CCC0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82651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400" u="none" strike="noStrike" cap="none">
                          <a:latin typeface="Songti TC" panose="02010600040101010101" pitchFamily="2" charset="-120"/>
                          <a:ea typeface="Songti TC" panose="02010600040101010101" pitchFamily="2" charset="-120"/>
                          <a:cs typeface="Times New Roman"/>
                          <a:sym typeface="Times New Roman"/>
                        </a:rPr>
                        <a:t>9</a:t>
                      </a:r>
                      <a:endParaRPr sz="3400" u="none" strike="noStrike" cap="none">
                        <a:latin typeface="Songti TC" panose="02010600040101010101" pitchFamily="2" charset="-120"/>
                        <a:ea typeface="Songti TC" panose="02010600040101010101" pitchFamily="2" charset="-120"/>
                        <a:cs typeface="Times New Roman"/>
                        <a:sym typeface="Times New Roman"/>
                      </a:endParaRPr>
                    </a:p>
                  </a:txBody>
                  <a:tcPr marL="97381" marR="97381" marT="48690" marB="48690" anchor="ctr">
                    <a:solidFill>
                      <a:srgbClr val="E5DFE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zh-TW" altLang="en-US" sz="4000" b="0" i="0" u="none" strike="noStrike" cap="none" dirty="0">
                          <a:solidFill>
                            <a:srgbClr val="2E2F30"/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Calibri"/>
                          <a:sym typeface="SimSun"/>
                        </a:rPr>
                        <a:t>写</a:t>
                      </a:r>
                      <a:endParaRPr lang="zh-TW" altLang="en-US" sz="4000" b="0" i="0" u="none" strike="noStrike" cap="none" dirty="0">
                        <a:solidFill>
                          <a:srgbClr val="2E2F30"/>
                        </a:solidFill>
                        <a:latin typeface="SimSun" panose="02010600030101010101" pitchFamily="2" charset="-122"/>
                        <a:ea typeface="SimSun" panose="02010600030101010101" pitchFamily="2" charset="-122"/>
                        <a:cs typeface="Calibri"/>
                        <a:sym typeface="Arial"/>
                      </a:endParaRPr>
                    </a:p>
                  </a:txBody>
                  <a:tcPr marL="0" marR="0" marT="0" marB="0" anchor="ctr">
                    <a:solidFill>
                      <a:srgbClr val="E5DFE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3000" b="1" u="none" strike="noStrike" cap="none" dirty="0">
                          <a:solidFill>
                            <a:srgbClr val="953734"/>
                          </a:solidFill>
                          <a:latin typeface="Songti TC" panose="02010600040101010101" pitchFamily="2" charset="-120"/>
                          <a:ea typeface="Songti TC" panose="02010600040101010101" pitchFamily="2" charset="-120"/>
                          <a:cs typeface="Times New Roman"/>
                          <a:sym typeface="Times New Roman"/>
                        </a:rPr>
                        <a:t>to write</a:t>
                      </a:r>
                      <a:endParaRPr lang="en-US" sz="3000" b="1" u="none" strike="noStrike" cap="none" dirty="0">
                        <a:solidFill>
                          <a:srgbClr val="953734"/>
                        </a:solidFill>
                        <a:latin typeface="Songti TC" panose="02010600040101010101" pitchFamily="2" charset="-120"/>
                        <a:ea typeface="Songti TC" panose="02010600040101010101" pitchFamily="2" charset="-120"/>
                        <a:cs typeface="SimSun"/>
                        <a:sym typeface="SimSun"/>
                      </a:endParaRPr>
                    </a:p>
                  </a:txBody>
                  <a:tcPr marL="0" marR="0" marT="0" marB="0" anchor="ctr">
                    <a:solidFill>
                      <a:srgbClr val="E5DFE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 u="none" strike="noStrike" cap="none">
                          <a:solidFill>
                            <a:schemeClr val="dk1"/>
                          </a:solidFill>
                          <a:latin typeface="Songti TC" panose="02010600040101010101" pitchFamily="2" charset="-120"/>
                          <a:ea typeface="Songti TC" panose="02010600040101010101" pitchFamily="2" charset="-120"/>
                          <a:cs typeface="Times New Roman"/>
                          <a:sym typeface="Times New Roman"/>
                        </a:rPr>
                        <a:t>19</a:t>
                      </a:r>
                      <a:endParaRPr sz="3000" u="none" strike="noStrike" cap="none">
                        <a:solidFill>
                          <a:schemeClr val="dk1"/>
                        </a:solidFill>
                        <a:latin typeface="Songti TC" panose="02010600040101010101" pitchFamily="2" charset="-120"/>
                        <a:ea typeface="Songti TC" panose="02010600040101010101" pitchFamily="2" charset="-120"/>
                        <a:cs typeface="Times New Roman"/>
                        <a:sym typeface="Times New Roman"/>
                      </a:endParaRPr>
                    </a:p>
                  </a:txBody>
                  <a:tcPr marL="97381" marR="97381" marT="48690" marB="48690" anchor="ctr">
                    <a:solidFill>
                      <a:srgbClr val="E5DFE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4000" b="0" i="0" u="none" strike="noStrike" cap="none" dirty="0" err="1">
                          <a:solidFill>
                            <a:srgbClr val="2E2F30"/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Calibri"/>
                          <a:sym typeface="SimSun"/>
                        </a:rPr>
                        <a:t>会</a:t>
                      </a:r>
                      <a:endParaRPr sz="4000" b="0" i="0" u="none" strike="noStrike" cap="none" dirty="0">
                        <a:solidFill>
                          <a:srgbClr val="2E2F30"/>
                        </a:solidFill>
                        <a:latin typeface="SimSun" panose="02010600030101010101" pitchFamily="2" charset="-122"/>
                        <a:ea typeface="SimSun" panose="02010600030101010101" pitchFamily="2" charset="-122"/>
                        <a:cs typeface="Calibri"/>
                        <a:sym typeface="Arial"/>
                      </a:endParaRPr>
                    </a:p>
                  </a:txBody>
                  <a:tcPr marL="0" marR="0" marT="0" marB="0" anchor="ctr">
                    <a:solidFill>
                      <a:srgbClr val="E5DFE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 b="1" u="none" strike="noStrike" cap="none" dirty="0">
                          <a:solidFill>
                            <a:srgbClr val="953734"/>
                          </a:solidFill>
                          <a:latin typeface="Songti TC" panose="02010600040101010101" pitchFamily="2" charset="-120"/>
                          <a:ea typeface="Songti TC" panose="02010600040101010101" pitchFamily="2" charset="-120"/>
                          <a:cs typeface="Times New Roman"/>
                          <a:sym typeface="Times New Roman"/>
                        </a:rPr>
                        <a:t>can</a:t>
                      </a:r>
                      <a:endParaRPr sz="3000" b="1" u="none" strike="noStrike" cap="none" dirty="0">
                        <a:solidFill>
                          <a:srgbClr val="953734"/>
                        </a:solidFill>
                        <a:latin typeface="Songti TC" panose="02010600040101010101" pitchFamily="2" charset="-120"/>
                        <a:ea typeface="Songti TC" panose="02010600040101010101" pitchFamily="2" charset="-120"/>
                        <a:cs typeface="SimSun"/>
                        <a:sym typeface="SimSun"/>
                      </a:endParaRPr>
                    </a:p>
                  </a:txBody>
                  <a:tcPr marL="0" marR="0" marT="0" marB="0" anchor="ctr">
                    <a:solidFill>
                      <a:srgbClr val="E5DF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919754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400" u="none" strike="noStrike" cap="none">
                          <a:latin typeface="Songti TC" panose="02010600040101010101" pitchFamily="2" charset="-120"/>
                          <a:ea typeface="Songti TC" panose="02010600040101010101" pitchFamily="2" charset="-120"/>
                          <a:cs typeface="Times New Roman"/>
                          <a:sym typeface="Times New Roman"/>
                        </a:rPr>
                        <a:t>10</a:t>
                      </a:r>
                      <a:endParaRPr sz="3400" u="none" strike="noStrike" cap="none">
                        <a:latin typeface="Songti TC" panose="02010600040101010101" pitchFamily="2" charset="-120"/>
                        <a:ea typeface="Songti TC" panose="02010600040101010101" pitchFamily="2" charset="-120"/>
                        <a:cs typeface="Times New Roman"/>
                        <a:sym typeface="Times New Roman"/>
                      </a:endParaRPr>
                    </a:p>
                  </a:txBody>
                  <a:tcPr marL="97381" marR="97381" marT="48690" marB="48690" anchor="ctr">
                    <a:solidFill>
                      <a:srgbClr val="CCC0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zh-TW" altLang="en-US" sz="4000" b="0" i="0" u="none" strike="noStrike" cap="none" dirty="0">
                          <a:solidFill>
                            <a:srgbClr val="2E2F30"/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Calibri"/>
                          <a:sym typeface="SimSun"/>
                        </a:rPr>
                        <a:t>书法</a:t>
                      </a:r>
                    </a:p>
                  </a:txBody>
                  <a:tcPr marL="0" marR="0" marT="0" marB="0" anchor="ctr">
                    <a:solidFill>
                      <a:srgbClr val="CCC0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3000" b="1" u="none" strike="noStrike" cap="none" dirty="0">
                          <a:solidFill>
                            <a:srgbClr val="953734"/>
                          </a:solidFill>
                          <a:latin typeface="Songti TC" panose="02010600040101010101" pitchFamily="2" charset="-120"/>
                          <a:ea typeface="Songti TC" panose="02010600040101010101" pitchFamily="2" charset="-120"/>
                          <a:cs typeface="Times New Roman"/>
                          <a:sym typeface="Times New Roman"/>
                        </a:rPr>
                        <a:t>calligraphy</a:t>
                      </a:r>
                      <a:endParaRPr lang="en-US" sz="3000" b="1" u="none" strike="noStrike" cap="none" dirty="0">
                        <a:solidFill>
                          <a:srgbClr val="953734"/>
                        </a:solidFill>
                        <a:latin typeface="Songti TC" panose="02010600040101010101" pitchFamily="2" charset="-120"/>
                        <a:ea typeface="Songti TC" panose="02010600040101010101" pitchFamily="2" charset="-120"/>
                        <a:cs typeface="SimSun"/>
                        <a:sym typeface="SimSun"/>
                      </a:endParaRPr>
                    </a:p>
                  </a:txBody>
                  <a:tcPr marL="0" marR="0" marT="0" marB="0" anchor="ctr">
                    <a:solidFill>
                      <a:srgbClr val="CCC0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 u="none" strike="noStrike" cap="none">
                          <a:solidFill>
                            <a:schemeClr val="dk1"/>
                          </a:solidFill>
                          <a:latin typeface="Songti TC" panose="02010600040101010101" pitchFamily="2" charset="-120"/>
                          <a:ea typeface="Songti TC" panose="02010600040101010101" pitchFamily="2" charset="-120"/>
                          <a:cs typeface="Times New Roman"/>
                          <a:sym typeface="Times New Roman"/>
                        </a:rPr>
                        <a:t>1</a:t>
                      </a:r>
                      <a:endParaRPr sz="3000" u="none" strike="noStrike" cap="none">
                        <a:solidFill>
                          <a:schemeClr val="dk1"/>
                        </a:solidFill>
                        <a:latin typeface="Songti TC" panose="02010600040101010101" pitchFamily="2" charset="-120"/>
                        <a:ea typeface="Songti TC" panose="02010600040101010101" pitchFamily="2" charset="-120"/>
                        <a:cs typeface="Times New Roman"/>
                        <a:sym typeface="Times New Roman"/>
                      </a:endParaRPr>
                    </a:p>
                  </a:txBody>
                  <a:tcPr marL="97381" marR="97381" marT="48690" marB="48690" anchor="ctr">
                    <a:solidFill>
                      <a:srgbClr val="FBD4B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3600" b="0" i="0" u="none" strike="noStrike" cap="none" dirty="0">
                          <a:solidFill>
                            <a:srgbClr val="2E2F30"/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Calibri"/>
                          <a:sym typeface="SimSun"/>
                        </a:rPr>
                        <a:t>《</a:t>
                      </a:r>
                      <a:r>
                        <a:rPr lang="en-US" sz="3600" b="0" i="0" u="none" strike="noStrike" cap="none" dirty="0" err="1">
                          <a:solidFill>
                            <a:srgbClr val="2E2F30"/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Calibri"/>
                          <a:sym typeface="SimSun"/>
                        </a:rPr>
                        <a:t>三生三世十里桃花</a:t>
                      </a:r>
                      <a:r>
                        <a:rPr lang="en-US" sz="3600" b="0" i="0" u="none" strike="noStrike" cap="none" dirty="0">
                          <a:solidFill>
                            <a:srgbClr val="2E2F30"/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Calibri"/>
                          <a:sym typeface="SimSun"/>
                        </a:rPr>
                        <a:t>》</a:t>
                      </a:r>
                      <a:endParaRPr sz="3600" b="0" i="0" u="none" strike="noStrike" cap="none" dirty="0">
                        <a:solidFill>
                          <a:srgbClr val="2E2F30"/>
                        </a:solidFill>
                        <a:latin typeface="SimSun" panose="02010600030101010101" pitchFamily="2" charset="-122"/>
                        <a:ea typeface="SimSun" panose="02010600030101010101" pitchFamily="2" charset="-122"/>
                        <a:cs typeface="Calibri"/>
                        <a:sym typeface="SimSun"/>
                      </a:endParaRPr>
                    </a:p>
                  </a:txBody>
                  <a:tcPr marL="0" marR="0" marT="0" marB="0" anchor="ctr">
                    <a:solidFill>
                      <a:srgbClr val="FBD4B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 b="1" u="none" strike="noStrike" cap="none" dirty="0">
                          <a:solidFill>
                            <a:srgbClr val="953734"/>
                          </a:solidFill>
                          <a:latin typeface="Songti TC" panose="02010600040101010101" pitchFamily="2" charset="-120"/>
                          <a:ea typeface="Songti TC" panose="02010600040101010101" pitchFamily="2" charset="-120"/>
                          <a:cs typeface="SimSun"/>
                          <a:sym typeface="SimSun"/>
                        </a:rPr>
                        <a:t>Eternal </a:t>
                      </a:r>
                      <a:r>
                        <a:rPr lang="en-US" sz="3000" b="1" u="none" strike="noStrike" cap="none" dirty="0" err="1">
                          <a:solidFill>
                            <a:srgbClr val="953734"/>
                          </a:solidFill>
                          <a:latin typeface="Songti TC" panose="02010600040101010101" pitchFamily="2" charset="-120"/>
                          <a:ea typeface="Songti TC" panose="02010600040101010101" pitchFamily="2" charset="-120"/>
                          <a:cs typeface="SimSun"/>
                          <a:sym typeface="SimSun"/>
                        </a:rPr>
                        <a:t>Love,Ten</a:t>
                      </a:r>
                      <a:r>
                        <a:rPr lang="en-US" sz="3000" b="1" u="none" strike="noStrike" cap="none" dirty="0">
                          <a:solidFill>
                            <a:srgbClr val="953734"/>
                          </a:solidFill>
                          <a:latin typeface="Songti TC" panose="02010600040101010101" pitchFamily="2" charset="-120"/>
                          <a:ea typeface="Songti TC" panose="02010600040101010101" pitchFamily="2" charset="-120"/>
                          <a:cs typeface="SimSun"/>
                          <a:sym typeface="SimSun"/>
                        </a:rPr>
                        <a:t> Miles of Peach Blossoms</a:t>
                      </a:r>
                      <a:endParaRPr sz="3000" dirty="0">
                        <a:latin typeface="Songti TC" panose="02010600040101010101" pitchFamily="2" charset="-120"/>
                        <a:ea typeface="Songti TC" panose="02010600040101010101" pitchFamily="2" charset="-120"/>
                      </a:endParaRPr>
                    </a:p>
                  </a:txBody>
                  <a:tcPr marL="0" marR="0" marT="0" marB="0" anchor="ctr">
                    <a:solidFill>
                      <a:srgbClr val="FBD4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3003918">
            <a:off x="-2517347" y="-2809284"/>
            <a:ext cx="6210571" cy="58981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3003918">
            <a:off x="13037333" y="8909904"/>
            <a:ext cx="6210571" cy="58981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7930059">
            <a:off x="11443997" y="8685982"/>
            <a:ext cx="3552430" cy="376461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5" name="Google Shape;115;p3"/>
          <p:cNvGrpSpPr/>
          <p:nvPr/>
        </p:nvGrpSpPr>
        <p:grpSpPr>
          <a:xfrm>
            <a:off x="9525000" y="571500"/>
            <a:ext cx="8091423" cy="1614561"/>
            <a:chOff x="-2641600" y="-372432"/>
            <a:chExt cx="10788564" cy="2152748"/>
          </a:xfrm>
        </p:grpSpPr>
        <p:sp>
          <p:nvSpPr>
            <p:cNvPr id="116" name="Google Shape;116;p3"/>
            <p:cNvSpPr txBox="1"/>
            <p:nvPr/>
          </p:nvSpPr>
          <p:spPr>
            <a:xfrm>
              <a:off x="-2641600" y="-372432"/>
              <a:ext cx="8146963" cy="10100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r" rtl="0">
                <a:lnSpc>
                  <a:spcPct val="11999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046" b="0" i="0" u="none" strike="noStrike" cap="none">
                  <a:solidFill>
                    <a:srgbClr val="2E2F30"/>
                  </a:solidFill>
                  <a:latin typeface="Calibri"/>
                  <a:ea typeface="Calibri"/>
                  <a:cs typeface="Calibri"/>
                  <a:sym typeface="Calibri"/>
                </a:rPr>
                <a:t>生词 New words</a:t>
              </a:r>
              <a:endParaRPr sz="5046" b="0" i="0" u="none" strike="noStrike" cap="none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7" name="Google Shape;117;p3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5750658" y="0"/>
              <a:ext cx="2396306" cy="1780316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18" name="Google Shape;118;p3" descr="A basketball on a white background&#10;&#10;Description automatically generated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316385" y="2400300"/>
            <a:ext cx="5962650" cy="5962650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srgbClr val="000000">
                <a:alpha val="40000"/>
              </a:srgbClr>
            </a:outerShdw>
          </a:effectLst>
        </p:spPr>
      </p:pic>
      <p:sp>
        <p:nvSpPr>
          <p:cNvPr id="119" name="Google Shape;119;p3"/>
          <p:cNvSpPr txBox="1"/>
          <p:nvPr/>
        </p:nvSpPr>
        <p:spPr>
          <a:xfrm>
            <a:off x="8610600" y="3999677"/>
            <a:ext cx="8296242" cy="2800447"/>
          </a:xfrm>
          <a:prstGeom prst="rect">
            <a:avLst/>
          </a:prstGeom>
          <a:solidFill>
            <a:srgbClr val="E5DFE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96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5046" b="0" i="0" u="none" strike="noStrike" cap="none" dirty="0">
              <a:solidFill>
                <a:srgbClr val="2E2F3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121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46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篮球</a:t>
            </a:r>
            <a:r>
              <a:rPr lang="en-US" sz="5046" b="0" i="0" u="none" strike="noStrike" cap="none" dirty="0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rPr>
              <a:t>  n. </a:t>
            </a:r>
            <a:r>
              <a:rPr lang="en-US" sz="5400" b="0" i="0" u="none" strike="noStrike" cap="none" dirty="0" err="1">
                <a:solidFill>
                  <a:schemeClr val="dk1"/>
                </a:solidFill>
                <a:latin typeface="SimSun"/>
                <a:ea typeface="SimSun"/>
                <a:cs typeface="SimSun"/>
                <a:sym typeface="SimSun"/>
              </a:rPr>
              <a:t>lánqiú</a:t>
            </a:r>
            <a:r>
              <a:rPr lang="en-US" sz="5400" b="0" i="0" u="none" strike="noStrike" cap="none" dirty="0">
                <a:solidFill>
                  <a:schemeClr val="dk1"/>
                </a:solidFill>
                <a:latin typeface="SimSun"/>
                <a:ea typeface="SimSun"/>
                <a:cs typeface="SimSun"/>
                <a:sym typeface="SimSun"/>
              </a:rPr>
              <a:t>  </a:t>
            </a:r>
            <a:r>
              <a:rPr lang="en-US" sz="48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basketball</a:t>
            </a:r>
            <a:endParaRPr dirty="0"/>
          </a:p>
          <a:p>
            <a:pPr marL="0" marR="0" lvl="0" indent="0" algn="ctr" rtl="0">
              <a:lnSpc>
                <a:spcPct val="526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0" b="0" i="0" u="none" strike="noStrike" cap="none" dirty="0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5046" b="0" i="0" u="none" strike="noStrike" cap="none" dirty="0">
              <a:solidFill>
                <a:srgbClr val="2E2F3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5" name="Google Shape;265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3003918">
            <a:off x="-2517347" y="-2809284"/>
            <a:ext cx="6210571" cy="589812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1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3003918">
            <a:off x="13037333" y="8909904"/>
            <a:ext cx="6210571" cy="589812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1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7930059">
            <a:off x="11443997" y="8685982"/>
            <a:ext cx="3552430" cy="376461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8" name="Google Shape;268;p15"/>
          <p:cNvGrpSpPr/>
          <p:nvPr/>
        </p:nvGrpSpPr>
        <p:grpSpPr>
          <a:xfrm>
            <a:off x="9525000" y="571500"/>
            <a:ext cx="8091423" cy="1614561"/>
            <a:chOff x="-2641600" y="-372432"/>
            <a:chExt cx="10788564" cy="2152748"/>
          </a:xfrm>
        </p:grpSpPr>
        <p:sp>
          <p:nvSpPr>
            <p:cNvPr id="269" name="Google Shape;269;p15"/>
            <p:cNvSpPr txBox="1"/>
            <p:nvPr/>
          </p:nvSpPr>
          <p:spPr>
            <a:xfrm>
              <a:off x="-2641600" y="-372432"/>
              <a:ext cx="8146963" cy="10100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r" rtl="0">
                <a:lnSpc>
                  <a:spcPct val="119996"/>
                </a:lnSpc>
                <a:spcBef>
                  <a:spcPts val="0"/>
                </a:spcBef>
                <a:spcAft>
                  <a:spcPts val="0"/>
                </a:spcAft>
                <a:buClr>
                  <a:srgbClr val="2E2F30"/>
                </a:buClr>
                <a:buSzPts val="5046"/>
                <a:buFont typeface="Calibri"/>
                <a:buNone/>
              </a:pPr>
              <a:r>
                <a:rPr lang="en-US" sz="5046" b="0" i="0" u="none" strike="noStrike" cap="none">
                  <a:solidFill>
                    <a:srgbClr val="2E2F30"/>
                  </a:solidFill>
                  <a:latin typeface="Calibri"/>
                  <a:ea typeface="Calibri"/>
                  <a:cs typeface="Calibri"/>
                  <a:sym typeface="Calibri"/>
                </a:rPr>
                <a:t>生词 New words</a:t>
              </a:r>
              <a:endParaRPr sz="5046" b="0" i="0" u="none" strike="noStrike" cap="none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70" name="Google Shape;270;p15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5750658" y="0"/>
              <a:ext cx="2396306" cy="178031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71" name="Google Shape;271;p15"/>
          <p:cNvSpPr txBox="1"/>
          <p:nvPr/>
        </p:nvSpPr>
        <p:spPr>
          <a:xfrm>
            <a:off x="2034623" y="1181100"/>
            <a:ext cx="8296242" cy="2800447"/>
          </a:xfrm>
          <a:prstGeom prst="rect">
            <a:avLst/>
          </a:prstGeom>
          <a:solidFill>
            <a:srgbClr val="E5DFE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9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46"/>
              <a:buFont typeface="Calibri"/>
              <a:buNone/>
            </a:pPr>
            <a:endParaRPr sz="5046" b="0" i="0" u="none" strike="noStrike" cap="none" dirty="0">
              <a:solidFill>
                <a:srgbClr val="2E2F3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12129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5046"/>
              <a:buFont typeface="Calibri"/>
              <a:buNone/>
            </a:pPr>
            <a:r>
              <a:rPr lang="en-US" sz="5046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打</a:t>
            </a:r>
            <a:r>
              <a:rPr lang="en-US" sz="5046" b="0" i="0" u="none" strike="noStrike" cap="none" dirty="0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rPr>
              <a:t> v. </a:t>
            </a:r>
            <a:r>
              <a:rPr lang="en-US" sz="5400" b="0" i="0" u="none" strike="noStrike" cap="none" dirty="0" err="1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dǎ</a:t>
            </a:r>
            <a:r>
              <a:rPr lang="en-US" sz="5400" b="0" i="0" u="none" strike="noStrike" cap="none" dirty="0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 </a:t>
            </a:r>
            <a:r>
              <a:rPr lang="en-US" sz="48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play</a:t>
            </a:r>
            <a:endParaRPr dirty="0"/>
          </a:p>
          <a:p>
            <a:pPr marL="0" marR="0" lvl="0" indent="0" algn="ctr" rtl="0">
              <a:lnSpc>
                <a:spcPct val="52652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11500"/>
              <a:buFont typeface="Calibri"/>
              <a:buNone/>
            </a:pPr>
            <a:r>
              <a:rPr lang="en-US" sz="11500" b="0" i="0" u="none" strike="noStrike" cap="none" dirty="0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5046" b="0" i="0" u="none" strike="noStrike" cap="none" dirty="0">
              <a:solidFill>
                <a:srgbClr val="2E2F3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2" name="Google Shape;272;p15" descr="Diagram&#10;&#10;Description automatically generated with low confidence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692652" y="4188391"/>
            <a:ext cx="6174997" cy="447935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19;p3">
            <a:extLst>
              <a:ext uri="{FF2B5EF4-FFF2-40B4-BE49-F238E27FC236}">
                <a16:creationId xmlns:a16="http://schemas.microsoft.com/office/drawing/2014/main" id="{EE1F9175-8981-2056-FAE2-307D4F5E84C0}"/>
              </a:ext>
            </a:extLst>
          </p:cNvPr>
          <p:cNvSpPr txBox="1"/>
          <p:nvPr/>
        </p:nvSpPr>
        <p:spPr>
          <a:xfrm>
            <a:off x="8705850" y="5003513"/>
            <a:ext cx="8296242" cy="3731150"/>
          </a:xfrm>
          <a:prstGeom prst="rect">
            <a:avLst/>
          </a:prstGeom>
          <a:solidFill>
            <a:srgbClr val="E5DFE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96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5046" b="0" i="0" u="none" strike="noStrike" cap="none" dirty="0">
              <a:solidFill>
                <a:srgbClr val="2E2F3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121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5046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打</a:t>
            </a:r>
            <a:r>
              <a:rPr lang="en-US" sz="5046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篮球</a:t>
            </a:r>
            <a:r>
              <a:rPr lang="en-US" sz="5046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 </a:t>
            </a:r>
            <a:r>
              <a:rPr lang="en-US" sz="5046" b="0" i="0" u="none" strike="noStrike" cap="none" dirty="0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rPr>
              <a:t>n. </a:t>
            </a:r>
            <a:r>
              <a:rPr lang="en-US" sz="5400" b="0" i="0" u="none" strike="noStrike" cap="none" dirty="0" err="1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dǎ</a:t>
            </a:r>
            <a:r>
              <a:rPr lang="en-US" sz="5400" b="0" i="0" u="none" strike="noStrike" cap="none" dirty="0" err="1">
                <a:solidFill>
                  <a:schemeClr val="dk1"/>
                </a:solidFill>
                <a:latin typeface="SimSun"/>
                <a:ea typeface="SimSun"/>
                <a:cs typeface="SimSun"/>
                <a:sym typeface="SimSun"/>
              </a:rPr>
              <a:t>lánqiú</a:t>
            </a:r>
            <a:r>
              <a:rPr lang="en-US" sz="5400" b="0" i="0" u="none" strike="noStrike" cap="none" dirty="0">
                <a:solidFill>
                  <a:schemeClr val="dk1"/>
                </a:solidFill>
                <a:latin typeface="SimSun"/>
                <a:ea typeface="SimSun"/>
                <a:cs typeface="SimSun"/>
                <a:sym typeface="SimSun"/>
              </a:rPr>
              <a:t>  </a:t>
            </a:r>
          </a:p>
          <a:p>
            <a:pPr marL="0" marR="0" lvl="0" indent="0" algn="ctr" rtl="0">
              <a:lnSpc>
                <a:spcPct val="1121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dirty="0">
                <a:solidFill>
                  <a:schemeClr val="dk1"/>
                </a:solidFill>
                <a:latin typeface="Times New Roman"/>
                <a:cs typeface="Times New Roman"/>
                <a:sym typeface="SimSun"/>
              </a:rPr>
              <a:t>play</a:t>
            </a:r>
            <a:r>
              <a:rPr lang="zh-CN" altLang="en-US" sz="5400" dirty="0">
                <a:solidFill>
                  <a:schemeClr val="dk1"/>
                </a:solidFill>
                <a:latin typeface="SimSun"/>
                <a:ea typeface="SimSun"/>
                <a:cs typeface="SimSun"/>
                <a:sym typeface="SimSun"/>
              </a:rPr>
              <a:t> </a:t>
            </a:r>
            <a:r>
              <a:rPr lang="en-US" sz="48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basketball</a:t>
            </a:r>
            <a:endParaRPr dirty="0"/>
          </a:p>
          <a:p>
            <a:pPr marL="0" marR="0" lvl="0" indent="0" algn="ctr" rtl="0">
              <a:lnSpc>
                <a:spcPct val="526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0" b="0" i="0" u="none" strike="noStrike" cap="none" dirty="0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5046" b="0" i="0" u="none" strike="noStrike" cap="none" dirty="0">
              <a:solidFill>
                <a:srgbClr val="2E2F3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3003918">
            <a:off x="-2517347" y="-2809284"/>
            <a:ext cx="6210571" cy="58981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3003918">
            <a:off x="13037333" y="8909904"/>
            <a:ext cx="6210571" cy="58981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7930059">
            <a:off x="11443997" y="8685982"/>
            <a:ext cx="3552430" cy="376461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7" name="Google Shape;127;p4"/>
          <p:cNvGrpSpPr/>
          <p:nvPr/>
        </p:nvGrpSpPr>
        <p:grpSpPr>
          <a:xfrm>
            <a:off x="9525000" y="571500"/>
            <a:ext cx="8091423" cy="1614561"/>
            <a:chOff x="-2641600" y="-372432"/>
            <a:chExt cx="10788564" cy="2152748"/>
          </a:xfrm>
        </p:grpSpPr>
        <p:sp>
          <p:nvSpPr>
            <p:cNvPr id="128" name="Google Shape;128;p4"/>
            <p:cNvSpPr txBox="1"/>
            <p:nvPr/>
          </p:nvSpPr>
          <p:spPr>
            <a:xfrm>
              <a:off x="-2641600" y="-372432"/>
              <a:ext cx="8146963" cy="10100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r" rtl="0">
                <a:lnSpc>
                  <a:spcPct val="119996"/>
                </a:lnSpc>
                <a:spcBef>
                  <a:spcPts val="0"/>
                </a:spcBef>
                <a:spcAft>
                  <a:spcPts val="0"/>
                </a:spcAft>
                <a:buClr>
                  <a:srgbClr val="2E2F30"/>
                </a:buClr>
                <a:buSzPts val="5046"/>
                <a:buFont typeface="Calibri"/>
                <a:buNone/>
              </a:pPr>
              <a:r>
                <a:rPr lang="en-US" sz="5046" b="0" i="0" u="none" strike="noStrike" cap="none">
                  <a:solidFill>
                    <a:srgbClr val="2E2F30"/>
                  </a:solidFill>
                  <a:latin typeface="Calibri"/>
                  <a:ea typeface="Calibri"/>
                  <a:cs typeface="Calibri"/>
                  <a:sym typeface="Calibri"/>
                </a:rPr>
                <a:t>生词 New words</a:t>
              </a:r>
              <a:endParaRPr sz="5046" b="0" i="0" u="none" strike="noStrike" cap="none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29" name="Google Shape;129;p4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5750658" y="0"/>
              <a:ext cx="2396306" cy="178031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0" name="Google Shape;130;p4"/>
          <p:cNvSpPr txBox="1"/>
          <p:nvPr/>
        </p:nvSpPr>
        <p:spPr>
          <a:xfrm>
            <a:off x="3274376" y="7650471"/>
            <a:ext cx="12868242" cy="937949"/>
          </a:xfrm>
          <a:prstGeom prst="rect">
            <a:avLst/>
          </a:prstGeom>
          <a:solidFill>
            <a:srgbClr val="EAF1DD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52652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5046"/>
              <a:buFont typeface="Calibri"/>
              <a:buNone/>
            </a:pPr>
            <a:r>
              <a:rPr lang="en-US" sz="5046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篮球场</a:t>
            </a:r>
            <a:r>
              <a:rPr lang="en-US" sz="5046" b="0" i="0" u="none" strike="noStrike" cap="none" dirty="0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rPr>
              <a:t>  n. </a:t>
            </a:r>
            <a:r>
              <a:rPr lang="en-US" sz="5400" b="0" i="0" u="none" strike="noStrike" cap="none" dirty="0" err="1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lánqiú</a:t>
            </a:r>
            <a:r>
              <a:rPr lang="en-US" sz="5400" b="0" i="0" u="none" strike="noStrike" cap="none" dirty="0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 </a:t>
            </a:r>
            <a:r>
              <a:rPr lang="en-US" sz="5400" b="0" i="0" u="none" strike="noStrike" cap="none" dirty="0" err="1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chǎnɡ</a:t>
            </a:r>
            <a:r>
              <a:rPr lang="en-US" sz="5400" b="0" i="0" u="none" strike="noStrike" cap="none" dirty="0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   </a:t>
            </a:r>
            <a:r>
              <a:rPr lang="en-US" sz="48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basketball court</a:t>
            </a:r>
            <a:r>
              <a:rPr lang="en-US" sz="11500" b="0" i="0" u="none" strike="noStrike" cap="none" dirty="0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5046" b="0" i="0" u="none" strike="noStrike" cap="none" dirty="0">
              <a:solidFill>
                <a:srgbClr val="2E2F3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1" name="Google Shape;131;p4" descr="A picture containing text, athletic game, sport, tennis&#10;&#10;Description automatically generated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66800" y="1542408"/>
            <a:ext cx="14284653" cy="5704733"/>
          </a:xfrm>
          <a:prstGeom prst="rect">
            <a:avLst/>
          </a:prstGeom>
          <a:noFill/>
          <a:ln>
            <a:noFill/>
          </a:ln>
          <a:effectLst>
            <a:outerShdw blurRad="50800" dist="38100" dir="5400000" algn="t" rotWithShape="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3003918">
            <a:off x="-2517347" y="-2809284"/>
            <a:ext cx="6210571" cy="58981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3003918">
            <a:off x="13037333" y="8909904"/>
            <a:ext cx="6210571" cy="58981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7930059">
            <a:off x="11443997" y="8685982"/>
            <a:ext cx="3552430" cy="376461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9" name="Google Shape;139;p5"/>
          <p:cNvGrpSpPr/>
          <p:nvPr/>
        </p:nvGrpSpPr>
        <p:grpSpPr>
          <a:xfrm>
            <a:off x="9525000" y="571500"/>
            <a:ext cx="8091423" cy="1614561"/>
            <a:chOff x="-2641600" y="-372432"/>
            <a:chExt cx="10788564" cy="2152748"/>
          </a:xfrm>
        </p:grpSpPr>
        <p:sp>
          <p:nvSpPr>
            <p:cNvPr id="140" name="Google Shape;140;p5"/>
            <p:cNvSpPr txBox="1"/>
            <p:nvPr/>
          </p:nvSpPr>
          <p:spPr>
            <a:xfrm>
              <a:off x="-2641600" y="-372432"/>
              <a:ext cx="8146963" cy="10100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r" rtl="0">
                <a:lnSpc>
                  <a:spcPct val="119996"/>
                </a:lnSpc>
                <a:spcBef>
                  <a:spcPts val="0"/>
                </a:spcBef>
                <a:spcAft>
                  <a:spcPts val="0"/>
                </a:spcAft>
                <a:buClr>
                  <a:srgbClr val="2E2F30"/>
                </a:buClr>
                <a:buSzPts val="5046"/>
                <a:buFont typeface="Calibri"/>
                <a:buNone/>
              </a:pPr>
              <a:r>
                <a:rPr lang="en-US" sz="5046" b="0" i="0" u="none" strike="noStrike" cap="none">
                  <a:solidFill>
                    <a:srgbClr val="2E2F30"/>
                  </a:solidFill>
                  <a:latin typeface="Calibri"/>
                  <a:ea typeface="Calibri"/>
                  <a:cs typeface="Calibri"/>
                  <a:sym typeface="Calibri"/>
                </a:rPr>
                <a:t>生词 New words</a:t>
              </a:r>
              <a:endParaRPr sz="5046" b="0" i="0" u="none" strike="noStrike" cap="none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41" name="Google Shape;141;p5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5750658" y="0"/>
              <a:ext cx="2396306" cy="178031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2" name="Google Shape;142;p5"/>
          <p:cNvSpPr txBox="1"/>
          <p:nvPr/>
        </p:nvSpPr>
        <p:spPr>
          <a:xfrm>
            <a:off x="1524000" y="1104900"/>
            <a:ext cx="8296242" cy="2800447"/>
          </a:xfrm>
          <a:prstGeom prst="rect">
            <a:avLst/>
          </a:prstGeom>
          <a:solidFill>
            <a:srgbClr val="E5DFE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9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46"/>
              <a:buFont typeface="Calibri"/>
              <a:buNone/>
            </a:pPr>
            <a:endParaRPr sz="5046" b="0" i="0" u="none" strike="noStrike" cap="none" dirty="0">
              <a:solidFill>
                <a:srgbClr val="2E2F3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12129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5046"/>
              <a:buFont typeface="Calibri"/>
              <a:buNone/>
            </a:pPr>
            <a:r>
              <a:rPr lang="en-US" sz="5046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唱歌</a:t>
            </a:r>
            <a:r>
              <a:rPr lang="en-US" sz="5046" b="0" i="0" u="none" strike="noStrike" cap="none" dirty="0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rPr>
              <a:t> v. </a:t>
            </a:r>
            <a:r>
              <a:rPr lang="en-US" sz="5400" b="0" i="0" u="none" strike="noStrike" cap="none" dirty="0" err="1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chànɡɡē</a:t>
            </a:r>
            <a:r>
              <a:rPr lang="en-US" sz="5400" b="0" i="0" u="none" strike="noStrike" cap="none" dirty="0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 </a:t>
            </a:r>
            <a:r>
              <a:rPr lang="en-US" sz="48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sing a song</a:t>
            </a:r>
            <a:endParaRPr dirty="0"/>
          </a:p>
          <a:p>
            <a:pPr marL="0" marR="0" lvl="0" indent="0" algn="ctr" rtl="0">
              <a:lnSpc>
                <a:spcPct val="52652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11500"/>
              <a:buFont typeface="Calibri"/>
              <a:buNone/>
            </a:pPr>
            <a:r>
              <a:rPr lang="en-US" sz="11500" b="0" i="0" u="none" strike="noStrike" cap="none" dirty="0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5046" b="0" i="0" u="none" strike="noStrike" cap="none" dirty="0">
              <a:solidFill>
                <a:srgbClr val="2E2F3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3" name="Google Shape;143;p5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060697" y="3009900"/>
            <a:ext cx="6451653" cy="645165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3003918">
            <a:off x="-2517347" y="-2809284"/>
            <a:ext cx="6210571" cy="58981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3003918">
            <a:off x="13037333" y="8909904"/>
            <a:ext cx="6210571" cy="58981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7930059">
            <a:off x="11443997" y="8685982"/>
            <a:ext cx="3552430" cy="376461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1" name="Google Shape;151;p6"/>
          <p:cNvGrpSpPr/>
          <p:nvPr/>
        </p:nvGrpSpPr>
        <p:grpSpPr>
          <a:xfrm>
            <a:off x="9525000" y="571500"/>
            <a:ext cx="8091423" cy="1614561"/>
            <a:chOff x="-2641600" y="-372432"/>
            <a:chExt cx="10788564" cy="2152748"/>
          </a:xfrm>
        </p:grpSpPr>
        <p:sp>
          <p:nvSpPr>
            <p:cNvPr id="152" name="Google Shape;152;p6"/>
            <p:cNvSpPr txBox="1"/>
            <p:nvPr/>
          </p:nvSpPr>
          <p:spPr>
            <a:xfrm>
              <a:off x="-2641600" y="-372432"/>
              <a:ext cx="8146963" cy="10100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r" rtl="0">
                <a:lnSpc>
                  <a:spcPct val="119996"/>
                </a:lnSpc>
                <a:spcBef>
                  <a:spcPts val="0"/>
                </a:spcBef>
                <a:spcAft>
                  <a:spcPts val="0"/>
                </a:spcAft>
                <a:buClr>
                  <a:srgbClr val="2E2F30"/>
                </a:buClr>
                <a:buSzPts val="5046"/>
                <a:buFont typeface="Calibri"/>
                <a:buNone/>
              </a:pPr>
              <a:r>
                <a:rPr lang="en-US" sz="5046" b="0" i="0" u="none" strike="noStrike" cap="none">
                  <a:solidFill>
                    <a:srgbClr val="2E2F30"/>
                  </a:solidFill>
                  <a:latin typeface="Calibri"/>
                  <a:ea typeface="Calibri"/>
                  <a:cs typeface="Calibri"/>
                  <a:sym typeface="Calibri"/>
                </a:rPr>
                <a:t>生词 New words</a:t>
              </a:r>
              <a:endParaRPr sz="5046" b="0" i="0" u="none" strike="noStrike" cap="none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53" name="Google Shape;153;p6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5750658" y="0"/>
              <a:ext cx="2396306" cy="178031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54" name="Google Shape;154;p6"/>
          <p:cNvSpPr txBox="1"/>
          <p:nvPr/>
        </p:nvSpPr>
        <p:spPr>
          <a:xfrm>
            <a:off x="1690272" y="850824"/>
            <a:ext cx="8296242" cy="2800447"/>
          </a:xfrm>
          <a:prstGeom prst="rect">
            <a:avLst/>
          </a:prstGeom>
          <a:solidFill>
            <a:srgbClr val="E5DFE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9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46"/>
              <a:buFont typeface="Calibri"/>
              <a:buNone/>
            </a:pPr>
            <a:endParaRPr sz="5046" b="0" i="0" u="none" strike="noStrike" cap="none" dirty="0">
              <a:solidFill>
                <a:srgbClr val="2E2F3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12129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5046"/>
              <a:buFont typeface="Calibri"/>
              <a:buNone/>
            </a:pPr>
            <a:r>
              <a:rPr lang="en-US" sz="5046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听</a:t>
            </a:r>
            <a:r>
              <a:rPr lang="en-US" sz="5046" b="0" i="0" u="none" strike="noStrike" cap="none" dirty="0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rPr>
              <a:t> v. </a:t>
            </a:r>
            <a:r>
              <a:rPr lang="en-US" sz="5400" b="0" i="0" u="none" strike="noStrike" cap="none" dirty="0" err="1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tīnɡ</a:t>
            </a:r>
            <a:r>
              <a:rPr lang="en-US" sz="5400" b="0" i="0" u="none" strike="noStrike" cap="none" dirty="0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 </a:t>
            </a:r>
            <a:r>
              <a:rPr lang="en-US" sz="48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listen</a:t>
            </a:r>
            <a:endParaRPr dirty="0"/>
          </a:p>
          <a:p>
            <a:pPr marL="0" marR="0" lvl="0" indent="0" algn="ctr" rtl="0">
              <a:lnSpc>
                <a:spcPct val="52652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11500"/>
              <a:buFont typeface="Calibri"/>
              <a:buNone/>
            </a:pPr>
            <a:r>
              <a:rPr lang="en-US" sz="11500" b="0" i="0" u="none" strike="noStrike" cap="none" dirty="0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5046" b="0" i="0" u="none" strike="noStrike" cap="none" dirty="0">
              <a:solidFill>
                <a:srgbClr val="2E2F3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5" name="Google Shape;155;p6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410200" y="2613024"/>
            <a:ext cx="7034212" cy="7034212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3003918">
            <a:off x="-2517347" y="-2809284"/>
            <a:ext cx="6210571" cy="58981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3003918">
            <a:off x="13037333" y="8909904"/>
            <a:ext cx="6210571" cy="58981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7930059">
            <a:off x="11443997" y="8685982"/>
            <a:ext cx="3552430" cy="376461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3" name="Google Shape;163;p7"/>
          <p:cNvGrpSpPr/>
          <p:nvPr/>
        </p:nvGrpSpPr>
        <p:grpSpPr>
          <a:xfrm>
            <a:off x="9525000" y="571500"/>
            <a:ext cx="8091423" cy="1614561"/>
            <a:chOff x="-2641600" y="-372432"/>
            <a:chExt cx="10788564" cy="2152748"/>
          </a:xfrm>
        </p:grpSpPr>
        <p:sp>
          <p:nvSpPr>
            <p:cNvPr id="164" name="Google Shape;164;p7"/>
            <p:cNvSpPr txBox="1"/>
            <p:nvPr/>
          </p:nvSpPr>
          <p:spPr>
            <a:xfrm>
              <a:off x="-2641600" y="-372432"/>
              <a:ext cx="8146963" cy="10100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r" rtl="0">
                <a:lnSpc>
                  <a:spcPct val="119996"/>
                </a:lnSpc>
                <a:spcBef>
                  <a:spcPts val="0"/>
                </a:spcBef>
                <a:spcAft>
                  <a:spcPts val="0"/>
                </a:spcAft>
                <a:buClr>
                  <a:srgbClr val="2E2F30"/>
                </a:buClr>
                <a:buSzPts val="5046"/>
                <a:buFont typeface="Calibri"/>
                <a:buNone/>
              </a:pPr>
              <a:r>
                <a:rPr lang="en-US" sz="5046" b="0" i="0" u="none" strike="noStrike" cap="none">
                  <a:solidFill>
                    <a:srgbClr val="2E2F30"/>
                  </a:solidFill>
                  <a:latin typeface="Calibri"/>
                  <a:ea typeface="Calibri"/>
                  <a:cs typeface="Calibri"/>
                  <a:sym typeface="Calibri"/>
                </a:rPr>
                <a:t>生词 New words</a:t>
              </a:r>
              <a:endParaRPr sz="5046" b="0" i="0" u="none" strike="noStrike" cap="none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65" name="Google Shape;165;p7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5750658" y="0"/>
              <a:ext cx="2396306" cy="178031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6" name="Google Shape;166;p7"/>
          <p:cNvSpPr txBox="1"/>
          <p:nvPr/>
        </p:nvSpPr>
        <p:spPr>
          <a:xfrm>
            <a:off x="1524000" y="852098"/>
            <a:ext cx="8296242" cy="2800447"/>
          </a:xfrm>
          <a:prstGeom prst="rect">
            <a:avLst/>
          </a:prstGeom>
          <a:solidFill>
            <a:srgbClr val="FBD4B4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9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46"/>
              <a:buFont typeface="Calibri"/>
              <a:buNone/>
            </a:pPr>
            <a:endParaRPr sz="5046" b="0" i="0" u="none" strike="noStrike" cap="none" dirty="0">
              <a:solidFill>
                <a:srgbClr val="2E2F3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12129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5046"/>
              <a:buFont typeface="Calibri"/>
              <a:buNone/>
            </a:pPr>
            <a:r>
              <a:rPr lang="en-US" sz="5046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音乐</a:t>
            </a:r>
            <a:r>
              <a:rPr lang="en-US" sz="5046" b="0" i="0" u="none" strike="noStrike" cap="none" dirty="0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rPr>
              <a:t> n. </a:t>
            </a:r>
            <a:r>
              <a:rPr lang="en-US" sz="5400" b="0" i="0" u="none" strike="noStrike" cap="none" dirty="0" err="1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yīnyuè</a:t>
            </a:r>
            <a:r>
              <a:rPr lang="en-US" sz="5400" b="0" i="0" u="none" strike="noStrike" cap="none" dirty="0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 </a:t>
            </a:r>
            <a:r>
              <a:rPr lang="en-US" sz="48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music</a:t>
            </a:r>
            <a:endParaRPr dirty="0"/>
          </a:p>
          <a:p>
            <a:pPr marL="0" marR="0" lvl="0" indent="0" algn="ctr" rtl="0">
              <a:lnSpc>
                <a:spcPct val="52652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11500"/>
              <a:buFont typeface="Calibri"/>
              <a:buNone/>
            </a:pPr>
            <a:r>
              <a:rPr lang="en-US" sz="11500" b="0" i="0" u="none" strike="noStrike" cap="none" dirty="0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5046" b="0" i="0" u="none" strike="noStrike" cap="none" dirty="0">
              <a:solidFill>
                <a:srgbClr val="2E2F3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7" name="Google Shape;167;p7" descr="A picture containing schematic&#10;&#10;Description automatically generated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887839" y="2702140"/>
            <a:ext cx="5824763" cy="582476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68" name="Google Shape;168;p7"/>
          <p:cNvSpPr txBox="1"/>
          <p:nvPr/>
        </p:nvSpPr>
        <p:spPr>
          <a:xfrm>
            <a:off x="733923" y="3675821"/>
            <a:ext cx="7438527" cy="1764586"/>
          </a:xfrm>
          <a:prstGeom prst="rect">
            <a:avLst/>
          </a:prstGeom>
          <a:solidFill>
            <a:srgbClr val="E5DFE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SimSun"/>
              <a:buNone/>
            </a:pPr>
            <a:r>
              <a:rPr lang="en-US" sz="4800" b="0" i="0" u="none" strike="noStrike" cap="none" dirty="0" err="1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tīnɡ</a:t>
            </a:r>
            <a:r>
              <a:rPr lang="en-US" sz="4800" b="0" i="0" u="none" strike="noStrike" cap="none" dirty="0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 </a:t>
            </a:r>
            <a:r>
              <a:rPr lang="en-US" sz="4800" b="0" i="0" u="none" strike="noStrike" cap="none" dirty="0" err="1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yīnyuè</a:t>
            </a:r>
            <a:endParaRPr lang="en-US" sz="5046" dirty="0">
              <a:solidFill>
                <a:srgbClr val="2E2F30"/>
              </a:solidFill>
              <a:latin typeface="Calibri"/>
              <a:ea typeface="SimSun"/>
              <a:cs typeface="Calibri"/>
              <a:sym typeface="Calibri"/>
            </a:endParaRPr>
          </a:p>
          <a:p>
            <a:pPr marL="0" marR="0" lvl="0" indent="0" algn="l" rtl="0">
              <a:lnSpc>
                <a:spcPts val="8000"/>
              </a:lnSpc>
              <a:spcAft>
                <a:spcPts val="0"/>
              </a:spcAft>
              <a:buClr>
                <a:srgbClr val="000000"/>
              </a:buClr>
              <a:buSzPts val="4800"/>
              <a:buFont typeface="SimSun"/>
              <a:buNone/>
            </a:pPr>
            <a:r>
              <a:rPr lang="en-US" sz="5046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听   </a:t>
            </a:r>
            <a:r>
              <a:rPr lang="en-US" sz="5046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音乐</a:t>
            </a:r>
            <a:r>
              <a:rPr lang="en-US" sz="5046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   </a:t>
            </a:r>
            <a:r>
              <a:rPr lang="en-US" sz="5046" b="0" i="0" u="none" strike="noStrike" cap="none" dirty="0">
                <a:solidFill>
                  <a:srgbClr val="2E2F3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listen </a:t>
            </a:r>
            <a:r>
              <a:rPr lang="en-US" sz="4800" b="0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music</a:t>
            </a:r>
            <a:r>
              <a:rPr lang="en-US" sz="11500" b="0" i="0" u="none" strike="noStrike" cap="none" dirty="0">
                <a:solidFill>
                  <a:srgbClr val="2E2F3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 </a:t>
            </a:r>
            <a:endParaRPr sz="5046" b="0" i="0" u="none" strike="noStrike" cap="none" dirty="0">
              <a:solidFill>
                <a:srgbClr val="2E2F30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2" name="Google Shape;168;p7">
            <a:extLst>
              <a:ext uri="{FF2B5EF4-FFF2-40B4-BE49-F238E27FC236}">
                <a16:creationId xmlns:a16="http://schemas.microsoft.com/office/drawing/2014/main" id="{162DC025-AA33-CD13-D783-525FAFB4A446}"/>
              </a:ext>
            </a:extLst>
          </p:cNvPr>
          <p:cNvSpPr txBox="1"/>
          <p:nvPr/>
        </p:nvSpPr>
        <p:spPr>
          <a:xfrm>
            <a:off x="808570" y="6715085"/>
            <a:ext cx="7438527" cy="2051844"/>
          </a:xfrm>
          <a:prstGeom prst="rect">
            <a:avLst/>
          </a:prstGeom>
          <a:solidFill>
            <a:srgbClr val="E5DFE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ts val="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SimSun"/>
              <a:buNone/>
            </a:pPr>
            <a:r>
              <a:rPr lang="en-US" sz="4800" b="0" i="0" u="none" strike="noStrike" cap="none" dirty="0" err="1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tīnɡ</a:t>
            </a:r>
            <a:r>
              <a:rPr lang="en-US" sz="4800" b="0" i="0" u="none" strike="noStrike" cap="none" dirty="0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 </a:t>
            </a:r>
            <a:r>
              <a:rPr lang="en-US" altLang="zh-CN" sz="4800" b="0" i="0" u="none" strike="noStrike" cap="none" dirty="0" err="1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gē</a:t>
            </a:r>
            <a:endParaRPr lang="en-US" altLang="zh-CN" sz="4800" b="0" i="0" u="none" strike="noStrike" cap="none" dirty="0">
              <a:solidFill>
                <a:srgbClr val="000000"/>
              </a:solidFill>
              <a:latin typeface="SimSun"/>
              <a:ea typeface="SimSun"/>
              <a:cs typeface="SimSun"/>
              <a:sym typeface="SimSun"/>
            </a:endParaRPr>
          </a:p>
          <a:p>
            <a:pPr marL="0" marR="0" lvl="0" indent="0" algn="l" rtl="0">
              <a:lnSpc>
                <a:spcPts val="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SimSun"/>
              <a:buNone/>
            </a:pPr>
            <a:r>
              <a:rPr lang="en-US" sz="5046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听  </a:t>
            </a:r>
            <a:r>
              <a:rPr lang="zh-CN" altLang="en-US" sz="5046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歌</a:t>
            </a:r>
            <a:r>
              <a:rPr lang="en-US" sz="5046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  </a:t>
            </a:r>
            <a:r>
              <a:rPr lang="en-US" sz="5046" b="0" i="0" u="none" strike="noStrike" cap="none" dirty="0">
                <a:solidFill>
                  <a:srgbClr val="2E2F3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listen </a:t>
            </a:r>
            <a:r>
              <a:rPr lang="en-US" sz="4800" b="0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music</a:t>
            </a:r>
            <a:r>
              <a:rPr lang="en-US" sz="11500" b="0" i="0" u="none" strike="noStrike" cap="none" dirty="0">
                <a:solidFill>
                  <a:srgbClr val="2E2F3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 </a:t>
            </a:r>
            <a:endParaRPr sz="5046" b="0" i="0" u="none" strike="noStrike" cap="none" dirty="0">
              <a:solidFill>
                <a:srgbClr val="2E2F30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Google Shape;173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3003918">
            <a:off x="-2517347" y="-2809284"/>
            <a:ext cx="6210571" cy="58981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3003918">
            <a:off x="13037333" y="8909904"/>
            <a:ext cx="6210571" cy="58981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7930059">
            <a:off x="11443997" y="8685982"/>
            <a:ext cx="3552430" cy="376461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6" name="Google Shape;176;p8"/>
          <p:cNvGrpSpPr/>
          <p:nvPr/>
        </p:nvGrpSpPr>
        <p:grpSpPr>
          <a:xfrm>
            <a:off x="9525000" y="571500"/>
            <a:ext cx="8091423" cy="1614561"/>
            <a:chOff x="-2641600" y="-372432"/>
            <a:chExt cx="10788564" cy="2152748"/>
          </a:xfrm>
        </p:grpSpPr>
        <p:sp>
          <p:nvSpPr>
            <p:cNvPr id="177" name="Google Shape;177;p8"/>
            <p:cNvSpPr txBox="1"/>
            <p:nvPr/>
          </p:nvSpPr>
          <p:spPr>
            <a:xfrm>
              <a:off x="-2641600" y="-372432"/>
              <a:ext cx="8146963" cy="10100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r" rtl="0">
                <a:lnSpc>
                  <a:spcPct val="119996"/>
                </a:lnSpc>
                <a:spcBef>
                  <a:spcPts val="0"/>
                </a:spcBef>
                <a:spcAft>
                  <a:spcPts val="0"/>
                </a:spcAft>
                <a:buClr>
                  <a:srgbClr val="2E2F30"/>
                </a:buClr>
                <a:buSzPts val="5046"/>
                <a:buFont typeface="Calibri"/>
                <a:buNone/>
              </a:pPr>
              <a:r>
                <a:rPr lang="en-US" sz="5046" b="0" i="0" u="none" strike="noStrike" cap="none">
                  <a:solidFill>
                    <a:srgbClr val="2E2F30"/>
                  </a:solidFill>
                  <a:latin typeface="Calibri"/>
                  <a:ea typeface="Calibri"/>
                  <a:cs typeface="Calibri"/>
                  <a:sym typeface="Calibri"/>
                </a:rPr>
                <a:t>生词 New words</a:t>
              </a:r>
              <a:endParaRPr sz="5046" b="0" i="0" u="none" strike="noStrike" cap="none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78" name="Google Shape;178;p8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5750658" y="0"/>
              <a:ext cx="2396306" cy="178031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79" name="Google Shape;179;p8"/>
          <p:cNvSpPr txBox="1"/>
          <p:nvPr/>
        </p:nvSpPr>
        <p:spPr>
          <a:xfrm>
            <a:off x="2034623" y="1283679"/>
            <a:ext cx="8296242" cy="2800447"/>
          </a:xfrm>
          <a:prstGeom prst="rect">
            <a:avLst/>
          </a:prstGeom>
          <a:solidFill>
            <a:srgbClr val="E5DFE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9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46"/>
              <a:buFont typeface="Calibri"/>
              <a:buNone/>
            </a:pPr>
            <a:endParaRPr sz="5046" b="0" i="0" u="none" strike="noStrike" cap="none" dirty="0">
              <a:solidFill>
                <a:srgbClr val="2E2F3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12129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5046"/>
              <a:buFont typeface="Calibri"/>
              <a:buNone/>
            </a:pPr>
            <a:r>
              <a:rPr lang="en-US" sz="5046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但是</a:t>
            </a:r>
            <a:r>
              <a:rPr lang="en-US" sz="5046" b="0" i="0" u="none" strike="noStrike" cap="none" dirty="0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rPr>
              <a:t> conj. </a:t>
            </a:r>
            <a:r>
              <a:rPr lang="en-US" sz="5400" b="0" i="0" u="none" strike="noStrike" cap="none" dirty="0" err="1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dànshì</a:t>
            </a:r>
            <a:r>
              <a:rPr lang="en-US" sz="5400" b="0" i="0" u="none" strike="noStrike" cap="none" dirty="0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 </a:t>
            </a:r>
            <a:r>
              <a:rPr lang="en-US" sz="48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but</a:t>
            </a:r>
            <a:endParaRPr dirty="0"/>
          </a:p>
          <a:p>
            <a:pPr marL="0" marR="0" lvl="0" indent="0" algn="ctr" rtl="0">
              <a:lnSpc>
                <a:spcPct val="52652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11500"/>
              <a:buFont typeface="Calibri"/>
              <a:buNone/>
            </a:pPr>
            <a:r>
              <a:rPr lang="en-US" sz="11500" b="0" i="0" u="none" strike="noStrike" cap="none" dirty="0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5046" b="0" i="0" u="none" strike="noStrike" cap="none" dirty="0">
              <a:solidFill>
                <a:srgbClr val="2E2F3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8"/>
          <p:cNvSpPr txBox="1"/>
          <p:nvPr/>
        </p:nvSpPr>
        <p:spPr>
          <a:xfrm>
            <a:off x="5562600" y="5067300"/>
            <a:ext cx="12053824" cy="2725874"/>
          </a:xfrm>
          <a:prstGeom prst="rect">
            <a:avLst/>
          </a:prstGeom>
          <a:solidFill>
            <a:srgbClr val="FDE9D8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rtl="0">
              <a:lnSpc>
                <a:spcPct val="119996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5046"/>
              <a:buFont typeface="Calibri"/>
              <a:buNone/>
            </a:pPr>
            <a:r>
              <a:rPr lang="en-US" sz="36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   </a:t>
            </a:r>
            <a:r>
              <a:rPr lang="en-US" sz="36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Wǒ</a:t>
            </a:r>
            <a:r>
              <a:rPr lang="en-US" sz="36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36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xiǎnɡ</a:t>
            </a:r>
            <a:r>
              <a:rPr lang="en-US" sz="36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36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qù</a:t>
            </a:r>
            <a:r>
              <a:rPr lang="en-US" sz="36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 </a:t>
            </a:r>
            <a:r>
              <a:rPr lang="en-US" sz="36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dànshì</a:t>
            </a:r>
            <a:r>
              <a:rPr lang="en-US" sz="36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36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wǒ</a:t>
            </a:r>
            <a:r>
              <a:rPr lang="en-US" sz="36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36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bú</a:t>
            </a:r>
            <a:r>
              <a:rPr lang="en-US" sz="36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36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huì</a:t>
            </a:r>
            <a:r>
              <a:rPr lang="en-US" sz="3600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36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dǎ</a:t>
            </a:r>
            <a:r>
              <a:rPr lang="en-US" sz="36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36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lánqiú</a:t>
            </a:r>
            <a:r>
              <a:rPr lang="en-US" sz="36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. </a:t>
            </a:r>
            <a:endParaRPr sz="3600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marL="0" marR="0" lvl="0" indent="0" algn="l" rtl="0">
              <a:lnSpc>
                <a:spcPct val="119996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5046"/>
              <a:buFont typeface="Calibri"/>
              <a:buNone/>
            </a:pPr>
            <a:r>
              <a:rPr lang="en-US" sz="5046" b="0" i="0" u="none" strike="noStrike" cap="none" dirty="0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rPr>
              <a:t>     </a:t>
            </a:r>
            <a:r>
              <a:rPr lang="en-US" sz="5046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我 想 </a:t>
            </a:r>
            <a:r>
              <a:rPr lang="en-US" sz="5046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去，但是</a:t>
            </a:r>
            <a:r>
              <a:rPr lang="en-US" sz="5046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5046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我不会</a:t>
            </a:r>
            <a:r>
              <a:rPr lang="en-US" sz="5046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5046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打篮球</a:t>
            </a:r>
            <a:r>
              <a:rPr lang="en-US" sz="5046" b="0" i="0" u="none" strike="noStrike" cap="none" dirty="0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rPr>
              <a:t>。</a:t>
            </a:r>
            <a:endParaRPr sz="5046" b="0" i="0" u="none" strike="noStrike" cap="none" dirty="0">
              <a:solidFill>
                <a:srgbClr val="2E2F3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52652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5046"/>
              <a:buFont typeface="Times New Roman"/>
              <a:buNone/>
            </a:pPr>
            <a:endParaRPr lang="en-US" sz="5046" b="0" i="0" u="none" strike="noStrike" cap="none" dirty="0">
              <a:solidFill>
                <a:srgbClr val="2E2F3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rtl="0">
              <a:lnSpc>
                <a:spcPct val="52652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5046"/>
              <a:buFont typeface="Times New Roman"/>
              <a:buNone/>
            </a:pPr>
            <a:r>
              <a:rPr lang="en-US" sz="4400" b="0" i="0" u="none" strike="noStrike" cap="none" dirty="0">
                <a:solidFill>
                  <a:srgbClr val="2E2F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 want to go but I </a:t>
            </a:r>
            <a:r>
              <a:rPr lang="en-US" sz="4400" dirty="0">
                <a:solidFill>
                  <a:srgbClr val="2E2F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don’t know how to</a:t>
            </a:r>
            <a:r>
              <a:rPr lang="en-US" sz="4400" b="0" i="0" u="none" strike="noStrike" cap="none" dirty="0">
                <a:solidFill>
                  <a:srgbClr val="2E2F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play basketball.</a:t>
            </a:r>
            <a:r>
              <a:rPr lang="en-US" sz="8800" b="0" i="0" u="none" strike="noStrike" cap="none" dirty="0">
                <a:solidFill>
                  <a:srgbClr val="2E2F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4400" b="0" i="0" u="none" strike="noStrike" cap="none" dirty="0">
              <a:solidFill>
                <a:srgbClr val="2E2F3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81" name="Google Shape;181;p8" descr="A picture containing text&#10;&#10;Description automatically generated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08614" y="3467100"/>
            <a:ext cx="4521090" cy="4521090"/>
          </a:xfrm>
          <a:prstGeom prst="rect">
            <a:avLst/>
          </a:prstGeom>
          <a:noFill/>
          <a:ln>
            <a:noFill/>
          </a:ln>
          <a:effectLst>
            <a:outerShdw blurRad="50800" dist="38100" dir="5400000" algn="t" rotWithShape="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3003918">
            <a:off x="-2517347" y="-2809284"/>
            <a:ext cx="6210571" cy="58981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3003918">
            <a:off x="13037333" y="8909904"/>
            <a:ext cx="6210571" cy="58981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7930059">
            <a:off x="11443997" y="8685982"/>
            <a:ext cx="3552430" cy="3764617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9"/>
          <p:cNvSpPr txBox="1"/>
          <p:nvPr/>
        </p:nvSpPr>
        <p:spPr>
          <a:xfrm>
            <a:off x="1201831" y="1518441"/>
            <a:ext cx="7105821" cy="2798138"/>
          </a:xfrm>
          <a:prstGeom prst="rect">
            <a:avLst/>
          </a:prstGeom>
          <a:solidFill>
            <a:srgbClr val="E5DFE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1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endParaRPr sz="4000" b="0" i="0" u="none" strike="noStrike" cap="none" dirty="0">
              <a:solidFill>
                <a:srgbClr val="2E2F3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12129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5046"/>
              <a:buFont typeface="Calibri"/>
              <a:buNone/>
            </a:pPr>
            <a:r>
              <a:rPr lang="en-US" sz="5046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跟</a:t>
            </a:r>
            <a:r>
              <a:rPr lang="en-US" sz="5046" b="0" i="0" u="none" strike="noStrike" cap="none" dirty="0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rPr>
              <a:t> prep. </a:t>
            </a:r>
            <a:r>
              <a:rPr lang="en-US" sz="5400" b="0" i="0" u="none" strike="noStrike" cap="none" dirty="0" err="1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ɡēn</a:t>
            </a:r>
            <a:r>
              <a:rPr lang="en-US" sz="5400" b="0" i="0" u="none" strike="noStrike" cap="none" dirty="0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 </a:t>
            </a:r>
            <a:r>
              <a:rPr lang="en-US" sz="48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with</a:t>
            </a:r>
            <a:endParaRPr dirty="0"/>
          </a:p>
          <a:p>
            <a:pPr marL="0" marR="0" lvl="0" indent="0" algn="ctr" rtl="0">
              <a:lnSpc>
                <a:spcPct val="52652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11500"/>
              <a:buFont typeface="Calibri"/>
              <a:buNone/>
            </a:pPr>
            <a:r>
              <a:rPr lang="en-US" sz="11500" b="0" i="0" u="none" strike="noStrike" cap="none" dirty="0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5046" b="0" i="0" u="none" strike="noStrike" cap="none" dirty="0">
              <a:solidFill>
                <a:srgbClr val="2E2F3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9"/>
          <p:cNvSpPr txBox="1"/>
          <p:nvPr/>
        </p:nvSpPr>
        <p:spPr>
          <a:xfrm>
            <a:off x="8764943" y="1518442"/>
            <a:ext cx="8296242" cy="2800447"/>
          </a:xfrm>
          <a:prstGeom prst="rect">
            <a:avLst/>
          </a:prstGeom>
          <a:solidFill>
            <a:srgbClr val="FDE9D8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9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46"/>
              <a:buFont typeface="Calibri"/>
              <a:buNone/>
            </a:pPr>
            <a:endParaRPr sz="5046" b="0" i="0" u="none" strike="noStrike" cap="none" dirty="0">
              <a:solidFill>
                <a:srgbClr val="2E2F3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12129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5046"/>
              <a:buFont typeface="Calibri"/>
              <a:buNone/>
            </a:pPr>
            <a:r>
              <a:rPr lang="en-US" sz="5046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一起</a:t>
            </a:r>
            <a:r>
              <a:rPr lang="en-US" sz="5046" b="0" i="0" u="none" strike="noStrike" cap="none" dirty="0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rPr>
              <a:t> prep. </a:t>
            </a:r>
            <a:r>
              <a:rPr lang="en-US" sz="5400" b="0" i="0" u="none" strike="noStrike" cap="none" dirty="0" err="1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yìqǐ</a:t>
            </a:r>
            <a:r>
              <a:rPr lang="en-US" sz="5400" b="0" i="0" u="none" strike="noStrike" cap="none" dirty="0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 </a:t>
            </a:r>
            <a:r>
              <a:rPr lang="en-US" sz="48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together</a:t>
            </a:r>
            <a:endParaRPr dirty="0"/>
          </a:p>
          <a:p>
            <a:pPr marL="0" marR="0" lvl="0" indent="0" algn="ctr" rtl="0">
              <a:lnSpc>
                <a:spcPct val="52652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11500"/>
              <a:buFont typeface="Calibri"/>
              <a:buNone/>
            </a:pPr>
            <a:r>
              <a:rPr lang="en-US" sz="11500" b="0" i="0" u="none" strike="noStrike" cap="none" dirty="0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5046" b="0" i="0" u="none" strike="noStrike" cap="none" dirty="0">
              <a:solidFill>
                <a:srgbClr val="2E2F3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91" name="Google Shape;191;p9"/>
          <p:cNvGrpSpPr/>
          <p:nvPr/>
        </p:nvGrpSpPr>
        <p:grpSpPr>
          <a:xfrm>
            <a:off x="9525000" y="571500"/>
            <a:ext cx="8091423" cy="1614561"/>
            <a:chOff x="-2641600" y="-372432"/>
            <a:chExt cx="10788564" cy="2152748"/>
          </a:xfrm>
        </p:grpSpPr>
        <p:sp>
          <p:nvSpPr>
            <p:cNvPr id="192" name="Google Shape;192;p9"/>
            <p:cNvSpPr txBox="1"/>
            <p:nvPr/>
          </p:nvSpPr>
          <p:spPr>
            <a:xfrm>
              <a:off x="-2641600" y="-372432"/>
              <a:ext cx="8146963" cy="10100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r" rtl="0">
                <a:lnSpc>
                  <a:spcPct val="119996"/>
                </a:lnSpc>
                <a:spcBef>
                  <a:spcPts val="0"/>
                </a:spcBef>
                <a:spcAft>
                  <a:spcPts val="0"/>
                </a:spcAft>
                <a:buClr>
                  <a:srgbClr val="2E2F30"/>
                </a:buClr>
                <a:buSzPts val="5046"/>
                <a:buFont typeface="Calibri"/>
                <a:buNone/>
              </a:pPr>
              <a:r>
                <a:rPr lang="en-US" sz="5046" b="0" i="0" u="none" strike="noStrike" cap="none">
                  <a:solidFill>
                    <a:srgbClr val="2E2F30"/>
                  </a:solidFill>
                  <a:latin typeface="Calibri"/>
                  <a:ea typeface="Calibri"/>
                  <a:cs typeface="Calibri"/>
                  <a:sym typeface="Calibri"/>
                </a:rPr>
                <a:t>生词 New words</a:t>
              </a:r>
              <a:endParaRPr sz="5046" b="0" i="0" u="none" strike="noStrike" cap="none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93" name="Google Shape;193;p9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5750658" y="0"/>
              <a:ext cx="2396306" cy="178031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4" name="Google Shape;194;p9"/>
          <p:cNvSpPr txBox="1"/>
          <p:nvPr/>
        </p:nvSpPr>
        <p:spPr>
          <a:xfrm>
            <a:off x="2239953" y="4584133"/>
            <a:ext cx="13902665" cy="2540567"/>
          </a:xfrm>
          <a:prstGeom prst="rect">
            <a:avLst/>
          </a:prstGeom>
          <a:solidFill>
            <a:srgbClr val="C2D59B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9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46"/>
              <a:buFont typeface="Calibri"/>
              <a:buNone/>
            </a:pPr>
            <a:endParaRPr sz="5046" b="0" i="0" u="none" strike="noStrike" cap="none">
              <a:solidFill>
                <a:srgbClr val="2E2F3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19996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5046"/>
              <a:buFont typeface="Times New Roman"/>
              <a:buNone/>
            </a:pPr>
            <a:r>
              <a:rPr lang="en-US" sz="5046" b="1" i="0" u="none" strike="noStrike" cap="none">
                <a:solidFill>
                  <a:srgbClr val="2E2F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Subject 1 + </a:t>
            </a:r>
            <a:r>
              <a:rPr lang="en-US" sz="5046" b="1" i="0" u="none" strike="noStrike" cap="none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rPr>
              <a:t>跟 </a:t>
            </a:r>
            <a:r>
              <a:rPr lang="en-US" sz="5046" b="1" i="0" u="none" strike="noStrike" cap="none">
                <a:solidFill>
                  <a:srgbClr val="2E2F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Subject 2 + </a:t>
            </a:r>
            <a:r>
              <a:rPr lang="en-US" sz="5046" b="1" i="0" u="none" strike="noStrike" cap="none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rPr>
              <a:t>一起 </a:t>
            </a:r>
            <a:r>
              <a:rPr lang="en-US" sz="5046" b="1" i="0" u="none" strike="noStrike" cap="none">
                <a:solidFill>
                  <a:srgbClr val="2E2F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Do something </a:t>
            </a:r>
            <a:endParaRPr/>
          </a:p>
          <a:p>
            <a:pPr marL="0" marR="0" lvl="0" indent="0" algn="ctr" rtl="0">
              <a:lnSpc>
                <a:spcPct val="52652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11500"/>
              <a:buFont typeface="Calibri"/>
              <a:buNone/>
            </a:pPr>
            <a:r>
              <a:rPr lang="en-US" sz="11500" b="0" i="0" u="none" strike="noStrike" cap="none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5046" b="0" i="0" u="none" strike="noStrike" cap="none">
              <a:solidFill>
                <a:srgbClr val="2E2F3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5" name="Google Shape;195;p9" descr="A picture containing text&#10;&#10;Description automatically generated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601196" y="450839"/>
            <a:ext cx="1706456" cy="170645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9" descr="A picture containing text&#10;&#10;Description automatically generated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5707846" y="3243666"/>
            <a:ext cx="1899834" cy="1899834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9"/>
          <p:cNvSpPr txBox="1"/>
          <p:nvPr/>
        </p:nvSpPr>
        <p:spPr>
          <a:xfrm>
            <a:off x="2057400" y="6676785"/>
            <a:ext cx="14356830" cy="3346044"/>
          </a:xfrm>
          <a:prstGeom prst="rect">
            <a:avLst/>
          </a:prstGeom>
          <a:solidFill>
            <a:srgbClr val="EAF1DD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rtl="0">
              <a:lnSpc>
                <a:spcPct val="151375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000"/>
              <a:buFont typeface="Calibri"/>
              <a:buNone/>
            </a:pPr>
            <a:r>
              <a:rPr lang="en-US" sz="3600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“</a:t>
            </a:r>
            <a:r>
              <a:rPr lang="en-US" sz="3600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跟”的意思与</a:t>
            </a:r>
            <a:r>
              <a:rPr lang="en-US" sz="3600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"with" </a:t>
            </a:r>
            <a:r>
              <a:rPr lang="en-US" sz="3600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相近</a:t>
            </a:r>
            <a:r>
              <a:rPr lang="en-US" sz="3600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，“</a:t>
            </a:r>
            <a:r>
              <a:rPr lang="en-US" sz="3600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一起</a:t>
            </a:r>
            <a:r>
              <a:rPr lang="en-US" sz="3600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” </a:t>
            </a:r>
            <a:r>
              <a:rPr lang="en-US" sz="3600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的意思就是</a:t>
            </a:r>
            <a:r>
              <a:rPr lang="en-US" sz="3600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"together"。</a:t>
            </a:r>
            <a:endParaRPr sz="3600" dirty="0">
              <a:solidFill>
                <a:srgbClr val="2E2F30"/>
              </a:solidFill>
              <a:latin typeface="SimSun" panose="02010600030101010101" pitchFamily="2" charset="-122"/>
              <a:ea typeface="SimSun" panose="02010600030101010101" pitchFamily="2" charset="-122"/>
              <a:cs typeface="Calibri"/>
            </a:endParaRPr>
          </a:p>
          <a:p>
            <a:pPr marL="0" marR="0" lvl="0" indent="0" rtl="0">
              <a:lnSpc>
                <a:spcPct val="151375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000"/>
              <a:buFont typeface="Calibri"/>
              <a:buNone/>
            </a:pPr>
            <a:r>
              <a:rPr lang="en-US" sz="3600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The structure of “……跟……</a:t>
            </a:r>
            <a:r>
              <a:rPr lang="en-US" sz="3600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一起</a:t>
            </a:r>
            <a:r>
              <a:rPr lang="en-US" sz="3600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……” consists of two words, which are "跟" which means "with" and "</a:t>
            </a:r>
            <a:r>
              <a:rPr lang="en-US" sz="3600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一起</a:t>
            </a:r>
            <a:r>
              <a:rPr lang="en-US" sz="3600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” which means "together". </a:t>
            </a:r>
            <a:endParaRPr sz="3600" dirty="0">
              <a:solidFill>
                <a:srgbClr val="2E2F30"/>
              </a:solidFill>
              <a:latin typeface="SimSun" panose="02010600030101010101" pitchFamily="2" charset="-122"/>
              <a:ea typeface="SimSun" panose="02010600030101010101" pitchFamily="2" charset="-122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2" name="Google Shape;202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3003918">
            <a:off x="-2517347" y="-2809284"/>
            <a:ext cx="6210571" cy="589812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1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3003918">
            <a:off x="13037333" y="8909904"/>
            <a:ext cx="6210571" cy="589812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1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7930059">
            <a:off x="11443997" y="8685982"/>
            <a:ext cx="3552430" cy="3764617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10"/>
          <p:cNvSpPr txBox="1"/>
          <p:nvPr/>
        </p:nvSpPr>
        <p:spPr>
          <a:xfrm>
            <a:off x="1921300" y="326025"/>
            <a:ext cx="13902665" cy="2302875"/>
          </a:xfrm>
          <a:prstGeom prst="rect">
            <a:avLst/>
          </a:prstGeom>
          <a:solidFill>
            <a:srgbClr val="B2A0C7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9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46"/>
              <a:buFont typeface="Calibri"/>
              <a:buNone/>
            </a:pPr>
            <a:endParaRPr sz="5046" b="0" i="0" u="none" strike="noStrike" cap="none">
              <a:solidFill>
                <a:srgbClr val="2E2F3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19996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46"/>
              <a:buFont typeface="Times New Roman"/>
              <a:buNone/>
            </a:pPr>
            <a:r>
              <a:rPr lang="en-US" sz="5046" b="1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Subject 1 + </a:t>
            </a:r>
            <a:r>
              <a:rPr lang="en-US" sz="5046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跟 </a:t>
            </a:r>
            <a:r>
              <a:rPr lang="en-US" sz="5046" b="1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Subject 2 + </a:t>
            </a:r>
            <a:r>
              <a:rPr lang="en-US" sz="5046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一起 </a:t>
            </a:r>
            <a:r>
              <a:rPr lang="en-US" sz="5046" b="1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Do something </a:t>
            </a:r>
            <a:endParaRPr/>
          </a:p>
          <a:p>
            <a:pPr marL="0" marR="0" lvl="0" indent="0" algn="ctr" rtl="0">
              <a:lnSpc>
                <a:spcPct val="11999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46"/>
              <a:buFont typeface="Calibri"/>
              <a:buNone/>
            </a:pPr>
            <a:endParaRPr sz="5046" b="1" i="0" u="none" strike="noStrike" cap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6" name="Google Shape;206;p10"/>
          <p:cNvSpPr txBox="1"/>
          <p:nvPr/>
        </p:nvSpPr>
        <p:spPr>
          <a:xfrm>
            <a:off x="4036471" y="3220941"/>
            <a:ext cx="10215057" cy="1538883"/>
          </a:xfrm>
          <a:prstGeom prst="rect">
            <a:avLst/>
          </a:prstGeom>
          <a:solidFill>
            <a:srgbClr val="E5DFE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000"/>
              <a:buFont typeface="Calibri"/>
              <a:buNone/>
            </a:pPr>
            <a:r>
              <a:rPr lang="en-US" sz="3200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Nǐ</a:t>
            </a:r>
            <a:r>
              <a:rPr lang="en-US" sz="3200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3200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ɡēn</a:t>
            </a:r>
            <a:r>
              <a:rPr lang="en-US" sz="3200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3200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wǒ</a:t>
            </a:r>
            <a:r>
              <a:rPr lang="en-US" sz="3200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3200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yìqǐ</a:t>
            </a:r>
            <a:r>
              <a:rPr lang="en-US" sz="3200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3200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qù</a:t>
            </a:r>
            <a:r>
              <a:rPr lang="en-US" sz="3200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 </a:t>
            </a:r>
            <a:r>
              <a:rPr lang="en-US" sz="3200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mɑ</a:t>
            </a:r>
            <a:r>
              <a:rPr lang="en-US" sz="3200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？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000"/>
              <a:buFont typeface="Calibri"/>
              <a:buNone/>
            </a:pPr>
            <a:r>
              <a:rPr lang="en-US" sz="4000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你 </a:t>
            </a:r>
            <a:r>
              <a:rPr lang="en-US" sz="4000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跟我</a:t>
            </a:r>
            <a:r>
              <a:rPr lang="en-US" sz="4000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4000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一起去</a:t>
            </a:r>
            <a:r>
              <a:rPr lang="en-US" sz="4000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吗？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000"/>
              <a:buFont typeface="Calibri"/>
              <a:buNone/>
            </a:pPr>
            <a:r>
              <a:rPr lang="en-US" sz="2800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Times New Roman"/>
              </a:rPr>
              <a:t>Would you like to go with me? </a:t>
            </a:r>
            <a:endParaRPr sz="2800" dirty="0">
              <a:solidFill>
                <a:srgbClr val="2E2F30"/>
              </a:solidFill>
              <a:latin typeface="SimSun" panose="02010600030101010101" pitchFamily="2" charset="-122"/>
              <a:ea typeface="SimSun" panose="02010600030101010101" pitchFamily="2" charset="-122"/>
              <a:cs typeface="Calibri"/>
              <a:sym typeface="Times New Roman"/>
            </a:endParaRPr>
          </a:p>
        </p:txBody>
      </p:sp>
      <p:sp>
        <p:nvSpPr>
          <p:cNvPr id="207" name="Google Shape;207;p10"/>
          <p:cNvSpPr txBox="1"/>
          <p:nvPr/>
        </p:nvSpPr>
        <p:spPr>
          <a:xfrm>
            <a:off x="3793834" y="4991100"/>
            <a:ext cx="10789097" cy="2043636"/>
          </a:xfrm>
          <a:prstGeom prst="rect">
            <a:avLst/>
          </a:prstGeom>
          <a:solidFill>
            <a:srgbClr val="E5DFE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000"/>
              <a:buFont typeface="Calibri"/>
              <a:buNone/>
            </a:pPr>
            <a:r>
              <a:rPr lang="en-US" sz="3600" b="0" i="0" u="none" strike="noStrike" cap="none" dirty="0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rPr>
              <a:t>      </a:t>
            </a:r>
            <a:r>
              <a:rPr lang="en-US" sz="2800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Bàbɑ</a:t>
            </a:r>
            <a:r>
              <a:rPr lang="en-US" sz="2800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 </a:t>
            </a:r>
            <a:r>
              <a:rPr lang="en-US" sz="2800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ɡēn</a:t>
            </a:r>
            <a:r>
              <a:rPr lang="en-US" sz="2800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2800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māmɑ</a:t>
            </a:r>
            <a:r>
              <a:rPr lang="en-US" sz="2800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 </a:t>
            </a:r>
            <a:r>
              <a:rPr lang="en-US" sz="2800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yìqǐ</a:t>
            </a:r>
            <a:r>
              <a:rPr lang="en-US" sz="2800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  </a:t>
            </a:r>
            <a:r>
              <a:rPr lang="en-US" sz="2800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qù</a:t>
            </a:r>
            <a:r>
              <a:rPr lang="en-US" sz="2800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2800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chāoshì</a:t>
            </a:r>
            <a:r>
              <a:rPr lang="en-US" sz="2800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2800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mǎì</a:t>
            </a:r>
            <a:r>
              <a:rPr lang="en-US" sz="2800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2800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dōnɡxi</a:t>
            </a:r>
            <a:r>
              <a:rPr lang="en-US" sz="2800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.</a:t>
            </a:r>
            <a:endParaRPr lang="en-US" sz="2800" dirty="0">
              <a:solidFill>
                <a:srgbClr val="2E2F30"/>
              </a:solidFill>
              <a:latin typeface="SimSun" panose="02010600030101010101" pitchFamily="2" charset="-122"/>
              <a:ea typeface="SimSun" panose="02010600030101010101" pitchFamily="2" charset="-122"/>
              <a:cs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000"/>
              <a:buFont typeface="Calibri"/>
              <a:buNone/>
            </a:pPr>
            <a:r>
              <a:rPr lang="en-US" sz="2800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  </a:t>
            </a:r>
            <a:r>
              <a:rPr lang="en-US" sz="3600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爸爸</a:t>
            </a:r>
            <a:r>
              <a:rPr lang="en-US" sz="3600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跟 </a:t>
            </a:r>
            <a:r>
              <a:rPr lang="en-US" sz="3600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妈妈</a:t>
            </a:r>
            <a:r>
              <a:rPr lang="en-US" sz="3600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3600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一起</a:t>
            </a:r>
            <a:r>
              <a:rPr lang="en-US" sz="3600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去  </a:t>
            </a:r>
            <a:r>
              <a:rPr lang="en-US" sz="3600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超市</a:t>
            </a:r>
            <a:r>
              <a:rPr lang="en-US" sz="3600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买  </a:t>
            </a:r>
            <a:r>
              <a:rPr lang="en-US" sz="3600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东西</a:t>
            </a:r>
            <a:r>
              <a:rPr lang="en-US" sz="3600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。</a:t>
            </a:r>
            <a:r>
              <a:rPr lang="en-US" sz="4400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 </a:t>
            </a:r>
          </a:p>
          <a:p>
            <a:pPr marL="0" marR="0" lvl="0" indent="0" algn="ctr" rtl="0">
              <a:lnSpc>
                <a:spcPct val="119996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5046"/>
              <a:buFont typeface="Calibri"/>
              <a:buNone/>
            </a:pPr>
            <a:r>
              <a:rPr lang="en-US" sz="4400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2400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Times New Roman"/>
              </a:rPr>
              <a:t>My father went with my mother to the supermarket to buy some things.</a:t>
            </a:r>
            <a:endParaRPr sz="4400" dirty="0">
              <a:solidFill>
                <a:srgbClr val="2E2F30"/>
              </a:solidFill>
              <a:latin typeface="SimSun" panose="02010600030101010101" pitchFamily="2" charset="-122"/>
              <a:ea typeface="SimSun" panose="02010600030101010101" pitchFamily="2" charset="-122"/>
              <a:cs typeface="Calibri"/>
              <a:sym typeface="Times New Roman"/>
            </a:endParaRPr>
          </a:p>
        </p:txBody>
      </p:sp>
      <p:sp>
        <p:nvSpPr>
          <p:cNvPr id="208" name="Google Shape;208;p10"/>
          <p:cNvSpPr txBox="1"/>
          <p:nvPr/>
        </p:nvSpPr>
        <p:spPr>
          <a:xfrm>
            <a:off x="3793833" y="7480144"/>
            <a:ext cx="10789097" cy="2018373"/>
          </a:xfrm>
          <a:prstGeom prst="rect">
            <a:avLst/>
          </a:prstGeom>
          <a:solidFill>
            <a:srgbClr val="E5DFE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1375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000"/>
              <a:buFont typeface="Calibri"/>
              <a:buNone/>
            </a:pPr>
            <a:r>
              <a:rPr lang="en-US" sz="3600" b="0" i="0" u="none" strike="noStrike" cap="none" dirty="0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r>
              <a:rPr lang="en-US" sz="32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Fēiyǎ</a:t>
            </a:r>
            <a:r>
              <a:rPr lang="en-US" sz="32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 </a:t>
            </a:r>
            <a:r>
              <a:rPr lang="en-US" sz="32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ɡēn</a:t>
            </a:r>
            <a:r>
              <a:rPr lang="en-US" sz="32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 </a:t>
            </a:r>
            <a:r>
              <a:rPr lang="en-US" sz="32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pénɡyou</a:t>
            </a:r>
            <a:r>
              <a:rPr lang="en-US" sz="32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 </a:t>
            </a:r>
            <a:r>
              <a:rPr lang="en-US" sz="32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yìqǐkàn</a:t>
            </a:r>
            <a:r>
              <a:rPr lang="en-US" sz="32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32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diànyǐnɡ</a:t>
            </a:r>
            <a:r>
              <a:rPr lang="en-US" sz="32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.</a:t>
            </a:r>
            <a:endParaRPr sz="3200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marL="0" marR="0" lvl="0" indent="0" algn="l" rtl="0">
              <a:lnSpc>
                <a:spcPct val="119996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5046"/>
              <a:buFont typeface="Calibri"/>
              <a:buNone/>
            </a:pPr>
            <a:r>
              <a:rPr lang="en-US" sz="32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 </a:t>
            </a:r>
            <a:r>
              <a:rPr lang="en-US" sz="32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菲雅</a:t>
            </a:r>
            <a:r>
              <a:rPr lang="en-US" sz="32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  </a:t>
            </a:r>
            <a:r>
              <a:rPr lang="en-US" sz="3200" b="0" i="0" u="none" strike="noStrike" cap="none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跟 </a:t>
            </a:r>
            <a:r>
              <a:rPr lang="en-US" sz="32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  </a:t>
            </a:r>
            <a:r>
              <a:rPr lang="en-US" sz="32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朋友</a:t>
            </a:r>
            <a:r>
              <a:rPr lang="en-US" sz="32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  </a:t>
            </a:r>
            <a:r>
              <a:rPr lang="en-US" sz="3200" b="0" i="0" u="none" strike="noStrike" cap="none" dirty="0" err="1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一起</a:t>
            </a:r>
            <a:r>
              <a:rPr lang="en-US" sz="32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看  </a:t>
            </a:r>
            <a:r>
              <a:rPr lang="en-US" sz="32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电影</a:t>
            </a:r>
            <a:r>
              <a:rPr lang="en-US" sz="32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。</a:t>
            </a:r>
            <a:r>
              <a:rPr lang="en-US" sz="3200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</a:p>
          <a:p>
            <a:pPr marL="0" marR="0" lvl="0" indent="0" algn="l" rtl="0">
              <a:lnSpc>
                <a:spcPct val="119996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5046"/>
              <a:buFont typeface="Calibri"/>
              <a:buNone/>
            </a:pPr>
            <a:r>
              <a:rPr lang="en-US" sz="32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   </a:t>
            </a:r>
            <a:r>
              <a:rPr lang="en-US" sz="3200" b="0" i="0" u="none" strike="noStrike" cap="none" dirty="0">
                <a:solidFill>
                  <a:schemeClr val="dk1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/>
                <a:sym typeface="Times New Roman"/>
              </a:rPr>
              <a:t>Frey went with her friend to watch a movie.</a:t>
            </a:r>
            <a:endParaRPr sz="3200" b="0" i="0" u="none" strike="noStrike" cap="none" dirty="0">
              <a:solidFill>
                <a:srgbClr val="2E2F30"/>
              </a:solidFill>
              <a:latin typeface="SimSun" panose="02010600030101010101" pitchFamily="2" charset="-122"/>
              <a:ea typeface="SimSun" panose="02010600030101010101" pitchFamily="2" charset="-122"/>
              <a:cs typeface="Times New Roman"/>
              <a:sym typeface="Times New Roman"/>
            </a:endParaRPr>
          </a:p>
        </p:txBody>
      </p:sp>
      <p:sp>
        <p:nvSpPr>
          <p:cNvPr id="209" name="Google Shape;209;p10"/>
          <p:cNvSpPr/>
          <p:nvPr/>
        </p:nvSpPr>
        <p:spPr>
          <a:xfrm>
            <a:off x="2743200" y="3169402"/>
            <a:ext cx="1291652" cy="1291652"/>
          </a:xfrm>
          <a:prstGeom prst="ellipse">
            <a:avLst/>
          </a:prstGeom>
          <a:solidFill>
            <a:srgbClr val="FFD85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66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10"/>
          <p:cNvSpPr/>
          <p:nvPr/>
        </p:nvSpPr>
        <p:spPr>
          <a:xfrm>
            <a:off x="2743200" y="5538559"/>
            <a:ext cx="1291652" cy="1291652"/>
          </a:xfrm>
          <a:prstGeom prst="ellipse">
            <a:avLst/>
          </a:prstGeom>
          <a:solidFill>
            <a:srgbClr val="FFD85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66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10"/>
          <p:cNvSpPr/>
          <p:nvPr/>
        </p:nvSpPr>
        <p:spPr>
          <a:xfrm>
            <a:off x="2743200" y="7907716"/>
            <a:ext cx="1291652" cy="1291652"/>
          </a:xfrm>
          <a:prstGeom prst="ellipse">
            <a:avLst/>
          </a:prstGeom>
          <a:solidFill>
            <a:srgbClr val="FFD85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66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Google Shape;216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3003918">
            <a:off x="-2517347" y="-2809284"/>
            <a:ext cx="6210571" cy="589812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1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3003918">
            <a:off x="13037333" y="8909904"/>
            <a:ext cx="6210571" cy="589812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1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7930059">
            <a:off x="11443997" y="8685982"/>
            <a:ext cx="3552430" cy="376461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9" name="Google Shape;219;p11"/>
          <p:cNvGrpSpPr/>
          <p:nvPr/>
        </p:nvGrpSpPr>
        <p:grpSpPr>
          <a:xfrm>
            <a:off x="9525000" y="571500"/>
            <a:ext cx="8091423" cy="1614561"/>
            <a:chOff x="-2641600" y="-372432"/>
            <a:chExt cx="10788564" cy="2152748"/>
          </a:xfrm>
        </p:grpSpPr>
        <p:sp>
          <p:nvSpPr>
            <p:cNvPr id="220" name="Google Shape;220;p11"/>
            <p:cNvSpPr txBox="1"/>
            <p:nvPr/>
          </p:nvSpPr>
          <p:spPr>
            <a:xfrm>
              <a:off x="-2641600" y="-372432"/>
              <a:ext cx="8146963" cy="10100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r" rtl="0">
                <a:lnSpc>
                  <a:spcPct val="119996"/>
                </a:lnSpc>
                <a:spcBef>
                  <a:spcPts val="0"/>
                </a:spcBef>
                <a:spcAft>
                  <a:spcPts val="0"/>
                </a:spcAft>
                <a:buClr>
                  <a:srgbClr val="2E2F30"/>
                </a:buClr>
                <a:buSzPts val="5046"/>
                <a:buFont typeface="Calibri"/>
                <a:buNone/>
              </a:pPr>
              <a:r>
                <a:rPr lang="en-US" sz="5046" b="0" i="0" u="none" strike="noStrike" cap="none">
                  <a:solidFill>
                    <a:srgbClr val="2E2F30"/>
                  </a:solidFill>
                  <a:latin typeface="Calibri"/>
                  <a:ea typeface="Calibri"/>
                  <a:cs typeface="Calibri"/>
                  <a:sym typeface="Calibri"/>
                </a:rPr>
                <a:t>生词 New words</a:t>
              </a:r>
              <a:endParaRPr sz="5046" b="0" i="0" u="none" strike="noStrike" cap="none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21" name="Google Shape;221;p11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5750658" y="0"/>
              <a:ext cx="2396306" cy="1780316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22" name="Google Shape;222;p11" descr="A person writing on a chalkboard&#10;&#10;Description automatically generated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181600" y="2702140"/>
            <a:ext cx="7262812" cy="7262812"/>
          </a:xfrm>
          <a:prstGeom prst="rect">
            <a:avLst/>
          </a:prstGeom>
          <a:noFill/>
          <a:ln>
            <a:noFill/>
          </a:ln>
          <a:effectLst>
            <a:outerShdw blurRad="50800" dist="38100" dir="5400000" algn="t" rotWithShape="0">
              <a:srgbClr val="000000">
                <a:alpha val="40000"/>
              </a:srgbClr>
            </a:outerShdw>
          </a:effectLst>
        </p:spPr>
      </p:pic>
      <p:sp>
        <p:nvSpPr>
          <p:cNvPr id="223" name="Google Shape;223;p11"/>
          <p:cNvSpPr txBox="1"/>
          <p:nvPr/>
        </p:nvSpPr>
        <p:spPr>
          <a:xfrm>
            <a:off x="2034623" y="1012663"/>
            <a:ext cx="8296242" cy="2798780"/>
          </a:xfrm>
          <a:prstGeom prst="rect">
            <a:avLst/>
          </a:prstGeom>
          <a:solidFill>
            <a:srgbClr val="E5DFE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9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46"/>
              <a:buFont typeface="Calibri"/>
              <a:buNone/>
            </a:pPr>
            <a:endParaRPr sz="5046" b="0" i="0" u="none" strike="noStrike" cap="none" dirty="0">
              <a:solidFill>
                <a:srgbClr val="2E2F3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91742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6000"/>
              <a:buFont typeface="Calibri"/>
              <a:buNone/>
            </a:pPr>
            <a:r>
              <a:rPr lang="en-US" sz="5046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教</a:t>
            </a:r>
            <a:r>
              <a:rPr lang="en-US" sz="6000" b="0" i="0" u="none" strike="noStrike" cap="none" dirty="0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rPr>
              <a:t> v. </a:t>
            </a:r>
            <a:r>
              <a:rPr lang="en-US" sz="6600" b="0" i="0" u="none" strike="noStrike" cap="none" dirty="0" err="1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jiāo</a:t>
            </a:r>
            <a:r>
              <a:rPr lang="en-US" sz="6600" b="0" i="0" u="none" strike="noStrike" cap="none" dirty="0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 </a:t>
            </a:r>
            <a:r>
              <a:rPr lang="en-US" sz="6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teach</a:t>
            </a:r>
            <a:endParaRPr sz="5046" b="0" i="0" u="none" strike="noStrike" cap="none" dirty="0">
              <a:solidFill>
                <a:srgbClr val="2E2F3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endParaRPr sz="60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8" name="Google Shape;228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3003918">
            <a:off x="-2517347" y="-2809284"/>
            <a:ext cx="6210571" cy="589812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1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3003918">
            <a:off x="13019403" y="8838185"/>
            <a:ext cx="6210571" cy="589812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1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7930059">
            <a:off x="11443997" y="8685982"/>
            <a:ext cx="3552430" cy="3764617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12"/>
          <p:cNvSpPr txBox="1"/>
          <p:nvPr/>
        </p:nvSpPr>
        <p:spPr>
          <a:xfrm>
            <a:off x="1921301" y="326025"/>
            <a:ext cx="6460700" cy="2302875"/>
          </a:xfrm>
          <a:prstGeom prst="rect">
            <a:avLst/>
          </a:prstGeom>
          <a:solidFill>
            <a:srgbClr val="B2A0C7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9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46"/>
              <a:buFont typeface="Calibri"/>
              <a:buNone/>
            </a:pPr>
            <a:endParaRPr sz="5046" b="0" i="0" u="none" strike="noStrike" cap="none">
              <a:solidFill>
                <a:srgbClr val="2E2F3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1999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46"/>
              <a:buFont typeface="Times New Roman"/>
              <a:buNone/>
            </a:pPr>
            <a:r>
              <a:rPr lang="en-US" sz="5046" b="1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教 v. jiāo to teach</a:t>
            </a:r>
            <a:endParaRPr/>
          </a:p>
          <a:p>
            <a:pPr marL="0" marR="0" lvl="0" indent="0" algn="ctr" rtl="0">
              <a:lnSpc>
                <a:spcPct val="11999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46"/>
              <a:buFont typeface="Calibri"/>
              <a:buNone/>
            </a:pPr>
            <a:endParaRPr sz="5046" b="1" i="0" u="none" strike="noStrike" cap="non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2" name="Google Shape;232;p12"/>
          <p:cNvSpPr txBox="1"/>
          <p:nvPr/>
        </p:nvSpPr>
        <p:spPr>
          <a:xfrm>
            <a:off x="4036471" y="3006896"/>
            <a:ext cx="10264145" cy="2793072"/>
          </a:xfrm>
          <a:prstGeom prst="rect">
            <a:avLst/>
          </a:prstGeom>
          <a:solidFill>
            <a:srgbClr val="E5DFE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1375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000"/>
              <a:buFont typeface="Calibri"/>
              <a:buNone/>
            </a:pPr>
            <a:r>
              <a:rPr lang="en-US" sz="4000" b="0" i="0" u="none" strike="noStrike" cap="none" dirty="0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rPr>
              <a:t>      </a:t>
            </a:r>
            <a:r>
              <a:rPr lang="en-US" sz="40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Wǒ</a:t>
            </a:r>
            <a:r>
              <a:rPr lang="en-US" sz="40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 </a:t>
            </a:r>
            <a:r>
              <a:rPr lang="en-US" sz="40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jiāo</a:t>
            </a:r>
            <a:r>
              <a:rPr lang="en-US" sz="40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  </a:t>
            </a:r>
            <a:r>
              <a:rPr lang="en-US" sz="40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nǐ</a:t>
            </a:r>
            <a:r>
              <a:rPr lang="en-US" sz="40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.</a:t>
            </a:r>
            <a:endParaRPr sz="4000" b="0" i="0" u="none" strike="noStrike" cap="none" dirty="0">
              <a:solidFill>
                <a:srgbClr val="2E2F30"/>
              </a:solidFill>
              <a:latin typeface="SimSun" panose="02010600030101010101" pitchFamily="2" charset="-122"/>
              <a:ea typeface="SimSun" panose="02010600030101010101" pitchFamily="2" charset="-122"/>
              <a:cs typeface="Calibri"/>
              <a:sym typeface="Calibri"/>
            </a:endParaRPr>
          </a:p>
          <a:p>
            <a:pPr marL="0" marR="0" lvl="0" indent="0" algn="l" rtl="0">
              <a:lnSpc>
                <a:spcPct val="119996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000"/>
              <a:buFont typeface="Calibri"/>
              <a:buNone/>
            </a:pPr>
            <a:r>
              <a:rPr lang="en-US" sz="40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  </a:t>
            </a:r>
            <a:r>
              <a:rPr lang="en-US" sz="5046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我  </a:t>
            </a:r>
            <a:r>
              <a:rPr lang="en-US" sz="5046" b="0" i="0" u="none" strike="noStrike" cap="none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教  </a:t>
            </a:r>
            <a:r>
              <a:rPr lang="en-US" sz="5046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你。</a:t>
            </a:r>
          </a:p>
          <a:p>
            <a:pPr marL="0" marR="0" lvl="0" indent="0" algn="l" rtl="0">
              <a:lnSpc>
                <a:spcPct val="119996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000"/>
              <a:buFont typeface="Calibri"/>
              <a:buNone/>
            </a:pPr>
            <a:r>
              <a:rPr lang="en-US" sz="5046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  </a:t>
            </a:r>
            <a:r>
              <a:rPr lang="en-US" sz="28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 will teach you.</a:t>
            </a:r>
            <a:endParaRPr sz="5046" b="0" i="0" u="none" strike="noStrike" cap="none" dirty="0">
              <a:solidFill>
                <a:srgbClr val="2E2F3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3" name="Google Shape;233;p12"/>
          <p:cNvSpPr txBox="1"/>
          <p:nvPr/>
        </p:nvSpPr>
        <p:spPr>
          <a:xfrm>
            <a:off x="3793833" y="6125621"/>
            <a:ext cx="10851557" cy="2977866"/>
          </a:xfrm>
          <a:prstGeom prst="rect">
            <a:avLst/>
          </a:prstGeom>
          <a:solidFill>
            <a:srgbClr val="E5DFE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1375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000"/>
              <a:buFont typeface="Calibri"/>
              <a:buNone/>
            </a:pPr>
            <a:r>
              <a:rPr lang="en-US" sz="4000" b="0" i="0" u="none" strike="noStrike" cap="none" dirty="0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rPr>
              <a:t>     </a:t>
            </a:r>
            <a:r>
              <a:rPr lang="en-US" sz="40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Wán</a:t>
            </a:r>
            <a:r>
              <a:rPr lang="en-US" sz="44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g</a:t>
            </a:r>
            <a:r>
              <a:rPr lang="en-US" sz="40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40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lǎoshī</a:t>
            </a:r>
            <a:r>
              <a:rPr lang="en-US" sz="40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 </a:t>
            </a:r>
            <a:r>
              <a:rPr lang="en-US" sz="40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jiāo</a:t>
            </a:r>
            <a:r>
              <a:rPr lang="en-US" sz="40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 </a:t>
            </a:r>
            <a:r>
              <a:rPr lang="en-US" sz="40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wǒmen</a:t>
            </a:r>
            <a:r>
              <a:rPr lang="en-US" sz="40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40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hànyǔ</a:t>
            </a:r>
            <a:r>
              <a:rPr lang="en-US" sz="40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.</a:t>
            </a:r>
            <a:endParaRPr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marL="0" marR="0" lvl="0" indent="0" algn="l" rtl="0">
              <a:lnSpc>
                <a:spcPct val="119996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5046"/>
              <a:buFont typeface="Calibri"/>
              <a:buNone/>
            </a:pPr>
            <a:r>
              <a:rPr lang="en-US" sz="5046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 王  </a:t>
            </a:r>
            <a:r>
              <a:rPr lang="en-US" sz="5046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老师</a:t>
            </a:r>
            <a:r>
              <a:rPr lang="en-US" sz="5046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 </a:t>
            </a:r>
            <a:r>
              <a:rPr lang="en-US" sz="5046" b="0" i="0" u="none" strike="noStrike" cap="none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教   </a:t>
            </a:r>
            <a:r>
              <a:rPr lang="en-US" sz="5046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我们</a:t>
            </a:r>
            <a:r>
              <a:rPr lang="en-US" sz="5046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 </a:t>
            </a:r>
            <a:r>
              <a:rPr lang="en-US" sz="5046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汉语</a:t>
            </a:r>
            <a:r>
              <a:rPr lang="en-US" sz="5046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。    </a:t>
            </a:r>
            <a:endParaRPr sz="5046" b="0" i="0" u="none" strike="noStrike" cap="none" dirty="0">
              <a:solidFill>
                <a:srgbClr val="2E2F30"/>
              </a:solidFill>
              <a:latin typeface="SimSun" panose="02010600030101010101" pitchFamily="2" charset="-122"/>
              <a:ea typeface="SimSun" panose="02010600030101010101" pitchFamily="2" charset="-122"/>
              <a:cs typeface="Calibri"/>
              <a:sym typeface="Calibri"/>
            </a:endParaRPr>
          </a:p>
          <a:p>
            <a:pPr marL="0" marR="0" lvl="0" indent="0" algn="l" rtl="0">
              <a:lnSpc>
                <a:spcPct val="21624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None/>
            </a:pPr>
            <a:r>
              <a:rPr lang="en-US" sz="28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Teacher Wang teaches us Chinese.</a:t>
            </a:r>
            <a:endParaRPr sz="5046" b="0" i="0" u="none" strike="noStrike" cap="none" dirty="0">
              <a:solidFill>
                <a:srgbClr val="2E2F3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4" name="Google Shape;234;p12"/>
          <p:cNvSpPr/>
          <p:nvPr/>
        </p:nvSpPr>
        <p:spPr>
          <a:xfrm>
            <a:off x="3148007" y="2779593"/>
            <a:ext cx="1291652" cy="1291652"/>
          </a:xfrm>
          <a:prstGeom prst="ellipse">
            <a:avLst/>
          </a:prstGeom>
          <a:solidFill>
            <a:srgbClr val="FFD85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600"/>
              <a:buFont typeface="Arial"/>
              <a:buNone/>
            </a:pPr>
            <a:r>
              <a:rPr lang="en-US" sz="6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66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12"/>
          <p:cNvSpPr/>
          <p:nvPr/>
        </p:nvSpPr>
        <p:spPr>
          <a:xfrm>
            <a:off x="2971800" y="5408861"/>
            <a:ext cx="1291652" cy="1291652"/>
          </a:xfrm>
          <a:prstGeom prst="ellipse">
            <a:avLst/>
          </a:prstGeom>
          <a:solidFill>
            <a:srgbClr val="FFD85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600"/>
              <a:buFont typeface="Arial"/>
              <a:buNone/>
            </a:pPr>
            <a:r>
              <a:rPr lang="en-US" sz="6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66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0" name="Google Shape;240;p13" descr="Diagram&#10;&#10;Description automatically generated with medium confidenc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605972" y="2678733"/>
            <a:ext cx="7076056" cy="7076056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241" name="Google Shape;241;p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3003918">
            <a:off x="-2517347" y="-2809284"/>
            <a:ext cx="6210571" cy="589812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1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3003918">
            <a:off x="13037333" y="8909904"/>
            <a:ext cx="6210571" cy="589812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13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rot="7930059">
            <a:off x="11443997" y="8685982"/>
            <a:ext cx="3552430" cy="376461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4" name="Google Shape;244;p13"/>
          <p:cNvGrpSpPr/>
          <p:nvPr/>
        </p:nvGrpSpPr>
        <p:grpSpPr>
          <a:xfrm>
            <a:off x="9525000" y="571500"/>
            <a:ext cx="8091423" cy="1614561"/>
            <a:chOff x="-2641600" y="-372432"/>
            <a:chExt cx="10788564" cy="2152748"/>
          </a:xfrm>
        </p:grpSpPr>
        <p:sp>
          <p:nvSpPr>
            <p:cNvPr id="245" name="Google Shape;245;p13"/>
            <p:cNvSpPr txBox="1"/>
            <p:nvPr/>
          </p:nvSpPr>
          <p:spPr>
            <a:xfrm>
              <a:off x="-2641600" y="-372432"/>
              <a:ext cx="8146963" cy="10100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r" rtl="0">
                <a:lnSpc>
                  <a:spcPct val="119996"/>
                </a:lnSpc>
                <a:spcBef>
                  <a:spcPts val="0"/>
                </a:spcBef>
                <a:spcAft>
                  <a:spcPts val="0"/>
                </a:spcAft>
                <a:buClr>
                  <a:srgbClr val="2E2F30"/>
                </a:buClr>
                <a:buSzPts val="5046"/>
                <a:buFont typeface="Calibri"/>
                <a:buNone/>
              </a:pPr>
              <a:r>
                <a:rPr lang="en-US" sz="5046" b="0" i="0" u="none" strike="noStrike" cap="none">
                  <a:solidFill>
                    <a:srgbClr val="2E2F30"/>
                  </a:solidFill>
                  <a:latin typeface="Calibri"/>
                  <a:ea typeface="Calibri"/>
                  <a:cs typeface="Calibri"/>
                  <a:sym typeface="Calibri"/>
                </a:rPr>
                <a:t>生词 New words</a:t>
              </a:r>
              <a:endParaRPr sz="5046" b="0" i="0" u="none" strike="noStrike" cap="none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46" name="Google Shape;246;p13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5750658" y="0"/>
              <a:ext cx="2396306" cy="178031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47" name="Google Shape;247;p13"/>
          <p:cNvSpPr txBox="1"/>
          <p:nvPr/>
        </p:nvSpPr>
        <p:spPr>
          <a:xfrm>
            <a:off x="2034623" y="950257"/>
            <a:ext cx="8296242" cy="2800447"/>
          </a:xfrm>
          <a:prstGeom prst="rect">
            <a:avLst/>
          </a:prstGeom>
          <a:solidFill>
            <a:srgbClr val="E5DFE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9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46"/>
              <a:buFont typeface="Calibri"/>
              <a:buNone/>
            </a:pPr>
            <a:endParaRPr sz="5046" b="0" i="0" u="none" strike="noStrike" cap="none" dirty="0">
              <a:solidFill>
                <a:srgbClr val="2E2F3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12129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5046"/>
              <a:buFont typeface="Calibri"/>
              <a:buNone/>
            </a:pPr>
            <a:r>
              <a:rPr lang="en-US" sz="5046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写</a:t>
            </a:r>
            <a:r>
              <a:rPr lang="en-US" sz="5046" b="0" i="0" u="none" strike="noStrike" cap="none" dirty="0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rPr>
              <a:t> v. </a:t>
            </a:r>
            <a:r>
              <a:rPr lang="en-US" sz="5400" b="0" i="0" u="none" strike="noStrike" cap="none" dirty="0" err="1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xiě</a:t>
            </a:r>
            <a:r>
              <a:rPr lang="en-US" sz="5400" b="0" i="0" u="none" strike="noStrike" cap="none" dirty="0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 </a:t>
            </a:r>
            <a:r>
              <a:rPr lang="en-US" sz="48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write</a:t>
            </a:r>
            <a:endParaRPr dirty="0"/>
          </a:p>
          <a:p>
            <a:pPr marL="0" marR="0" lvl="0" indent="0" algn="ctr" rtl="0">
              <a:lnSpc>
                <a:spcPct val="52652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11500"/>
              <a:buFont typeface="Calibri"/>
              <a:buNone/>
            </a:pPr>
            <a:r>
              <a:rPr lang="en-US" sz="11500" b="0" i="0" u="none" strike="noStrike" cap="none" dirty="0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5046" b="0" i="0" u="none" strike="noStrike" cap="none" dirty="0">
              <a:solidFill>
                <a:srgbClr val="2E2F3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2" name="Google Shape;252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730757" y="3675391"/>
            <a:ext cx="5588486" cy="630467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253" name="Google Shape;253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3003918">
            <a:off x="-2517347" y="-2809284"/>
            <a:ext cx="6210571" cy="589812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1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3003918">
            <a:off x="13037333" y="8909904"/>
            <a:ext cx="6210571" cy="589812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1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rot="7930059">
            <a:off x="11443997" y="8685982"/>
            <a:ext cx="3552430" cy="376461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6" name="Google Shape;256;p14"/>
          <p:cNvGrpSpPr/>
          <p:nvPr/>
        </p:nvGrpSpPr>
        <p:grpSpPr>
          <a:xfrm>
            <a:off x="9525000" y="571500"/>
            <a:ext cx="8091423" cy="1614561"/>
            <a:chOff x="-2641600" y="-372432"/>
            <a:chExt cx="10788564" cy="2152748"/>
          </a:xfrm>
        </p:grpSpPr>
        <p:sp>
          <p:nvSpPr>
            <p:cNvPr id="257" name="Google Shape;257;p14"/>
            <p:cNvSpPr txBox="1"/>
            <p:nvPr/>
          </p:nvSpPr>
          <p:spPr>
            <a:xfrm>
              <a:off x="-2641600" y="-372432"/>
              <a:ext cx="8146963" cy="10100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r" rtl="0">
                <a:lnSpc>
                  <a:spcPct val="119996"/>
                </a:lnSpc>
                <a:spcBef>
                  <a:spcPts val="0"/>
                </a:spcBef>
                <a:spcAft>
                  <a:spcPts val="0"/>
                </a:spcAft>
                <a:buClr>
                  <a:srgbClr val="2E2F30"/>
                </a:buClr>
                <a:buSzPts val="5046"/>
                <a:buFont typeface="Calibri"/>
                <a:buNone/>
              </a:pPr>
              <a:r>
                <a:rPr lang="en-US" sz="5046" b="0" i="0" u="none" strike="noStrike" cap="none">
                  <a:solidFill>
                    <a:srgbClr val="2E2F30"/>
                  </a:solidFill>
                  <a:latin typeface="Calibri"/>
                  <a:ea typeface="Calibri"/>
                  <a:cs typeface="Calibri"/>
                  <a:sym typeface="Calibri"/>
                </a:rPr>
                <a:t>生词 New words</a:t>
              </a:r>
              <a:endParaRPr sz="5046" b="0" i="0" u="none" strike="noStrike" cap="none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58" name="Google Shape;258;p14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5750658" y="0"/>
              <a:ext cx="2396306" cy="178031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59" name="Google Shape;259;p14"/>
          <p:cNvSpPr txBox="1"/>
          <p:nvPr/>
        </p:nvSpPr>
        <p:spPr>
          <a:xfrm>
            <a:off x="2034623" y="5410563"/>
            <a:ext cx="4550110" cy="1862498"/>
          </a:xfrm>
          <a:prstGeom prst="rect">
            <a:avLst/>
          </a:prstGeom>
          <a:solidFill>
            <a:srgbClr val="E5DFE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614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SimSun"/>
              <a:buNone/>
            </a:pPr>
            <a:r>
              <a:rPr lang="en-US" sz="4800" b="0" i="0" u="none" strike="noStrike" cap="none" dirty="0" err="1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xiě</a:t>
            </a:r>
            <a:r>
              <a:rPr lang="en-US" sz="4800" b="0" i="0" u="none" strike="noStrike" cap="none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4800" b="0" i="0" u="none" strike="noStrike" cap="none" dirty="0" err="1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shūfǎ</a:t>
            </a:r>
            <a:endParaRPr sz="5046" b="0" i="0" u="none" strike="noStrike" cap="none" dirty="0">
              <a:solidFill>
                <a:srgbClr val="2E2F30"/>
              </a:solidFill>
              <a:latin typeface="SimSun" panose="02010600030101010101" pitchFamily="2" charset="-122"/>
              <a:ea typeface="SimSun" panose="02010600030101010101" pitchFamily="2" charset="-122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19996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5046"/>
              <a:buFont typeface="Calibri"/>
              <a:buNone/>
            </a:pPr>
            <a:r>
              <a:rPr lang="en-US" sz="5046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写   </a:t>
            </a:r>
            <a:r>
              <a:rPr lang="en-US" sz="5046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书法</a:t>
            </a:r>
            <a:endParaRPr sz="5046" b="0" i="0" u="none" strike="noStrike" cap="none" dirty="0">
              <a:solidFill>
                <a:srgbClr val="2E2F30"/>
              </a:solidFill>
              <a:latin typeface="SimSun" panose="02010600030101010101" pitchFamily="2" charset="-122"/>
              <a:ea typeface="SimSun" panose="02010600030101010101" pitchFamily="2" charset="-122"/>
              <a:cs typeface="Calibri"/>
              <a:sym typeface="Calibri"/>
            </a:endParaRPr>
          </a:p>
        </p:txBody>
      </p:sp>
      <p:sp>
        <p:nvSpPr>
          <p:cNvPr id="260" name="Google Shape;260;p14"/>
          <p:cNvSpPr txBox="1"/>
          <p:nvPr/>
        </p:nvSpPr>
        <p:spPr>
          <a:xfrm>
            <a:off x="2034623" y="1183649"/>
            <a:ext cx="8296242" cy="2800447"/>
          </a:xfrm>
          <a:prstGeom prst="rect">
            <a:avLst/>
          </a:prstGeom>
          <a:solidFill>
            <a:srgbClr val="FBD4B4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9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46"/>
              <a:buFont typeface="Calibri"/>
              <a:buNone/>
            </a:pPr>
            <a:endParaRPr sz="5046" b="0" i="0" u="none" strike="noStrike" cap="none" dirty="0">
              <a:solidFill>
                <a:srgbClr val="2E2F3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12129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5046"/>
              <a:buFont typeface="Calibri"/>
              <a:buNone/>
            </a:pPr>
            <a:r>
              <a:rPr lang="en-US" sz="5046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书法</a:t>
            </a:r>
            <a:r>
              <a:rPr lang="en-US" sz="5046" b="0" i="0" u="none" strike="noStrike" cap="none" dirty="0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rPr>
              <a:t> n. </a:t>
            </a:r>
            <a:r>
              <a:rPr lang="en-US" sz="5400" b="0" i="0" u="none" strike="noStrike" cap="none" dirty="0" err="1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shūfǎ</a:t>
            </a:r>
            <a:r>
              <a:rPr lang="en-US" sz="5400" b="0" i="0" u="none" strike="noStrike" cap="none" dirty="0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 </a:t>
            </a:r>
            <a:r>
              <a:rPr lang="en-US" sz="48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calligraphy</a:t>
            </a:r>
            <a:endParaRPr dirty="0"/>
          </a:p>
          <a:p>
            <a:pPr marL="0" marR="0" lvl="0" indent="0" algn="ctr" rtl="0">
              <a:lnSpc>
                <a:spcPct val="52652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11500"/>
              <a:buFont typeface="Calibri"/>
              <a:buNone/>
            </a:pPr>
            <a:r>
              <a:rPr lang="en-US" sz="11500" b="0" i="0" u="none" strike="noStrike" cap="none" dirty="0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5046" b="0" i="0" u="none" strike="noStrike" cap="none" dirty="0">
              <a:solidFill>
                <a:srgbClr val="2E2F3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9" name="Google Shape;279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3003918">
            <a:off x="-2517347" y="-2809284"/>
            <a:ext cx="6210571" cy="589812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3003918">
            <a:off x="13037333" y="8909904"/>
            <a:ext cx="6210571" cy="589812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1" name="Google Shape;281;p1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7930059">
            <a:off x="11443997" y="8685982"/>
            <a:ext cx="3552430" cy="376461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82" name="Google Shape;282;p16"/>
          <p:cNvGrpSpPr/>
          <p:nvPr/>
        </p:nvGrpSpPr>
        <p:grpSpPr>
          <a:xfrm>
            <a:off x="9525000" y="571500"/>
            <a:ext cx="8091423" cy="1614561"/>
            <a:chOff x="-2641600" y="-372432"/>
            <a:chExt cx="10788564" cy="2152748"/>
          </a:xfrm>
        </p:grpSpPr>
        <p:sp>
          <p:nvSpPr>
            <p:cNvPr id="283" name="Google Shape;283;p16"/>
            <p:cNvSpPr txBox="1"/>
            <p:nvPr/>
          </p:nvSpPr>
          <p:spPr>
            <a:xfrm>
              <a:off x="-2641600" y="-372432"/>
              <a:ext cx="8146963" cy="10100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r" rtl="0">
                <a:lnSpc>
                  <a:spcPct val="119996"/>
                </a:lnSpc>
                <a:spcBef>
                  <a:spcPts val="0"/>
                </a:spcBef>
                <a:spcAft>
                  <a:spcPts val="0"/>
                </a:spcAft>
                <a:buClr>
                  <a:srgbClr val="2E2F30"/>
                </a:buClr>
                <a:buSzPts val="5046"/>
                <a:buFont typeface="Calibri"/>
                <a:buNone/>
              </a:pPr>
              <a:r>
                <a:rPr lang="en-US" sz="5046" b="0" i="0" u="none" strike="noStrike" cap="none">
                  <a:solidFill>
                    <a:srgbClr val="2E2F30"/>
                  </a:solidFill>
                  <a:latin typeface="Calibri"/>
                  <a:ea typeface="Calibri"/>
                  <a:cs typeface="Calibri"/>
                  <a:sym typeface="Calibri"/>
                </a:rPr>
                <a:t>生词 New words</a:t>
              </a:r>
              <a:endParaRPr sz="5046" b="0" i="0" u="none" strike="noStrike" cap="none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84" name="Google Shape;284;p16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5750658" y="0"/>
              <a:ext cx="2396306" cy="178031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85" name="Google Shape;285;p16"/>
          <p:cNvSpPr txBox="1"/>
          <p:nvPr/>
        </p:nvSpPr>
        <p:spPr>
          <a:xfrm>
            <a:off x="671576" y="646087"/>
            <a:ext cx="9992934" cy="2800447"/>
          </a:xfrm>
          <a:prstGeom prst="rect">
            <a:avLst/>
          </a:prstGeom>
          <a:solidFill>
            <a:srgbClr val="FBD4B4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9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46"/>
              <a:buFont typeface="Calibri"/>
              <a:buNone/>
            </a:pPr>
            <a:endParaRPr sz="5046" b="0" i="0" u="none" strike="noStrike" cap="none" dirty="0">
              <a:solidFill>
                <a:srgbClr val="2E2F3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12129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5046"/>
              <a:buFont typeface="Calibri"/>
              <a:buNone/>
            </a:pPr>
            <a:r>
              <a:rPr lang="en-US" sz="5046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电视剧</a:t>
            </a:r>
            <a:r>
              <a:rPr lang="en-US" sz="5046" b="0" i="0" u="none" strike="noStrike" cap="none" dirty="0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rPr>
              <a:t> n. </a:t>
            </a:r>
            <a:r>
              <a:rPr lang="en-US" sz="5400" b="0" i="0" u="none" strike="noStrike" cap="none" dirty="0" err="1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diànshìjù</a:t>
            </a:r>
            <a:r>
              <a:rPr lang="en-US" sz="5400" b="0" i="0" u="none" strike="noStrike" cap="none" dirty="0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 </a:t>
            </a:r>
            <a:r>
              <a:rPr lang="en-US" sz="48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TV series</a:t>
            </a:r>
            <a:endParaRPr dirty="0"/>
          </a:p>
          <a:p>
            <a:pPr marL="0" marR="0" lvl="0" indent="0" algn="ctr" rtl="0">
              <a:lnSpc>
                <a:spcPct val="52652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11500"/>
              <a:buFont typeface="Calibri"/>
              <a:buNone/>
            </a:pPr>
            <a:r>
              <a:rPr lang="en-US" sz="11500" b="0" i="0" u="none" strike="noStrike" cap="none" dirty="0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5046" b="0" i="0" u="none" strike="noStrike" cap="none" dirty="0">
              <a:solidFill>
                <a:srgbClr val="2E2F3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6" name="Google Shape;286;p16" descr="A picture containing text, indoor, display, picture frame&#10;&#10;Description automatically generated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204270" y="2952596"/>
            <a:ext cx="5953001" cy="5404624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287" name="Google Shape;287;p16"/>
          <p:cNvSpPr txBox="1"/>
          <p:nvPr/>
        </p:nvSpPr>
        <p:spPr>
          <a:xfrm>
            <a:off x="712626" y="7048389"/>
            <a:ext cx="4810777" cy="2357120"/>
          </a:xfrm>
          <a:prstGeom prst="rect">
            <a:avLst/>
          </a:prstGeom>
          <a:solidFill>
            <a:srgbClr val="E5DFE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6145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4800"/>
              <a:buFont typeface="SimSun"/>
              <a:buNone/>
            </a:pPr>
            <a:r>
              <a:rPr lang="en-US" sz="4800" b="0" i="0" u="none" strike="noStrike" cap="none" dirty="0" err="1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kàn</a:t>
            </a:r>
            <a:r>
              <a:rPr lang="en-US" sz="4800" b="0" i="0" u="none" strike="noStrike" cap="none" dirty="0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 </a:t>
            </a:r>
            <a:r>
              <a:rPr lang="en-US" sz="4800" b="0" i="0" u="none" strike="noStrike" cap="none" dirty="0" err="1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diànshìjù</a:t>
            </a:r>
            <a:endParaRPr sz="5046" b="0" i="0" u="none" strike="noStrike" cap="none" dirty="0">
              <a:solidFill>
                <a:srgbClr val="2E2F3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52652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5046"/>
              <a:buFont typeface="Calibri"/>
              <a:buNone/>
            </a:pPr>
            <a:r>
              <a:rPr lang="en-US" sz="5046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看  </a:t>
            </a:r>
            <a:r>
              <a:rPr lang="en-US" sz="5046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电视剧</a:t>
            </a:r>
            <a:r>
              <a:rPr lang="en-US" sz="5046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       </a:t>
            </a:r>
          </a:p>
          <a:p>
            <a:pPr marL="0" marR="0" lvl="0" indent="0" algn="l" rtl="0">
              <a:lnSpc>
                <a:spcPct val="52652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5046"/>
              <a:buFont typeface="Calibri"/>
              <a:buNone/>
            </a:pPr>
            <a:r>
              <a:rPr lang="en-US" sz="5046" b="0" i="0" u="none" strike="noStrike" cap="none" dirty="0">
                <a:solidFill>
                  <a:srgbClr val="2E2F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Watch a</a:t>
            </a:r>
            <a:r>
              <a:rPr lang="en-US" sz="5046" b="0" i="0" u="none" strike="noStrike" cap="none" dirty="0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48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TV series</a:t>
            </a:r>
            <a:r>
              <a:rPr lang="en-US" sz="11500" b="0" i="0" u="none" strike="noStrike" cap="none" dirty="0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5046" b="0" i="0" u="none" strike="noStrike" cap="none" dirty="0">
              <a:solidFill>
                <a:srgbClr val="2E2F3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287;p16">
            <a:extLst>
              <a:ext uri="{FF2B5EF4-FFF2-40B4-BE49-F238E27FC236}">
                <a16:creationId xmlns:a16="http://schemas.microsoft.com/office/drawing/2014/main" id="{4CF9AF22-5FCC-A562-A0F4-7600F44B239F}"/>
              </a:ext>
            </a:extLst>
          </p:cNvPr>
          <p:cNvSpPr txBox="1"/>
          <p:nvPr/>
        </p:nvSpPr>
        <p:spPr>
          <a:xfrm>
            <a:off x="10805622" y="7334303"/>
            <a:ext cx="7292788" cy="2357120"/>
          </a:xfrm>
          <a:prstGeom prst="rect">
            <a:avLst/>
          </a:prstGeom>
          <a:solidFill>
            <a:srgbClr val="E5DFE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26145"/>
              </a:lnSpc>
              <a:spcAft>
                <a:spcPts val="600"/>
              </a:spcAft>
              <a:buSzPts val="4800"/>
            </a:pPr>
            <a:r>
              <a:rPr lang="en-US" sz="4800" b="0" i="0" u="none" strike="noStrike" cap="none" dirty="0" err="1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kàn</a:t>
            </a:r>
            <a:r>
              <a:rPr lang="en-US" sz="4800" b="0" i="0" u="none" strike="noStrike" cap="none" dirty="0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 </a:t>
            </a:r>
            <a:r>
              <a:rPr lang="en-US" sz="4800" dirty="0" err="1">
                <a:latin typeface="SimSun"/>
                <a:ea typeface="SimSun"/>
                <a:cs typeface="SimSun"/>
                <a:sym typeface="SimSun"/>
              </a:rPr>
              <a:t>zhōng</a:t>
            </a:r>
            <a:r>
              <a:rPr lang="en-US" sz="4800" dirty="0">
                <a:latin typeface="SimSun"/>
                <a:ea typeface="SimSun"/>
                <a:cs typeface="SimSun"/>
                <a:sym typeface="SimSun"/>
              </a:rPr>
              <a:t> </a:t>
            </a:r>
            <a:r>
              <a:rPr lang="en-US" sz="4800" dirty="0" err="1">
                <a:latin typeface="SimSun"/>
                <a:ea typeface="SimSun"/>
                <a:cs typeface="SimSun"/>
                <a:sym typeface="SimSun"/>
              </a:rPr>
              <a:t>guó</a:t>
            </a:r>
            <a:r>
              <a:rPr lang="en-US" sz="4800" dirty="0">
                <a:latin typeface="SimSun"/>
                <a:ea typeface="SimSun"/>
                <a:cs typeface="SimSun"/>
                <a:sym typeface="SimSun"/>
              </a:rPr>
              <a:t> </a:t>
            </a:r>
            <a:r>
              <a:rPr lang="en-US" sz="4800" b="0" i="0" u="none" strike="noStrike" cap="none" dirty="0" err="1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diànshìjù</a:t>
            </a:r>
            <a:endParaRPr sz="5046" b="0" i="0" u="none" strike="noStrike" cap="none" dirty="0">
              <a:solidFill>
                <a:srgbClr val="2E2F3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52652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5046"/>
              <a:buFont typeface="Calibri"/>
              <a:buNone/>
            </a:pPr>
            <a:r>
              <a:rPr lang="en-US" sz="5046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看    </a:t>
            </a:r>
            <a:r>
              <a:rPr lang="zh-CN" altLang="en-US" sz="5046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中  国 </a:t>
            </a:r>
            <a:r>
              <a:rPr lang="en-US" sz="5046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电视剧</a:t>
            </a:r>
            <a:r>
              <a:rPr lang="en-US" sz="5046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       </a:t>
            </a:r>
          </a:p>
          <a:p>
            <a:pPr marL="0" marR="0" lvl="0" indent="0" algn="l" rtl="0">
              <a:lnSpc>
                <a:spcPct val="52652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5046"/>
              <a:buFont typeface="Calibri"/>
              <a:buNone/>
            </a:pPr>
            <a:r>
              <a:rPr lang="en-US" sz="5046" b="0" i="0" u="none" strike="noStrike" cap="none" dirty="0">
                <a:solidFill>
                  <a:srgbClr val="2E2F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Watch a </a:t>
            </a:r>
            <a:r>
              <a:rPr lang="en-US" altLang="zh-CN" sz="5046" b="0" i="0" u="none" strike="noStrike" cap="none" dirty="0">
                <a:solidFill>
                  <a:srgbClr val="2E2F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Chinese</a:t>
            </a:r>
            <a:r>
              <a:rPr lang="en-US" sz="5046" b="0" i="0" u="none" strike="noStrike" cap="none" dirty="0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48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TV series</a:t>
            </a:r>
            <a:r>
              <a:rPr lang="en-US" sz="11500" b="0" i="0" u="none" strike="noStrike" cap="none" dirty="0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5046" b="0" i="0" u="none" strike="noStrike" cap="none" dirty="0">
              <a:solidFill>
                <a:srgbClr val="2E2F3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2" name="Google Shape;292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3003918">
            <a:off x="-2517347" y="-2809284"/>
            <a:ext cx="6210571" cy="589812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" name="Google Shape;293;p1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3003918">
            <a:off x="13037333" y="8909904"/>
            <a:ext cx="6210571" cy="589812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p1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7930059">
            <a:off x="11443997" y="8685982"/>
            <a:ext cx="3552430" cy="376461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5" name="Google Shape;295;p17"/>
          <p:cNvGrpSpPr/>
          <p:nvPr/>
        </p:nvGrpSpPr>
        <p:grpSpPr>
          <a:xfrm>
            <a:off x="9525000" y="571500"/>
            <a:ext cx="8091423" cy="1614561"/>
            <a:chOff x="-2641600" y="-372432"/>
            <a:chExt cx="10788564" cy="2152748"/>
          </a:xfrm>
        </p:grpSpPr>
        <p:sp>
          <p:nvSpPr>
            <p:cNvPr id="296" name="Google Shape;296;p17"/>
            <p:cNvSpPr txBox="1"/>
            <p:nvPr/>
          </p:nvSpPr>
          <p:spPr>
            <a:xfrm>
              <a:off x="-2641600" y="-372432"/>
              <a:ext cx="8146963" cy="10100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r" rtl="0">
                <a:lnSpc>
                  <a:spcPct val="119996"/>
                </a:lnSpc>
                <a:spcBef>
                  <a:spcPts val="0"/>
                </a:spcBef>
                <a:spcAft>
                  <a:spcPts val="0"/>
                </a:spcAft>
                <a:buClr>
                  <a:srgbClr val="2E2F30"/>
                </a:buClr>
                <a:buSzPts val="5046"/>
                <a:buFont typeface="Calibri"/>
                <a:buNone/>
              </a:pPr>
              <a:r>
                <a:rPr lang="en-US" sz="5046" b="0" i="0" u="none" strike="noStrike" cap="none">
                  <a:solidFill>
                    <a:srgbClr val="2E2F30"/>
                  </a:solidFill>
                  <a:latin typeface="Calibri"/>
                  <a:ea typeface="Calibri"/>
                  <a:cs typeface="Calibri"/>
                  <a:sym typeface="Calibri"/>
                </a:rPr>
                <a:t>生词 New words</a:t>
              </a:r>
              <a:endParaRPr sz="5046" b="0" i="0" u="none" strike="noStrike" cap="none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97" name="Google Shape;297;p17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5750658" y="0"/>
              <a:ext cx="2396306" cy="178031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98" name="Google Shape;298;p17"/>
          <p:cNvSpPr txBox="1"/>
          <p:nvPr/>
        </p:nvSpPr>
        <p:spPr>
          <a:xfrm>
            <a:off x="1256240" y="822630"/>
            <a:ext cx="8296242" cy="2800447"/>
          </a:xfrm>
          <a:prstGeom prst="rect">
            <a:avLst/>
          </a:prstGeom>
          <a:solidFill>
            <a:srgbClr val="FDE9D8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9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46"/>
              <a:buFont typeface="Calibri"/>
              <a:buNone/>
            </a:pPr>
            <a:endParaRPr sz="5046" b="0" i="0" u="none" strike="noStrike" cap="none" dirty="0">
              <a:solidFill>
                <a:srgbClr val="2E2F3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12129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5046"/>
              <a:buFont typeface="Calibri"/>
              <a:buNone/>
            </a:pPr>
            <a:r>
              <a:rPr lang="en-US" sz="5046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电影</a:t>
            </a:r>
            <a:r>
              <a:rPr lang="en-US" sz="5046" b="0" i="0" u="none" strike="noStrike" cap="none" dirty="0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rPr>
              <a:t> n. </a:t>
            </a:r>
            <a:r>
              <a:rPr lang="en-US" sz="5400" b="0" i="0" u="none" strike="noStrike" cap="none" dirty="0" err="1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diànyǐnɡ</a:t>
            </a:r>
            <a:r>
              <a:rPr lang="en-US" sz="5400" b="0" i="0" u="none" strike="noStrike" cap="none" dirty="0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 </a:t>
            </a:r>
            <a:r>
              <a:rPr lang="en-US" sz="48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movie</a:t>
            </a:r>
            <a:endParaRPr dirty="0"/>
          </a:p>
          <a:p>
            <a:pPr marL="0" marR="0" lvl="0" indent="0" algn="ctr" rtl="0">
              <a:lnSpc>
                <a:spcPct val="52652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11500"/>
              <a:buFont typeface="Calibri"/>
              <a:buNone/>
            </a:pPr>
            <a:r>
              <a:rPr lang="en-US" sz="11500" b="0" i="0" u="none" strike="noStrike" cap="none" dirty="0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5046" b="0" i="0" u="none" strike="noStrike" cap="none" dirty="0">
              <a:solidFill>
                <a:srgbClr val="2E2F3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9" name="Google Shape;299;p17" descr="A picture containing text, indoor, electronics, keyboard&#10;&#10;Description automatically generated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190329" y="2833688"/>
            <a:ext cx="6881812" cy="6881812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300" name="Google Shape;300;p17"/>
          <p:cNvSpPr txBox="1"/>
          <p:nvPr/>
        </p:nvSpPr>
        <p:spPr>
          <a:xfrm>
            <a:off x="4338279" y="3752044"/>
            <a:ext cx="4188502" cy="2522550"/>
          </a:xfrm>
          <a:prstGeom prst="rect">
            <a:avLst/>
          </a:prstGeom>
          <a:solidFill>
            <a:srgbClr val="E5DFE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614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SimSun"/>
              <a:buNone/>
            </a:pPr>
            <a:r>
              <a:rPr lang="en-US" sz="4400" b="0" i="0" u="none" strike="noStrike" cap="none" dirty="0" err="1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kàn</a:t>
            </a:r>
            <a:r>
              <a:rPr lang="en-US" sz="4400" b="0" i="0" u="none" strike="noStrike" cap="none" dirty="0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 </a:t>
            </a:r>
            <a:r>
              <a:rPr lang="en-US" sz="4400" b="0" i="0" u="none" strike="noStrike" cap="none" dirty="0" err="1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diànyǐnɡ</a:t>
            </a:r>
            <a:endParaRPr sz="4800" b="0" i="0" u="none" strike="noStrike" cap="none" dirty="0">
              <a:solidFill>
                <a:srgbClr val="2E2F3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9996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5046"/>
              <a:buFont typeface="Calibri"/>
              <a:buNone/>
            </a:pPr>
            <a:r>
              <a:rPr lang="en-US" sz="4800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看    </a:t>
            </a:r>
            <a:r>
              <a:rPr lang="en-US" sz="4800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电影</a:t>
            </a:r>
            <a:r>
              <a:rPr lang="en-US" sz="4800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endParaRPr sz="4800" dirty="0">
              <a:solidFill>
                <a:srgbClr val="2E2F30"/>
              </a:solidFill>
              <a:latin typeface="SimSun" panose="02010600030101010101" pitchFamily="2" charset="-122"/>
              <a:ea typeface="SimSun" panose="02010600030101010101" pitchFamily="2" charset="-122"/>
              <a:cs typeface="Calibri"/>
            </a:endParaRPr>
          </a:p>
          <a:p>
            <a:pPr marL="0" marR="0" lvl="0" indent="0" algn="l" rtl="0">
              <a:lnSpc>
                <a:spcPct val="52652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5046"/>
              <a:buFont typeface="Times New Roman"/>
              <a:buNone/>
            </a:pPr>
            <a:r>
              <a:rPr lang="en-US" sz="4400" b="0" i="0" u="none" strike="noStrike" cap="none" dirty="0">
                <a:solidFill>
                  <a:srgbClr val="2E2F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Watch a</a:t>
            </a:r>
            <a:r>
              <a:rPr lang="en-US" sz="4400" b="0" i="0" u="none" strike="noStrike" cap="none" dirty="0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 </a:t>
            </a:r>
            <a:r>
              <a:rPr lang="en-US" sz="4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movie</a:t>
            </a:r>
            <a:r>
              <a:rPr lang="en-US" sz="8800" b="0" i="0" u="none" strike="noStrike" cap="none" dirty="0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4400" b="0" i="0" u="none" strike="noStrike" cap="none" dirty="0">
              <a:solidFill>
                <a:srgbClr val="2E2F3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300;p17">
            <a:extLst>
              <a:ext uri="{FF2B5EF4-FFF2-40B4-BE49-F238E27FC236}">
                <a16:creationId xmlns:a16="http://schemas.microsoft.com/office/drawing/2014/main" id="{F092FDC3-2643-9977-9F32-65130E5470E3}"/>
              </a:ext>
            </a:extLst>
          </p:cNvPr>
          <p:cNvSpPr txBox="1"/>
          <p:nvPr/>
        </p:nvSpPr>
        <p:spPr>
          <a:xfrm>
            <a:off x="589960" y="6525600"/>
            <a:ext cx="6275294" cy="1707390"/>
          </a:xfrm>
          <a:prstGeom prst="rect">
            <a:avLst/>
          </a:prstGeom>
          <a:solidFill>
            <a:srgbClr val="E5DFE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26145"/>
              </a:lnSpc>
              <a:buSzPts val="4800"/>
            </a:pPr>
            <a:r>
              <a:rPr lang="en-US" sz="4000" b="0" i="0" u="none" strike="noStrike" cap="none" dirty="0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Kàn</a:t>
            </a:r>
            <a:r>
              <a:rPr lang="en-US" sz="4000" dirty="0">
                <a:latin typeface="SimSun"/>
                <a:ea typeface="SimSun"/>
                <a:cs typeface="SimSun"/>
                <a:sym typeface="SimSun"/>
              </a:rPr>
              <a:t> </a:t>
            </a:r>
            <a:r>
              <a:rPr lang="en-US" sz="4000" dirty="0" err="1">
                <a:latin typeface="SimSun"/>
                <a:ea typeface="SimSun"/>
                <a:cs typeface="SimSun"/>
                <a:sym typeface="SimSun"/>
              </a:rPr>
              <a:t>shén</a:t>
            </a:r>
            <a:r>
              <a:rPr lang="en-US" sz="4000" dirty="0">
                <a:latin typeface="SimSun"/>
                <a:ea typeface="SimSun"/>
                <a:cs typeface="SimSun"/>
                <a:sym typeface="SimSun"/>
              </a:rPr>
              <a:t> me </a:t>
            </a:r>
            <a:r>
              <a:rPr lang="en-US" sz="4000" b="0" i="0" u="none" strike="noStrike" cap="none" dirty="0" err="1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diànyǐnɡ</a:t>
            </a:r>
            <a:endParaRPr sz="4400" b="0" i="0" u="none" strike="noStrike" cap="none" dirty="0">
              <a:solidFill>
                <a:srgbClr val="2E2F3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9996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5046"/>
              <a:buFont typeface="Calibri"/>
              <a:buNone/>
            </a:pPr>
            <a:r>
              <a:rPr lang="en-US" sz="5046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看   </a:t>
            </a:r>
            <a:r>
              <a:rPr lang="zh-CN" altLang="en-US" sz="5046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什么</a:t>
            </a:r>
            <a:r>
              <a:rPr lang="en-US" sz="5046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5046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电影</a:t>
            </a:r>
            <a:r>
              <a:rPr lang="en-US" sz="5046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endParaRPr sz="5046" dirty="0">
              <a:solidFill>
                <a:srgbClr val="2E2F30"/>
              </a:solidFill>
              <a:latin typeface="SimSun" panose="02010600030101010101" pitchFamily="2" charset="-122"/>
              <a:ea typeface="SimSun" panose="02010600030101010101" pitchFamily="2" charset="-122"/>
              <a:cs typeface="Calibri"/>
            </a:endParaRPr>
          </a:p>
        </p:txBody>
      </p:sp>
      <p:sp>
        <p:nvSpPr>
          <p:cNvPr id="3" name="Google Shape;300;p17">
            <a:extLst>
              <a:ext uri="{FF2B5EF4-FFF2-40B4-BE49-F238E27FC236}">
                <a16:creationId xmlns:a16="http://schemas.microsoft.com/office/drawing/2014/main" id="{5784B70A-7DC2-AE8B-C238-95945B71B728}"/>
              </a:ext>
            </a:extLst>
          </p:cNvPr>
          <p:cNvSpPr txBox="1"/>
          <p:nvPr/>
        </p:nvSpPr>
        <p:spPr>
          <a:xfrm>
            <a:off x="587939" y="8610675"/>
            <a:ext cx="6275294" cy="1707390"/>
          </a:xfrm>
          <a:prstGeom prst="rect">
            <a:avLst/>
          </a:prstGeom>
          <a:solidFill>
            <a:srgbClr val="E5DFE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26145"/>
              </a:lnSpc>
              <a:buSzPts val="4800"/>
            </a:pPr>
            <a:r>
              <a:rPr lang="en-US" sz="4000" dirty="0" err="1">
                <a:latin typeface="SimSun"/>
                <a:ea typeface="SimSun"/>
                <a:sym typeface="SimSun"/>
              </a:rPr>
              <a:t>kàn</a:t>
            </a:r>
            <a:r>
              <a:rPr lang="en-US" sz="4000" dirty="0">
                <a:latin typeface="SimSun"/>
                <a:ea typeface="SimSun"/>
                <a:sym typeface="SimSun"/>
              </a:rPr>
              <a:t> </a:t>
            </a:r>
            <a:r>
              <a:rPr lang="en-US" sz="4000" dirty="0" err="1">
                <a:latin typeface="SimSun"/>
                <a:ea typeface="SimSun"/>
                <a:sym typeface="SimSun"/>
              </a:rPr>
              <a:t>tàiguó</a:t>
            </a:r>
            <a:r>
              <a:rPr lang="en-US" sz="4000" dirty="0">
                <a:latin typeface="SimSun"/>
                <a:ea typeface="SimSun"/>
                <a:sym typeface="SimSun"/>
              </a:rPr>
              <a:t> </a:t>
            </a:r>
            <a:r>
              <a:rPr lang="en-US" sz="4000" dirty="0" err="1">
                <a:latin typeface="SimSun"/>
                <a:ea typeface="SimSun"/>
                <a:sym typeface="SimSun"/>
              </a:rPr>
              <a:t>diànyǐnɡ</a:t>
            </a:r>
            <a:endParaRPr sz="4000" dirty="0">
              <a:latin typeface="SimSun"/>
              <a:ea typeface="SimSun"/>
              <a:sym typeface="Calibri"/>
            </a:endParaRPr>
          </a:p>
          <a:p>
            <a:pPr marL="0" marR="0" lvl="0" indent="0" algn="l" rtl="0">
              <a:lnSpc>
                <a:spcPct val="119996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5046"/>
              <a:buFont typeface="Calibri"/>
              <a:buNone/>
            </a:pPr>
            <a:r>
              <a:rPr lang="en-US" sz="5046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看  </a:t>
            </a:r>
            <a:r>
              <a:rPr lang="zh-CN" altLang="en-US" sz="5046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泰国</a:t>
            </a:r>
            <a:r>
              <a:rPr lang="en-US" sz="5046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5046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电影</a:t>
            </a:r>
            <a:r>
              <a:rPr lang="en-US" sz="5046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endParaRPr sz="5046" dirty="0">
              <a:solidFill>
                <a:srgbClr val="2E2F30"/>
              </a:solidFill>
              <a:latin typeface="SimSun" panose="02010600030101010101" pitchFamily="2" charset="-122"/>
              <a:ea typeface="SimSun" panose="02010600030101010101" pitchFamily="2" charset="-122"/>
              <a:cs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5" name="Google Shape;305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3003918">
            <a:off x="-2517347" y="-2809284"/>
            <a:ext cx="6210571" cy="589812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6" name="Google Shape;306;p1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3003918">
            <a:off x="13037333" y="8909904"/>
            <a:ext cx="6210571" cy="589812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" name="Google Shape;307;p1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7930059">
            <a:off x="11443997" y="8685982"/>
            <a:ext cx="3552430" cy="376461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08" name="Google Shape;308;p18"/>
          <p:cNvGrpSpPr/>
          <p:nvPr/>
        </p:nvGrpSpPr>
        <p:grpSpPr>
          <a:xfrm>
            <a:off x="9525000" y="571500"/>
            <a:ext cx="8091423" cy="1614561"/>
            <a:chOff x="-2641600" y="-372432"/>
            <a:chExt cx="10788564" cy="2152748"/>
          </a:xfrm>
        </p:grpSpPr>
        <p:sp>
          <p:nvSpPr>
            <p:cNvPr id="309" name="Google Shape;309;p18"/>
            <p:cNvSpPr txBox="1"/>
            <p:nvPr/>
          </p:nvSpPr>
          <p:spPr>
            <a:xfrm>
              <a:off x="-2641600" y="-372432"/>
              <a:ext cx="8146963" cy="10100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r" rtl="0">
                <a:lnSpc>
                  <a:spcPct val="119996"/>
                </a:lnSpc>
                <a:spcBef>
                  <a:spcPts val="0"/>
                </a:spcBef>
                <a:spcAft>
                  <a:spcPts val="0"/>
                </a:spcAft>
                <a:buClr>
                  <a:srgbClr val="2E2F30"/>
                </a:buClr>
                <a:buSzPts val="5046"/>
                <a:buFont typeface="Calibri"/>
                <a:buNone/>
              </a:pPr>
              <a:r>
                <a:rPr lang="en-US" sz="5046" b="0" i="0" u="none" strike="noStrike" cap="none">
                  <a:solidFill>
                    <a:srgbClr val="2E2F30"/>
                  </a:solidFill>
                  <a:latin typeface="Calibri"/>
                  <a:ea typeface="Calibri"/>
                  <a:cs typeface="Calibri"/>
                  <a:sym typeface="Calibri"/>
                </a:rPr>
                <a:t>生词 New words</a:t>
              </a:r>
              <a:endParaRPr sz="5046" b="0" i="0" u="none" strike="noStrike" cap="none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310" name="Google Shape;310;p18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5750658" y="0"/>
              <a:ext cx="2396306" cy="178031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11" name="Google Shape;311;p18"/>
          <p:cNvSpPr txBox="1"/>
          <p:nvPr/>
        </p:nvSpPr>
        <p:spPr>
          <a:xfrm>
            <a:off x="735309" y="950257"/>
            <a:ext cx="9992934" cy="2800447"/>
          </a:xfrm>
          <a:prstGeom prst="rect">
            <a:avLst/>
          </a:prstGeom>
          <a:solidFill>
            <a:srgbClr val="E5DFE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9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46"/>
              <a:buFont typeface="Calibri"/>
              <a:buNone/>
            </a:pPr>
            <a:endParaRPr sz="5046" b="0" i="0" u="none" strike="noStrike" cap="none" dirty="0">
              <a:solidFill>
                <a:srgbClr val="2E2F3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12129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5046"/>
              <a:buFont typeface="Calibri"/>
              <a:buNone/>
            </a:pPr>
            <a:r>
              <a:rPr lang="en-US" sz="5046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周末</a:t>
            </a:r>
            <a:r>
              <a:rPr lang="en-US" sz="5046" b="0" i="0" u="none" strike="noStrike" cap="none" dirty="0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rPr>
              <a:t> n. </a:t>
            </a:r>
            <a:r>
              <a:rPr lang="en-US" sz="5400" b="0" i="0" u="none" strike="noStrike" cap="none" dirty="0" err="1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zhōumò</a:t>
            </a:r>
            <a:r>
              <a:rPr lang="en-US" sz="5400" b="0" i="0" u="none" strike="noStrike" cap="none" dirty="0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 </a:t>
            </a:r>
            <a:r>
              <a:rPr lang="en-US" sz="4800" b="0" i="0" u="none" strike="noStrike" cap="none" dirty="0">
                <a:solidFill>
                  <a:srgbClr val="000000"/>
                </a:solidFill>
                <a:latin typeface="Times New Roman"/>
                <a:ea typeface="SimSun"/>
                <a:cs typeface="Times New Roman"/>
                <a:sym typeface="Times New Roman"/>
              </a:rPr>
              <a:t>w</a:t>
            </a:r>
            <a:r>
              <a:rPr lang="en-US" sz="48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eekend</a:t>
            </a:r>
            <a:endParaRPr dirty="0"/>
          </a:p>
          <a:p>
            <a:pPr marL="0" marR="0" lvl="0" indent="0" algn="ctr" rtl="0">
              <a:lnSpc>
                <a:spcPct val="52652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11500"/>
              <a:buFont typeface="Calibri"/>
              <a:buNone/>
            </a:pPr>
            <a:r>
              <a:rPr lang="en-US" sz="11500" b="0" i="0" u="none" strike="noStrike" cap="none" dirty="0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5046" b="0" i="0" u="none" strike="noStrike" cap="none" dirty="0">
              <a:solidFill>
                <a:srgbClr val="2E2F3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2" name="Google Shape;312;p18" descr="Calendar&#10;&#10;Description automatically generated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948705" y="2702140"/>
            <a:ext cx="7262812" cy="7262812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2" name="Google Shape;300;p17">
            <a:extLst>
              <a:ext uri="{FF2B5EF4-FFF2-40B4-BE49-F238E27FC236}">
                <a16:creationId xmlns:a16="http://schemas.microsoft.com/office/drawing/2014/main" id="{FE2315E5-88BB-B52E-B1FA-3010D0F5798D}"/>
              </a:ext>
            </a:extLst>
          </p:cNvPr>
          <p:cNvSpPr txBox="1"/>
          <p:nvPr/>
        </p:nvSpPr>
        <p:spPr>
          <a:xfrm>
            <a:off x="790691" y="5116628"/>
            <a:ext cx="7262811" cy="1861407"/>
          </a:xfrm>
          <a:prstGeom prst="rect">
            <a:avLst/>
          </a:prstGeom>
          <a:solidFill>
            <a:srgbClr val="E5DFE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26145"/>
              </a:lnSpc>
              <a:buSzPts val="4800"/>
            </a:pPr>
            <a:r>
              <a:rPr lang="en-US" altLang="zh-CN" sz="4800" dirty="0" err="1">
                <a:latin typeface="SimSun"/>
                <a:ea typeface="SimSun"/>
                <a:cs typeface="Calibri"/>
                <a:sym typeface="SimSun"/>
              </a:rPr>
              <a:t>nǐ</a:t>
            </a:r>
            <a:r>
              <a:rPr lang="en-US" altLang="zh-CN" sz="4800" dirty="0">
                <a:latin typeface="SimSun"/>
                <a:ea typeface="SimSun"/>
                <a:cs typeface="Calibri"/>
                <a:sym typeface="SimSun"/>
              </a:rPr>
              <a:t> </a:t>
            </a:r>
            <a:r>
              <a:rPr lang="en-US" altLang="zh-CN" sz="4800" dirty="0" err="1">
                <a:latin typeface="SimSun"/>
                <a:ea typeface="SimSun"/>
                <a:cs typeface="Calibri"/>
                <a:sym typeface="SimSun"/>
              </a:rPr>
              <a:t>zhōumò</a:t>
            </a:r>
            <a:r>
              <a:rPr lang="en-US" altLang="zh-CN" sz="4800" dirty="0">
                <a:latin typeface="SimSun"/>
                <a:ea typeface="SimSun"/>
                <a:cs typeface="Calibri"/>
                <a:sym typeface="SimSun"/>
              </a:rPr>
              <a:t> </a:t>
            </a:r>
            <a:r>
              <a:rPr lang="en-US" altLang="zh-CN" sz="4800" dirty="0" err="1">
                <a:latin typeface="SimSun"/>
                <a:ea typeface="SimSun"/>
                <a:cs typeface="Calibri"/>
                <a:sym typeface="SimSun"/>
              </a:rPr>
              <a:t>qù</a:t>
            </a:r>
            <a:r>
              <a:rPr lang="en-US" altLang="zh-CN" sz="4800" dirty="0">
                <a:latin typeface="SimSun"/>
                <a:ea typeface="SimSun"/>
                <a:cs typeface="Calibri"/>
                <a:sym typeface="SimSun"/>
              </a:rPr>
              <a:t> </a:t>
            </a:r>
            <a:r>
              <a:rPr lang="en-US" altLang="zh-CN" sz="4800" dirty="0" err="1">
                <a:latin typeface="SimSun"/>
                <a:ea typeface="SimSun"/>
                <a:cs typeface="Calibri"/>
                <a:sym typeface="SimSun"/>
              </a:rPr>
              <a:t>nǎr</a:t>
            </a:r>
            <a:r>
              <a:rPr lang="en-US" altLang="zh-CN" sz="4800" dirty="0">
                <a:latin typeface="SimSun"/>
                <a:ea typeface="SimSun"/>
                <a:cs typeface="Calibri"/>
                <a:sym typeface="SimSun"/>
              </a:rPr>
              <a:t> </a:t>
            </a:r>
            <a:r>
              <a:rPr lang="zh-CN" altLang="en-US" sz="4800" dirty="0">
                <a:latin typeface="SimSun"/>
                <a:ea typeface="SimSun"/>
                <a:cs typeface="Calibri"/>
                <a:sym typeface="SimSun"/>
              </a:rPr>
              <a:t>？</a:t>
            </a:r>
            <a:endParaRPr lang="en-US" altLang="zh-CN" sz="4800" dirty="0">
              <a:latin typeface="SimSun"/>
              <a:ea typeface="SimSun"/>
              <a:cs typeface="Calibri"/>
              <a:sym typeface="SimSun"/>
            </a:endParaRPr>
          </a:p>
          <a:p>
            <a:pPr lvl="0">
              <a:lnSpc>
                <a:spcPct val="126145"/>
              </a:lnSpc>
              <a:buSzPts val="4800"/>
            </a:pPr>
            <a:r>
              <a:rPr lang="zh-CN" altLang="en-US" sz="4800" dirty="0">
                <a:latin typeface="SimSun"/>
                <a:ea typeface="SimSun"/>
                <a:cs typeface="Calibri"/>
                <a:sym typeface="SimSun"/>
              </a:rPr>
              <a:t>你  周末   去哪儿？</a:t>
            </a:r>
            <a:endParaRPr lang="en-US" altLang="zh-CN" sz="4800" dirty="0">
              <a:latin typeface="SimSun"/>
              <a:ea typeface="SimSun"/>
              <a:cs typeface="Calibri"/>
              <a:sym typeface="SimSu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" name="Google Shape;317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3003918">
            <a:off x="-2517347" y="-2809284"/>
            <a:ext cx="6210571" cy="589812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8" name="Google Shape;318;p1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3003918">
            <a:off x="13037333" y="8909904"/>
            <a:ext cx="6210571" cy="589812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9" name="Google Shape;319;p1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7930059">
            <a:off x="11443997" y="8685982"/>
            <a:ext cx="3552430" cy="376461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20" name="Google Shape;320;p19"/>
          <p:cNvGrpSpPr/>
          <p:nvPr/>
        </p:nvGrpSpPr>
        <p:grpSpPr>
          <a:xfrm>
            <a:off x="9525000" y="571500"/>
            <a:ext cx="8091423" cy="1614561"/>
            <a:chOff x="-2641600" y="-372432"/>
            <a:chExt cx="10788564" cy="2152748"/>
          </a:xfrm>
        </p:grpSpPr>
        <p:sp>
          <p:nvSpPr>
            <p:cNvPr id="321" name="Google Shape;321;p19"/>
            <p:cNvSpPr txBox="1"/>
            <p:nvPr/>
          </p:nvSpPr>
          <p:spPr>
            <a:xfrm>
              <a:off x="-2641600" y="-372432"/>
              <a:ext cx="8146963" cy="10100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r" rtl="0">
                <a:lnSpc>
                  <a:spcPct val="119996"/>
                </a:lnSpc>
                <a:spcBef>
                  <a:spcPts val="0"/>
                </a:spcBef>
                <a:spcAft>
                  <a:spcPts val="0"/>
                </a:spcAft>
                <a:buClr>
                  <a:srgbClr val="2E2F30"/>
                </a:buClr>
                <a:buSzPts val="5046"/>
                <a:buFont typeface="Calibri"/>
                <a:buNone/>
              </a:pPr>
              <a:r>
                <a:rPr lang="en-US" sz="5046" b="0" i="0" u="none" strike="noStrike" cap="none">
                  <a:solidFill>
                    <a:srgbClr val="2E2F30"/>
                  </a:solidFill>
                  <a:latin typeface="Calibri"/>
                  <a:ea typeface="Calibri"/>
                  <a:cs typeface="Calibri"/>
                  <a:sym typeface="Calibri"/>
                </a:rPr>
                <a:t>生词 New words</a:t>
              </a:r>
              <a:endParaRPr sz="5046" b="0" i="0" u="none" strike="noStrike" cap="none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322" name="Google Shape;322;p19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5750658" y="0"/>
              <a:ext cx="2396306" cy="178031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23" name="Google Shape;323;p19"/>
          <p:cNvSpPr txBox="1"/>
          <p:nvPr/>
        </p:nvSpPr>
        <p:spPr>
          <a:xfrm>
            <a:off x="2336456" y="869347"/>
            <a:ext cx="8296242" cy="2800447"/>
          </a:xfrm>
          <a:prstGeom prst="rect">
            <a:avLst/>
          </a:prstGeom>
          <a:solidFill>
            <a:srgbClr val="B2A0C7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9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46"/>
              <a:buFont typeface="Calibri"/>
              <a:buNone/>
            </a:pPr>
            <a:endParaRPr sz="5046" b="0" i="0" u="none" strike="noStrike" cap="none" dirty="0">
              <a:solidFill>
                <a:srgbClr val="2E2F3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1212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46"/>
              <a:buFont typeface="Calibri"/>
              <a:buNone/>
            </a:pPr>
            <a:r>
              <a:rPr lang="en-US" sz="5046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爱好</a:t>
            </a:r>
            <a:r>
              <a:rPr lang="en-US" sz="5046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n. </a:t>
            </a:r>
            <a:r>
              <a:rPr lang="en-US" sz="5400" b="1" i="0" u="none" strike="noStrike" cap="none" dirty="0" err="1">
                <a:solidFill>
                  <a:srgbClr val="FFFFFF"/>
                </a:solidFill>
                <a:latin typeface="SimSun"/>
                <a:ea typeface="SimSun"/>
                <a:cs typeface="SimSun"/>
                <a:sym typeface="SimSun"/>
              </a:rPr>
              <a:t>àihào</a:t>
            </a:r>
            <a:r>
              <a:rPr lang="en-US" sz="5400" b="1" i="0" u="none" strike="noStrike" cap="none" dirty="0">
                <a:solidFill>
                  <a:srgbClr val="FFFFFF"/>
                </a:solidFill>
                <a:latin typeface="SimSun"/>
                <a:ea typeface="SimSun"/>
                <a:cs typeface="SimSun"/>
                <a:sym typeface="SimSun"/>
              </a:rPr>
              <a:t> </a:t>
            </a:r>
            <a:r>
              <a:rPr lang="en-US" sz="4800" b="1" i="0" u="none" strike="noStrike" cap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hobby</a:t>
            </a:r>
            <a:endParaRPr dirty="0"/>
          </a:p>
          <a:p>
            <a:pPr marL="0" marR="0" lvl="0" indent="0" algn="ctr" rtl="0">
              <a:lnSpc>
                <a:spcPct val="52652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11500"/>
              <a:buFont typeface="Calibri"/>
              <a:buNone/>
            </a:pPr>
            <a:r>
              <a:rPr lang="en-US" sz="11500" b="0" i="0" u="none" strike="noStrike" cap="none" dirty="0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5046" b="0" i="0" u="none" strike="noStrike" cap="none" dirty="0">
              <a:solidFill>
                <a:srgbClr val="2E2F3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4" name="Google Shape;324;p19" descr="A person holding a basketball&#10;&#10;Description automatically generated with medium confidence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993421" y="4108460"/>
            <a:ext cx="4269059" cy="4269059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325" name="Google Shape;325;p19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188147" y="4104088"/>
            <a:ext cx="4269059" cy="4269059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326" name="Google Shape;326;p19" descr="A picture containing schematic&#10;&#10;Description automatically generated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2297187" y="4104088"/>
            <a:ext cx="4263721" cy="4263721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1" name="Google Shape;331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3003918">
            <a:off x="-2517347" y="-2809284"/>
            <a:ext cx="6210571" cy="589812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2" name="Google Shape;332;p2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3003918">
            <a:off x="13037333" y="8909904"/>
            <a:ext cx="6210571" cy="589812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3" name="Google Shape;333;p2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7930059">
            <a:off x="11443997" y="8685982"/>
            <a:ext cx="3552430" cy="376461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34" name="Google Shape;334;p20"/>
          <p:cNvGrpSpPr/>
          <p:nvPr/>
        </p:nvGrpSpPr>
        <p:grpSpPr>
          <a:xfrm>
            <a:off x="9525000" y="571500"/>
            <a:ext cx="8091423" cy="1614561"/>
            <a:chOff x="-2641600" y="-372432"/>
            <a:chExt cx="10788564" cy="2152748"/>
          </a:xfrm>
        </p:grpSpPr>
        <p:sp>
          <p:nvSpPr>
            <p:cNvPr id="335" name="Google Shape;335;p20"/>
            <p:cNvSpPr txBox="1"/>
            <p:nvPr/>
          </p:nvSpPr>
          <p:spPr>
            <a:xfrm>
              <a:off x="-2641600" y="-372432"/>
              <a:ext cx="8146963" cy="10100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r" rtl="0">
                <a:lnSpc>
                  <a:spcPct val="119996"/>
                </a:lnSpc>
                <a:spcBef>
                  <a:spcPts val="0"/>
                </a:spcBef>
                <a:spcAft>
                  <a:spcPts val="0"/>
                </a:spcAft>
                <a:buClr>
                  <a:srgbClr val="2E2F30"/>
                </a:buClr>
                <a:buSzPts val="5046"/>
                <a:buFont typeface="Calibri"/>
                <a:buNone/>
              </a:pPr>
              <a:r>
                <a:rPr lang="en-US" sz="5046" b="0" i="0" u="none" strike="noStrike" cap="none">
                  <a:solidFill>
                    <a:srgbClr val="2E2F30"/>
                  </a:solidFill>
                  <a:latin typeface="Calibri"/>
                  <a:ea typeface="Calibri"/>
                  <a:cs typeface="Calibri"/>
                  <a:sym typeface="Calibri"/>
                </a:rPr>
                <a:t>生词 New words</a:t>
              </a:r>
              <a:endParaRPr sz="5046" b="0" i="0" u="none" strike="noStrike" cap="none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336" name="Google Shape;336;p20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5750658" y="0"/>
              <a:ext cx="2396306" cy="178031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37" name="Google Shape;337;p20"/>
          <p:cNvSpPr txBox="1"/>
          <p:nvPr/>
        </p:nvSpPr>
        <p:spPr>
          <a:xfrm>
            <a:off x="2336456" y="869347"/>
            <a:ext cx="8296242" cy="2800447"/>
          </a:xfrm>
          <a:prstGeom prst="rect">
            <a:avLst/>
          </a:prstGeom>
          <a:solidFill>
            <a:srgbClr val="B2A0C7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9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46"/>
              <a:buFont typeface="Calibri"/>
              <a:buNone/>
            </a:pPr>
            <a:endParaRPr sz="5046" b="0" i="0" u="none" strike="noStrike" cap="none" dirty="0">
              <a:solidFill>
                <a:srgbClr val="2E2F3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1212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46"/>
              <a:buFont typeface="Calibri"/>
              <a:buNone/>
            </a:pPr>
            <a:r>
              <a:rPr lang="en-US" sz="5046" b="1" dirty="0" err="1">
                <a:solidFill>
                  <a:schemeClr val="bg1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爱好</a:t>
            </a:r>
            <a:r>
              <a:rPr lang="en-US" sz="5046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n. </a:t>
            </a:r>
            <a:r>
              <a:rPr lang="en-US" sz="5400" b="1" i="0" u="none" strike="noStrike" cap="none" dirty="0" err="1">
                <a:solidFill>
                  <a:srgbClr val="FFFFFF"/>
                </a:solidFill>
                <a:latin typeface="SimSun"/>
                <a:ea typeface="SimSun"/>
                <a:cs typeface="SimSun"/>
                <a:sym typeface="SimSun"/>
              </a:rPr>
              <a:t>àihào</a:t>
            </a:r>
            <a:r>
              <a:rPr lang="en-US" sz="5400" b="1" i="0" u="none" strike="noStrike" cap="none" dirty="0">
                <a:solidFill>
                  <a:srgbClr val="FFFFFF"/>
                </a:solidFill>
                <a:latin typeface="SimSun"/>
                <a:ea typeface="SimSun"/>
                <a:cs typeface="SimSun"/>
                <a:sym typeface="SimSun"/>
              </a:rPr>
              <a:t> </a:t>
            </a:r>
            <a:r>
              <a:rPr lang="en-US" sz="4800" b="1" i="0" u="none" strike="noStrike" cap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hobby</a:t>
            </a:r>
            <a:endParaRPr dirty="0"/>
          </a:p>
          <a:p>
            <a:pPr marL="0" marR="0" lvl="0" indent="0" algn="ctr" rtl="0">
              <a:lnSpc>
                <a:spcPct val="52652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11500"/>
              <a:buFont typeface="Calibri"/>
              <a:buNone/>
            </a:pPr>
            <a:r>
              <a:rPr lang="en-US" sz="11500" b="0" i="0" u="none" strike="noStrike" cap="none" dirty="0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5046" b="0" i="0" u="none" strike="noStrike" cap="none" dirty="0">
              <a:solidFill>
                <a:srgbClr val="2E2F3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8" name="Google Shape;338;p20" descr="A picture containing text, indoor, display, picture frame&#10;&#10;Description automatically generated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548436" y="4152899"/>
            <a:ext cx="4260689" cy="4260689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339" name="Google Shape;339;p20" descr="A picture containing background pattern&#10;&#10;Description automatically generated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2450904" y="4152900"/>
            <a:ext cx="4288660" cy="428866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340" name="Google Shape;340;p20" descr="A picture containing athletic game&#10;&#10;Description automatically generated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148689" y="4311267"/>
            <a:ext cx="5962650" cy="3971925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5" name="Google Shape;345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3003918">
            <a:off x="-2517347" y="-2809284"/>
            <a:ext cx="6210571" cy="589812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6" name="Google Shape;346;p2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3003918">
            <a:off x="13307156" y="8984854"/>
            <a:ext cx="6210571" cy="589812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7" name="Google Shape;347;p2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7930059">
            <a:off x="11443997" y="8685982"/>
            <a:ext cx="3552430" cy="376461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48" name="Google Shape;348;p21"/>
          <p:cNvGrpSpPr/>
          <p:nvPr/>
        </p:nvGrpSpPr>
        <p:grpSpPr>
          <a:xfrm>
            <a:off x="9525000" y="571500"/>
            <a:ext cx="8091423" cy="1614561"/>
            <a:chOff x="-2641600" y="-372432"/>
            <a:chExt cx="10788564" cy="2152748"/>
          </a:xfrm>
        </p:grpSpPr>
        <p:sp>
          <p:nvSpPr>
            <p:cNvPr id="349" name="Google Shape;349;p21"/>
            <p:cNvSpPr txBox="1"/>
            <p:nvPr/>
          </p:nvSpPr>
          <p:spPr>
            <a:xfrm>
              <a:off x="-2641600" y="-372432"/>
              <a:ext cx="8146963" cy="10100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r" rtl="0">
                <a:lnSpc>
                  <a:spcPct val="119996"/>
                </a:lnSpc>
                <a:spcBef>
                  <a:spcPts val="0"/>
                </a:spcBef>
                <a:spcAft>
                  <a:spcPts val="0"/>
                </a:spcAft>
                <a:buClr>
                  <a:srgbClr val="2E2F30"/>
                </a:buClr>
                <a:buSzPts val="5046"/>
                <a:buFont typeface="Calibri"/>
                <a:buNone/>
              </a:pPr>
              <a:r>
                <a:rPr lang="en-US" sz="5046" b="0" i="0" u="none" strike="noStrike" cap="none">
                  <a:solidFill>
                    <a:srgbClr val="2E2F30"/>
                  </a:solidFill>
                  <a:latin typeface="Calibri"/>
                  <a:ea typeface="Calibri"/>
                  <a:cs typeface="Calibri"/>
                  <a:sym typeface="Calibri"/>
                </a:rPr>
                <a:t>生词 New words</a:t>
              </a:r>
              <a:endParaRPr sz="5046" b="0" i="0" u="none" strike="noStrike" cap="none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350" name="Google Shape;350;p21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5750658" y="0"/>
              <a:ext cx="2396306" cy="178031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51" name="Google Shape;351;p21"/>
          <p:cNvSpPr txBox="1"/>
          <p:nvPr/>
        </p:nvSpPr>
        <p:spPr>
          <a:xfrm>
            <a:off x="1905000" y="1104900"/>
            <a:ext cx="8296242" cy="2800447"/>
          </a:xfrm>
          <a:prstGeom prst="rect">
            <a:avLst/>
          </a:prstGeom>
          <a:solidFill>
            <a:srgbClr val="B2A0C7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9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46"/>
              <a:buFont typeface="Calibri"/>
              <a:buNone/>
            </a:pPr>
            <a:endParaRPr sz="5046" b="0" i="0" u="none" strike="noStrike" cap="none" dirty="0">
              <a:solidFill>
                <a:srgbClr val="2E2F3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12129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46"/>
              <a:buFont typeface="Calibri"/>
              <a:buNone/>
            </a:pPr>
            <a:r>
              <a:rPr lang="en-US" sz="5046" b="1" dirty="0" err="1">
                <a:solidFill>
                  <a:schemeClr val="bg1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爱好</a:t>
            </a:r>
            <a:r>
              <a:rPr lang="en-US" sz="5046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n. </a:t>
            </a:r>
            <a:r>
              <a:rPr lang="en-US" sz="5400" b="1" i="0" u="none" strike="noStrike" cap="none" dirty="0" err="1">
                <a:solidFill>
                  <a:schemeClr val="lt1"/>
                </a:solidFill>
                <a:latin typeface="SimSun"/>
                <a:ea typeface="SimSun"/>
                <a:cs typeface="SimSun"/>
                <a:sym typeface="SimSun"/>
              </a:rPr>
              <a:t>àihào</a:t>
            </a:r>
            <a:r>
              <a:rPr lang="en-US" sz="5400" b="1" i="0" u="none" strike="noStrike" cap="none" dirty="0">
                <a:solidFill>
                  <a:schemeClr val="lt1"/>
                </a:solidFill>
                <a:latin typeface="SimSun"/>
                <a:ea typeface="SimSun"/>
                <a:cs typeface="SimSun"/>
                <a:sym typeface="SimSun"/>
              </a:rPr>
              <a:t> </a:t>
            </a:r>
            <a:r>
              <a:rPr lang="en-US" sz="4800" b="1" i="0" u="none" strike="noStrike" cap="non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hobby</a:t>
            </a:r>
            <a:endParaRPr dirty="0"/>
          </a:p>
          <a:p>
            <a:pPr marL="0" marR="0" lvl="0" indent="0" algn="ctr" rtl="0">
              <a:lnSpc>
                <a:spcPct val="52652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11500"/>
              <a:buFont typeface="Calibri"/>
              <a:buNone/>
            </a:pPr>
            <a:r>
              <a:rPr lang="en-US" sz="11500" b="0" i="0" u="none" strike="noStrike" cap="none" dirty="0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5046" b="0" i="0" u="none" strike="noStrike" cap="none" dirty="0">
              <a:solidFill>
                <a:srgbClr val="2E2F3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21"/>
          <p:cNvSpPr txBox="1"/>
          <p:nvPr/>
        </p:nvSpPr>
        <p:spPr>
          <a:xfrm>
            <a:off x="1447799" y="4061913"/>
            <a:ext cx="16571260" cy="5588902"/>
          </a:xfrm>
          <a:prstGeom prst="rect">
            <a:avLst/>
          </a:prstGeom>
          <a:solidFill>
            <a:srgbClr val="E5DFE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1375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000"/>
              <a:buFont typeface="Calibri"/>
              <a:buNone/>
            </a:pPr>
            <a:r>
              <a:rPr lang="en-US" sz="4000" b="0" i="0" u="none" strike="noStrike" cap="none" dirty="0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rPr>
              <a:t>        </a:t>
            </a:r>
            <a:r>
              <a:rPr lang="en-US" sz="40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Nǐ</a:t>
            </a:r>
            <a:r>
              <a:rPr lang="en-US" sz="40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40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yǒu</a:t>
            </a:r>
            <a:r>
              <a:rPr lang="en-US" sz="40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 </a:t>
            </a:r>
            <a:r>
              <a:rPr lang="en-US" sz="40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shénme</a:t>
            </a:r>
            <a:r>
              <a:rPr lang="en-US" sz="40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  </a:t>
            </a:r>
            <a:r>
              <a:rPr lang="en-US" sz="40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àihào</a:t>
            </a:r>
            <a:r>
              <a:rPr lang="en-US" sz="40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? / </a:t>
            </a:r>
            <a:r>
              <a:rPr lang="en-US" sz="40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Nǐ</a:t>
            </a:r>
            <a:r>
              <a:rPr lang="en-US" sz="40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de </a:t>
            </a:r>
            <a:r>
              <a:rPr lang="en-US" sz="40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àihào</a:t>
            </a:r>
            <a:r>
              <a:rPr lang="en-US" sz="40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 </a:t>
            </a:r>
            <a:r>
              <a:rPr lang="en-US" sz="40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shì</a:t>
            </a:r>
            <a:r>
              <a:rPr lang="en-US" sz="40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 </a:t>
            </a:r>
            <a:r>
              <a:rPr lang="en-US" sz="40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shénme</a:t>
            </a:r>
            <a:r>
              <a:rPr lang="en-US" sz="40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?</a:t>
            </a:r>
            <a:endParaRPr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marL="0" marR="0" lvl="0" indent="0" algn="l" rtl="0">
              <a:lnSpc>
                <a:spcPct val="119996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000"/>
              <a:buFont typeface="Calibri"/>
              <a:buNone/>
            </a:pPr>
            <a:r>
              <a:rPr lang="en-US" sz="40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5046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A: 你 有 </a:t>
            </a:r>
            <a:r>
              <a:rPr lang="en-US" sz="5046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什么</a:t>
            </a:r>
            <a:r>
              <a:rPr lang="en-US" sz="5046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 </a:t>
            </a:r>
            <a:r>
              <a:rPr lang="en-US" sz="5046" b="0" i="0" u="none" strike="noStrike" cap="none" dirty="0" err="1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爱好</a:t>
            </a:r>
            <a:r>
              <a:rPr lang="en-US" sz="5046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？/你 的 </a:t>
            </a:r>
            <a:r>
              <a:rPr lang="en-US" sz="5046" b="0" i="0" u="none" strike="noStrike" cap="none" dirty="0" err="1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爱好</a:t>
            </a:r>
            <a:r>
              <a:rPr lang="en-US" sz="5046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是  </a:t>
            </a:r>
            <a:r>
              <a:rPr lang="en-US" sz="5046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什么</a:t>
            </a:r>
            <a:r>
              <a:rPr lang="en-US" sz="5046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？</a:t>
            </a:r>
            <a:endParaRPr sz="5046" b="0" i="0" u="none" strike="noStrike" cap="none" dirty="0">
              <a:solidFill>
                <a:srgbClr val="2E2F30"/>
              </a:solidFill>
              <a:latin typeface="SimSun" panose="02010600030101010101" pitchFamily="2" charset="-122"/>
              <a:ea typeface="SimSun" panose="02010600030101010101" pitchFamily="2" charset="-122"/>
              <a:cs typeface="Calibri"/>
              <a:sym typeface="Calibri"/>
            </a:endParaRPr>
          </a:p>
          <a:p>
            <a:pPr marL="0" marR="0" lvl="0" indent="0" algn="l" rtl="0">
              <a:lnSpc>
                <a:spcPct val="16819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None/>
            </a:pPr>
            <a:r>
              <a:rPr lang="en-US" sz="2800" b="0" i="0" u="none" strike="noStrike" cap="none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/>
                <a:sym typeface="Times New Roman"/>
              </a:rPr>
              <a:t> </a:t>
            </a:r>
            <a:r>
              <a:rPr lang="en-US" sz="3600" b="0" i="0" u="none" strike="noStrike" cap="none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/>
                <a:sym typeface="Times New Roman"/>
              </a:rPr>
              <a:t>What is your hobby?</a:t>
            </a:r>
            <a:endParaRPr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marL="0" marR="0" lvl="0" indent="0" algn="l" rtl="0">
              <a:lnSpc>
                <a:spcPct val="13761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</a:pPr>
            <a:r>
              <a:rPr lang="en-US" sz="4400" b="0" i="0" u="none" strike="noStrike" cap="none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 </a:t>
            </a:r>
            <a:r>
              <a:rPr lang="en-US" sz="4400" b="0" i="0" u="none" strike="noStrike" cap="none" dirty="0" err="1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Wǒ</a:t>
            </a:r>
            <a:r>
              <a:rPr lang="en-US" sz="4400" b="0" i="0" u="none" strike="noStrike" cap="none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4400" b="0" i="0" u="none" strike="noStrike" cap="none" dirty="0" err="1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xǐhuan</a:t>
            </a:r>
            <a:r>
              <a:rPr lang="en-US" sz="4400" b="0" i="0" u="none" strike="noStrike" cap="none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4400" b="0" i="0" u="none" strike="noStrike" cap="none" dirty="0" err="1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dǎ</a:t>
            </a:r>
            <a:r>
              <a:rPr lang="en-US" sz="4400" b="0" i="0" u="none" strike="noStrike" cap="none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4400" b="0" i="0" u="none" strike="noStrike" cap="none" dirty="0" err="1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pīngpāngqiú</a:t>
            </a:r>
            <a:r>
              <a:rPr lang="en-US" sz="4400" b="0" i="0" u="none" strike="noStrike" cap="none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./</a:t>
            </a:r>
            <a:r>
              <a:rPr lang="en-US" sz="4400" b="0" i="0" u="none" strike="noStrike" cap="none" dirty="0" err="1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Wǒ</a:t>
            </a:r>
            <a:r>
              <a:rPr lang="en-US" sz="4400" b="0" i="0" u="none" strike="noStrike" cap="none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de </a:t>
            </a:r>
            <a:r>
              <a:rPr lang="en-US" sz="4400" b="0" i="0" u="none" strike="noStrike" cap="none" dirty="0" err="1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àihào</a:t>
            </a:r>
            <a:r>
              <a:rPr lang="en-US" sz="4400" b="0" i="0" u="none" strike="noStrike" cap="none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4400" b="0" i="0" u="none" strike="noStrike" cap="none" dirty="0" err="1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shì</a:t>
            </a:r>
            <a:r>
              <a:rPr lang="en-US" sz="4400" b="0" i="0" u="none" strike="noStrike" cap="none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4400" b="0" i="0" u="none" strike="noStrike" cap="none" dirty="0" err="1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dǎ</a:t>
            </a:r>
            <a:r>
              <a:rPr lang="en-US" sz="4400" b="0" i="0" u="none" strike="noStrike" cap="none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4400" b="0" i="0" u="none" strike="noStrike" cap="none" dirty="0" err="1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pīngpāngqiú</a:t>
            </a:r>
            <a:r>
              <a:rPr lang="en-US" sz="4400" b="0" i="0" u="none" strike="noStrike" cap="none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. </a:t>
            </a:r>
            <a:endParaRPr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marL="0" marR="0" lvl="0" indent="0" algn="l" rtl="0">
              <a:lnSpc>
                <a:spcPct val="119996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5046"/>
              <a:buFont typeface="Times New Roman"/>
              <a:buNone/>
            </a:pPr>
            <a:r>
              <a:rPr lang="en-US" sz="5046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/>
                <a:sym typeface="Times New Roman"/>
              </a:rPr>
              <a:t>B:我喜欢  </a:t>
            </a:r>
            <a:r>
              <a:rPr lang="en-US" sz="5046" b="0" i="0" u="sng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/>
                <a:sym typeface="Times New Roman"/>
              </a:rPr>
              <a:t>打 </a:t>
            </a:r>
            <a:r>
              <a:rPr lang="en-US" sz="5046" b="0" i="0" u="sng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/>
                <a:sym typeface="Times New Roman"/>
              </a:rPr>
              <a:t>乒乓球</a:t>
            </a:r>
            <a:r>
              <a:rPr lang="en-US" sz="5046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/>
                <a:sym typeface="Times New Roman"/>
              </a:rPr>
              <a:t>。/ 我 的 </a:t>
            </a:r>
            <a:r>
              <a:rPr lang="en-US" sz="5046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/>
                <a:sym typeface="Times New Roman"/>
              </a:rPr>
              <a:t>爱好</a:t>
            </a:r>
            <a:r>
              <a:rPr lang="en-US" sz="5046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/>
                <a:sym typeface="Times New Roman"/>
              </a:rPr>
              <a:t>  是  </a:t>
            </a:r>
            <a:r>
              <a:rPr lang="en-US" sz="5046" b="0" i="0" u="sng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/>
                <a:sym typeface="Times New Roman"/>
              </a:rPr>
              <a:t>打 </a:t>
            </a:r>
            <a:r>
              <a:rPr lang="en-US" sz="5046" b="0" i="0" u="sng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/>
                <a:sym typeface="Times New Roman"/>
              </a:rPr>
              <a:t>乒乓球</a:t>
            </a:r>
            <a:r>
              <a:rPr lang="en-US" sz="5046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/>
                <a:sym typeface="Times New Roman"/>
              </a:rPr>
              <a:t>。</a:t>
            </a:r>
            <a:endParaRPr sz="5046" b="0" i="0" u="none" strike="noStrike" cap="none" dirty="0">
              <a:solidFill>
                <a:srgbClr val="2E2F30"/>
              </a:solidFill>
              <a:latin typeface="SimSun" panose="02010600030101010101" pitchFamily="2" charset="-122"/>
              <a:ea typeface="SimSun" panose="02010600030101010101" pitchFamily="2" charset="-122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68194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3600"/>
              <a:buFont typeface="Times New Roman"/>
              <a:buNone/>
            </a:pPr>
            <a:r>
              <a:rPr lang="en-US" sz="36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/>
                <a:sym typeface="Times New Roman"/>
              </a:rPr>
              <a:t>I like playing table tennis. / My hobby is playing table tennis.</a:t>
            </a:r>
            <a:endParaRPr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7" name="Google Shape;357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3003918">
            <a:off x="-2517347" y="-2809284"/>
            <a:ext cx="6210571" cy="589812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8" name="Google Shape;358;p2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3003918">
            <a:off x="13037333" y="8909904"/>
            <a:ext cx="6210571" cy="589812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9" name="Google Shape;359;p2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7930059">
            <a:off x="11443997" y="8685982"/>
            <a:ext cx="3552430" cy="376461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60" name="Google Shape;360;p22"/>
          <p:cNvGrpSpPr/>
          <p:nvPr/>
        </p:nvGrpSpPr>
        <p:grpSpPr>
          <a:xfrm>
            <a:off x="9525000" y="571500"/>
            <a:ext cx="8091423" cy="1614561"/>
            <a:chOff x="-2641600" y="-372432"/>
            <a:chExt cx="10788564" cy="2152748"/>
          </a:xfrm>
        </p:grpSpPr>
        <p:sp>
          <p:nvSpPr>
            <p:cNvPr id="361" name="Google Shape;361;p22"/>
            <p:cNvSpPr txBox="1"/>
            <p:nvPr/>
          </p:nvSpPr>
          <p:spPr>
            <a:xfrm>
              <a:off x="-2641600" y="-372432"/>
              <a:ext cx="8146963" cy="10100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r" rtl="0">
                <a:lnSpc>
                  <a:spcPct val="119996"/>
                </a:lnSpc>
                <a:spcBef>
                  <a:spcPts val="0"/>
                </a:spcBef>
                <a:spcAft>
                  <a:spcPts val="0"/>
                </a:spcAft>
                <a:buClr>
                  <a:srgbClr val="2E2F30"/>
                </a:buClr>
                <a:buSzPts val="5046"/>
                <a:buFont typeface="Calibri"/>
                <a:buNone/>
              </a:pPr>
              <a:r>
                <a:rPr lang="en-US" sz="5046" b="0" i="0" u="none" strike="noStrike" cap="none">
                  <a:solidFill>
                    <a:srgbClr val="2E2F30"/>
                  </a:solidFill>
                  <a:latin typeface="Calibri"/>
                  <a:ea typeface="Calibri"/>
                  <a:cs typeface="Calibri"/>
                  <a:sym typeface="Calibri"/>
                </a:rPr>
                <a:t>专名 PROPER NOUNS</a:t>
              </a:r>
              <a:endParaRPr sz="5046" b="0" i="0" u="none" strike="noStrike" cap="none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362" name="Google Shape;362;p22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5750658" y="0"/>
              <a:ext cx="2396306" cy="178031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63" name="Google Shape;363;p22"/>
          <p:cNvSpPr txBox="1"/>
          <p:nvPr/>
        </p:nvSpPr>
        <p:spPr>
          <a:xfrm>
            <a:off x="-419725" y="2186061"/>
            <a:ext cx="19367292" cy="1378391"/>
          </a:xfrm>
          <a:prstGeom prst="rect">
            <a:avLst/>
          </a:prstGeom>
          <a:solidFill>
            <a:srgbClr val="E5DFE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52652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5046"/>
              <a:buFont typeface="Calibri"/>
              <a:buNone/>
            </a:pPr>
            <a:r>
              <a:rPr lang="en-US" sz="5046" b="0" i="0" u="none" strike="noStrike" cap="none" dirty="0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rPr>
              <a:t>《</a:t>
            </a:r>
            <a:r>
              <a:rPr lang="en-US" sz="5046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三生三世十里桃花</a:t>
            </a:r>
            <a:r>
              <a:rPr lang="en-US" sz="5046" b="0" i="0" u="none" strike="noStrike" cap="none" dirty="0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rPr>
              <a:t>》 n. </a:t>
            </a:r>
            <a:r>
              <a:rPr lang="en-US" sz="5400" b="0" i="0" u="none" strike="noStrike" cap="none" dirty="0" err="1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sān</a:t>
            </a:r>
            <a:r>
              <a:rPr lang="en-US" sz="5400" b="0" i="0" u="none" strike="noStrike" cap="none" dirty="0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 </a:t>
            </a:r>
            <a:r>
              <a:rPr lang="en-US" sz="5400" b="0" i="0" u="none" strike="noStrike" cap="none" dirty="0" err="1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shēnɡ</a:t>
            </a:r>
            <a:r>
              <a:rPr lang="en-US" sz="5400" b="0" i="0" u="none" strike="noStrike" cap="none" dirty="0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 </a:t>
            </a:r>
            <a:r>
              <a:rPr lang="en-US" sz="5400" b="0" i="0" u="none" strike="noStrike" cap="none" dirty="0" err="1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sān</a:t>
            </a:r>
            <a:r>
              <a:rPr lang="en-US" sz="5400" b="0" i="0" u="none" strike="noStrike" cap="none" dirty="0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 </a:t>
            </a:r>
            <a:r>
              <a:rPr lang="en-US" sz="5400" b="0" i="0" u="none" strike="noStrike" cap="none" dirty="0" err="1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shì</a:t>
            </a:r>
            <a:r>
              <a:rPr lang="en-US" sz="5400" b="0" i="0" u="none" strike="noStrike" cap="none" dirty="0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 </a:t>
            </a:r>
            <a:r>
              <a:rPr lang="en-US" sz="5400" b="0" i="0" u="none" strike="noStrike" cap="none" dirty="0" err="1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shí</a:t>
            </a:r>
            <a:r>
              <a:rPr lang="en-US" sz="5400" b="0" i="0" u="none" strike="noStrike" cap="none" dirty="0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 </a:t>
            </a:r>
            <a:r>
              <a:rPr lang="en-US" sz="5400" b="0" i="0" u="none" strike="noStrike" cap="none" dirty="0" err="1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lǐ</a:t>
            </a:r>
            <a:r>
              <a:rPr lang="en-US" sz="5400" b="0" i="0" u="none" strike="noStrike" cap="none" dirty="0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 </a:t>
            </a:r>
            <a:r>
              <a:rPr lang="en-US" sz="5400" b="0" i="0" u="none" strike="noStrike" cap="none" dirty="0" err="1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táo</a:t>
            </a:r>
            <a:r>
              <a:rPr lang="en-US" sz="5400" b="0" i="0" u="none" strike="noStrike" cap="none" dirty="0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 </a:t>
            </a:r>
            <a:r>
              <a:rPr lang="en-US" sz="5400" b="0" i="0" u="none" strike="noStrike" cap="none" dirty="0" err="1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huā</a:t>
            </a:r>
            <a:r>
              <a:rPr lang="en-US" sz="5400" b="0" i="0" u="none" strike="noStrike" cap="none" dirty="0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 </a:t>
            </a:r>
          </a:p>
          <a:p>
            <a:pPr marL="0" marR="0" lvl="0" indent="0" algn="ctr" rtl="0">
              <a:lnSpc>
                <a:spcPct val="52652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5046"/>
              <a:buFont typeface="Calibri"/>
              <a:buNone/>
            </a:pPr>
            <a:r>
              <a:rPr lang="en-US" sz="48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Eternal Love ,Ten Miles of Peach Blossoms</a:t>
            </a:r>
            <a:r>
              <a:rPr lang="en-US" sz="11500" b="0" i="0" u="none" strike="noStrike" cap="none" dirty="0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5046" b="0" i="0" u="none" strike="noStrike" cap="none" dirty="0">
              <a:solidFill>
                <a:srgbClr val="2E2F3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64" name="Google Shape;364;p22" descr="A picture containing person, person, dressed, posing&#10;&#10;Description automatically generated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044527" y="3541199"/>
            <a:ext cx="4241800" cy="63627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365" name="Google Shape;365;p22" descr="A person and person posing for a picture&#10;&#10;Description automatically generated with medium confidence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897706" y="4124651"/>
            <a:ext cx="3980629" cy="5219048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0" name="Google Shape;370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3003918">
            <a:off x="-2340061" y="-2603777"/>
            <a:ext cx="6210571" cy="589812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1" name="Google Shape;371;p2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3003918">
            <a:off x="13037333" y="8909904"/>
            <a:ext cx="6210571" cy="589812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2" name="Google Shape;372;p2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7930059">
            <a:off x="11443997" y="8685982"/>
            <a:ext cx="3552430" cy="376461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73" name="Google Shape;373;p23"/>
          <p:cNvGrpSpPr/>
          <p:nvPr/>
        </p:nvGrpSpPr>
        <p:grpSpPr>
          <a:xfrm>
            <a:off x="9525000" y="571500"/>
            <a:ext cx="8091423" cy="1614561"/>
            <a:chOff x="-2641600" y="-372432"/>
            <a:chExt cx="10788564" cy="2152748"/>
          </a:xfrm>
        </p:grpSpPr>
        <p:sp>
          <p:nvSpPr>
            <p:cNvPr id="374" name="Google Shape;374;p23"/>
            <p:cNvSpPr txBox="1"/>
            <p:nvPr/>
          </p:nvSpPr>
          <p:spPr>
            <a:xfrm>
              <a:off x="-2641600" y="-372432"/>
              <a:ext cx="8146963" cy="10100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r" rtl="0">
                <a:lnSpc>
                  <a:spcPct val="119996"/>
                </a:lnSpc>
                <a:spcBef>
                  <a:spcPts val="0"/>
                </a:spcBef>
                <a:spcAft>
                  <a:spcPts val="0"/>
                </a:spcAft>
                <a:buClr>
                  <a:srgbClr val="2E2F30"/>
                </a:buClr>
                <a:buSzPts val="5046"/>
                <a:buFont typeface="Calibri"/>
                <a:buNone/>
              </a:pPr>
              <a:r>
                <a:rPr lang="en-US" sz="5046" b="0" i="0" u="none" strike="noStrike" cap="none">
                  <a:solidFill>
                    <a:srgbClr val="2E2F30"/>
                  </a:solidFill>
                  <a:latin typeface="Calibri"/>
                  <a:ea typeface="Calibri"/>
                  <a:cs typeface="Calibri"/>
                  <a:sym typeface="Calibri"/>
                </a:rPr>
                <a:t>生词 New words</a:t>
              </a:r>
              <a:endParaRPr sz="5046" b="0" i="0" u="none" strike="noStrike" cap="none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375" name="Google Shape;375;p23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5750658" y="0"/>
              <a:ext cx="2396306" cy="178031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76" name="Google Shape;376;p23"/>
          <p:cNvSpPr txBox="1"/>
          <p:nvPr/>
        </p:nvSpPr>
        <p:spPr>
          <a:xfrm>
            <a:off x="4842536" y="1694508"/>
            <a:ext cx="8296242" cy="2540567"/>
          </a:xfrm>
          <a:prstGeom prst="rect">
            <a:avLst/>
          </a:prstGeom>
          <a:solidFill>
            <a:srgbClr val="E5DFE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9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46"/>
              <a:buFont typeface="Calibri"/>
              <a:buNone/>
            </a:pPr>
            <a:endParaRPr sz="5046" b="0" i="0" u="none" strike="noStrike" cap="none">
              <a:solidFill>
                <a:srgbClr val="2E2F3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12129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5046"/>
              <a:buFont typeface="Calibri"/>
              <a:buNone/>
            </a:pPr>
            <a:r>
              <a:rPr lang="en-US" sz="5046" b="0" i="0" u="none" strike="noStrike" cap="none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rPr>
              <a:t>会 v. </a:t>
            </a:r>
            <a:r>
              <a:rPr lang="en-US" sz="5400" b="0" i="0" u="none" strike="noStrike" cap="none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huì </a:t>
            </a:r>
            <a:r>
              <a:rPr lang="en-US" sz="4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can</a:t>
            </a:r>
            <a:endParaRPr/>
          </a:p>
          <a:p>
            <a:pPr marL="0" marR="0" lvl="0" indent="0" algn="ctr" rtl="0">
              <a:lnSpc>
                <a:spcPct val="52652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11500"/>
              <a:buFont typeface="Calibri"/>
              <a:buNone/>
            </a:pPr>
            <a:r>
              <a:rPr lang="en-US" sz="11500" b="0" i="0" u="none" strike="noStrike" cap="none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5046" b="0" i="0" u="none" strike="noStrike" cap="none">
              <a:solidFill>
                <a:srgbClr val="2E2F3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23"/>
          <p:cNvSpPr txBox="1"/>
          <p:nvPr/>
        </p:nvSpPr>
        <p:spPr>
          <a:xfrm>
            <a:off x="2801336" y="3666008"/>
            <a:ext cx="13192457" cy="2215991"/>
          </a:xfrm>
          <a:prstGeom prst="rect">
            <a:avLst/>
          </a:prstGeom>
          <a:solidFill>
            <a:srgbClr val="FDE9D8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96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5046"/>
              <a:buFont typeface="Calibri"/>
              <a:buNone/>
            </a:pPr>
            <a:r>
              <a:rPr lang="en-US" sz="40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“</a:t>
            </a:r>
            <a:r>
              <a:rPr lang="en-US" sz="40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会</a:t>
            </a:r>
            <a:r>
              <a:rPr lang="en-US" sz="40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” </a:t>
            </a:r>
            <a:r>
              <a:rPr lang="en-US" sz="40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表示有能力干某事</a:t>
            </a:r>
            <a:r>
              <a:rPr lang="en-US" sz="40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。</a:t>
            </a:r>
            <a:endParaRPr sz="1050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marL="0" marR="0" lvl="0" indent="0" algn="l" rtl="0">
              <a:lnSpc>
                <a:spcPct val="119996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5046"/>
              <a:buFont typeface="Calibri"/>
              <a:buNone/>
            </a:pPr>
            <a:r>
              <a:rPr lang="en-US" sz="40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“</a:t>
            </a:r>
            <a:r>
              <a:rPr lang="en-US" sz="40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会</a:t>
            </a:r>
            <a:r>
              <a:rPr lang="en-US" sz="40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” means "can". </a:t>
            </a:r>
            <a:br>
              <a:rPr lang="en-US" sz="40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</a:br>
            <a:r>
              <a:rPr lang="en-US" sz="40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It has the implied meaning of “knowing how to.” </a:t>
            </a:r>
            <a:endParaRPr sz="105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378" name="Google Shape;378;p23"/>
          <p:cNvSpPr txBox="1"/>
          <p:nvPr/>
        </p:nvSpPr>
        <p:spPr>
          <a:xfrm>
            <a:off x="674425" y="6572068"/>
            <a:ext cx="17701149" cy="2215991"/>
          </a:xfrm>
          <a:prstGeom prst="rect">
            <a:avLst/>
          </a:prstGeom>
          <a:solidFill>
            <a:srgbClr val="EAF1DD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96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5046"/>
              <a:buFont typeface="Calibri"/>
              <a:buNone/>
            </a:pPr>
            <a:r>
              <a:rPr lang="en-US" sz="40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* </a:t>
            </a:r>
            <a:r>
              <a:rPr lang="en-US" sz="40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不是出生时具备的，而是经过训练后会的</a:t>
            </a:r>
            <a:r>
              <a:rPr lang="en-US" sz="40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。</a:t>
            </a:r>
            <a:endParaRPr sz="1050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marL="685800" marR="0" lvl="0" indent="-685800" algn="l" rtl="0">
              <a:lnSpc>
                <a:spcPct val="119996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5046"/>
              <a:buFont typeface="Arial" panose="020B0604020202020204" pitchFamily="34" charset="0"/>
              <a:buChar char="•"/>
            </a:pPr>
            <a:r>
              <a:rPr lang="en-US" sz="40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Expresses an action that you had to learn or be trained in to do.</a:t>
            </a:r>
          </a:p>
          <a:p>
            <a:pPr marL="285750" marR="0" lvl="0" indent="-285750" algn="l" rtl="0">
              <a:lnSpc>
                <a:spcPct val="119996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5046"/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  Not a skill that you gained naturally when you were born.</a:t>
            </a:r>
            <a:endParaRPr sz="105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3" name="Google Shape;383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3003918">
            <a:off x="-2517347" y="-2809284"/>
            <a:ext cx="6210571" cy="589812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4" name="Google Shape;384;p2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3003918">
            <a:off x="13037333" y="8909904"/>
            <a:ext cx="6210571" cy="589812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5" name="Google Shape;385;p2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7930059">
            <a:off x="11443997" y="8685982"/>
            <a:ext cx="3552430" cy="3764617"/>
          </a:xfrm>
          <a:prstGeom prst="rect">
            <a:avLst/>
          </a:prstGeom>
          <a:noFill/>
          <a:ln>
            <a:noFill/>
          </a:ln>
        </p:spPr>
      </p:pic>
      <p:sp>
        <p:nvSpPr>
          <p:cNvPr id="386" name="Google Shape;386;p24"/>
          <p:cNvSpPr txBox="1"/>
          <p:nvPr/>
        </p:nvSpPr>
        <p:spPr>
          <a:xfrm>
            <a:off x="5638800" y="507167"/>
            <a:ext cx="5638800" cy="2322046"/>
          </a:xfrm>
          <a:prstGeom prst="rect">
            <a:avLst/>
          </a:prstGeom>
          <a:solidFill>
            <a:srgbClr val="FDE9D8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9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46"/>
              <a:buFont typeface="Calibri"/>
              <a:buNone/>
            </a:pPr>
            <a:endParaRPr sz="5046" b="0" i="0" u="none" strike="noStrike" cap="none">
              <a:solidFill>
                <a:srgbClr val="2E2F3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19996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5046"/>
              <a:buFont typeface="Calibri"/>
              <a:buNone/>
            </a:pPr>
            <a:r>
              <a:rPr lang="en-US" sz="5046" b="0" i="0" u="none" strike="noStrike" cap="none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rPr>
              <a:t>Subject + 会 + Verb</a:t>
            </a:r>
            <a:endParaRPr/>
          </a:p>
          <a:p>
            <a:pPr marL="0" marR="0" lvl="0" indent="0" algn="ctr" rtl="0">
              <a:lnSpc>
                <a:spcPct val="11999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46"/>
              <a:buFont typeface="Calibri"/>
              <a:buNone/>
            </a:pPr>
            <a:endParaRPr sz="5046" b="0" i="0" u="none" strike="noStrike" cap="none">
              <a:solidFill>
                <a:srgbClr val="2E2F3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87" name="Google Shape;387;p24" descr="A person holding a basketball&#10;&#10;Description automatically generated with medium confidence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421161" y="3406387"/>
            <a:ext cx="4269059" cy="4269059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388" name="Google Shape;388;p24" descr="A person holding a basketball&#10;&#10;Description automatically generated with medium confidence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604014" y="3406387"/>
            <a:ext cx="4269059" cy="4269059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389" name="Google Shape;389;p24"/>
          <p:cNvSpPr txBox="1"/>
          <p:nvPr/>
        </p:nvSpPr>
        <p:spPr>
          <a:xfrm>
            <a:off x="528523" y="7616347"/>
            <a:ext cx="6883518" cy="2671372"/>
          </a:xfrm>
          <a:prstGeom prst="rect">
            <a:avLst/>
          </a:prstGeom>
          <a:solidFill>
            <a:srgbClr val="E5DFE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96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5046"/>
              <a:buFont typeface="Calibri"/>
              <a:buNone/>
            </a:pPr>
            <a:r>
              <a:rPr lang="en-US" sz="4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Wǒ</a:t>
            </a:r>
            <a:r>
              <a:rPr lang="en-US" sz="4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4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huì</a:t>
            </a:r>
            <a:r>
              <a:rPr lang="en-US" sz="4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4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dǎ</a:t>
            </a:r>
            <a:r>
              <a:rPr lang="en-US" sz="4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4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lánqiú</a:t>
            </a:r>
            <a:r>
              <a:rPr lang="en-US" sz="4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.</a:t>
            </a:r>
            <a:endParaRPr sz="1200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marL="0" marR="0" lvl="0" indent="0" algn="l" rtl="0">
              <a:lnSpc>
                <a:spcPct val="119996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5046"/>
              <a:buFont typeface="Calibri"/>
              <a:buNone/>
            </a:pPr>
            <a:r>
              <a:rPr lang="en-US" sz="5046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我 </a:t>
            </a:r>
            <a:r>
              <a:rPr lang="en-US" sz="4800" b="0" i="0" u="none" strike="noStrike" cap="none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会</a:t>
            </a:r>
            <a:r>
              <a:rPr lang="en-US" sz="4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 </a:t>
            </a:r>
            <a:r>
              <a:rPr lang="en-US" sz="5046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打 </a:t>
            </a:r>
            <a:r>
              <a:rPr lang="en-US" sz="5046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篮球</a:t>
            </a:r>
            <a:r>
              <a:rPr lang="en-US" sz="4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。</a:t>
            </a:r>
            <a:endParaRPr sz="4800" b="0" i="0" u="none" strike="noStrike" cap="none" dirty="0">
              <a:solidFill>
                <a:srgbClr val="2E2F30"/>
              </a:solidFill>
              <a:latin typeface="SimSun" panose="02010600030101010101" pitchFamily="2" charset="-122"/>
              <a:ea typeface="SimSun" panose="02010600030101010101" pitchFamily="2" charset="-122"/>
              <a:cs typeface="Calibri"/>
              <a:sym typeface="Calibri"/>
            </a:endParaRPr>
          </a:p>
          <a:p>
            <a:pPr marL="0" marR="0" lvl="0" indent="0" algn="l" rtl="0">
              <a:lnSpc>
                <a:spcPct val="126145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800"/>
              <a:buFont typeface="Times New Roman"/>
              <a:buNone/>
            </a:pPr>
            <a:r>
              <a:rPr lang="en-US" sz="44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/>
                <a:sym typeface="Times New Roman"/>
              </a:rPr>
              <a:t>I can play basketball.</a:t>
            </a:r>
            <a:endParaRPr sz="120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pic>
        <p:nvPicPr>
          <p:cNvPr id="390" name="Google Shape;390;p24" descr="Checkmark with solid fill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315413" y="6088409"/>
            <a:ext cx="2530401" cy="2530401"/>
          </a:xfrm>
          <a:prstGeom prst="rect">
            <a:avLst/>
          </a:prstGeom>
          <a:noFill/>
          <a:ln>
            <a:noFill/>
          </a:ln>
        </p:spPr>
      </p:pic>
      <p:sp>
        <p:nvSpPr>
          <p:cNvPr id="391" name="Google Shape;391;p24"/>
          <p:cNvSpPr txBox="1"/>
          <p:nvPr/>
        </p:nvSpPr>
        <p:spPr>
          <a:xfrm>
            <a:off x="9304679" y="7531257"/>
            <a:ext cx="7298240" cy="2671372"/>
          </a:xfrm>
          <a:prstGeom prst="rect">
            <a:avLst/>
          </a:prstGeom>
          <a:solidFill>
            <a:srgbClr val="E5DFE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96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5046"/>
              <a:buFont typeface="Calibri"/>
              <a:buNone/>
            </a:pPr>
            <a:r>
              <a:rPr lang="en-US" sz="4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Wǒ</a:t>
            </a:r>
            <a:r>
              <a:rPr lang="en-US" sz="4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4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bú</a:t>
            </a:r>
            <a:r>
              <a:rPr lang="en-US" sz="4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4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huì</a:t>
            </a:r>
            <a:r>
              <a:rPr lang="en-US" sz="4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4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dǎ</a:t>
            </a:r>
            <a:r>
              <a:rPr lang="en-US" sz="4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4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lánqiú</a:t>
            </a:r>
            <a:r>
              <a:rPr lang="en-US" sz="4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.</a:t>
            </a:r>
            <a:endParaRPr sz="1200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marL="0" marR="0" lvl="0" indent="0" algn="l" rtl="0">
              <a:lnSpc>
                <a:spcPct val="119996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5046"/>
              <a:buFont typeface="Calibri"/>
              <a:buNone/>
            </a:pPr>
            <a:r>
              <a:rPr lang="en-US" sz="5046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我</a:t>
            </a:r>
            <a:r>
              <a:rPr lang="en-US" sz="4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4800" b="0" i="0" u="none" strike="noStrike" cap="none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不</a:t>
            </a:r>
            <a:r>
              <a:rPr lang="en-US" sz="4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4800" b="0" i="0" u="none" strike="noStrike" cap="none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会</a:t>
            </a:r>
            <a:r>
              <a:rPr lang="en-US" sz="4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 </a:t>
            </a:r>
            <a:r>
              <a:rPr lang="en-US" sz="5046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打 </a:t>
            </a:r>
            <a:r>
              <a:rPr lang="en-US" sz="5046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篮球</a:t>
            </a:r>
            <a:r>
              <a:rPr lang="en-US" sz="4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。</a:t>
            </a:r>
            <a:endParaRPr sz="4800" b="0" i="0" u="none" strike="noStrike" cap="none" dirty="0">
              <a:solidFill>
                <a:srgbClr val="2E2F30"/>
              </a:solidFill>
              <a:latin typeface="SimSun" panose="02010600030101010101" pitchFamily="2" charset="-122"/>
              <a:ea typeface="SimSun" panose="02010600030101010101" pitchFamily="2" charset="-122"/>
              <a:cs typeface="Calibri"/>
              <a:sym typeface="Calibri"/>
            </a:endParaRPr>
          </a:p>
          <a:p>
            <a:pPr marL="0" marR="0" lvl="0" indent="0" algn="l" rtl="0">
              <a:lnSpc>
                <a:spcPct val="126145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800"/>
              <a:buFont typeface="Times New Roman"/>
              <a:buNone/>
            </a:pPr>
            <a:r>
              <a:rPr lang="en-US" sz="44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/>
                <a:sym typeface="Times New Roman"/>
              </a:rPr>
              <a:t>I can’t play basketball.</a:t>
            </a:r>
            <a:endParaRPr sz="120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pic>
        <p:nvPicPr>
          <p:cNvPr id="392" name="Google Shape;392;p24" descr="Close with solid fill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 rot="769530">
            <a:off x="14740257" y="4697453"/>
            <a:ext cx="2878424" cy="28784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7" name="Google Shape;397;p25" descr="A person holding a baby in a pool&#10;&#10;Description automatically generated with medium confidenc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45085" y="3612935"/>
            <a:ext cx="5962650" cy="3971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8" name="Google Shape;398;p25" descr="A child in a pool&#10;&#10;Description automatically generated with low confidence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71912" y="3586274"/>
            <a:ext cx="5638800" cy="3963374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399" name="Google Shape;399;p2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3003918">
            <a:off x="-2517347" y="-2809284"/>
            <a:ext cx="6210571" cy="589812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0" name="Google Shape;400;p25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rot="3003918">
            <a:off x="13037333" y="8909904"/>
            <a:ext cx="6210571" cy="589812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1" name="Google Shape;401;p25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 rot="7930059">
            <a:off x="11443997" y="8685982"/>
            <a:ext cx="3552430" cy="3764617"/>
          </a:xfrm>
          <a:prstGeom prst="rect">
            <a:avLst/>
          </a:prstGeom>
          <a:noFill/>
          <a:ln>
            <a:noFill/>
          </a:ln>
        </p:spPr>
      </p:pic>
      <p:sp>
        <p:nvSpPr>
          <p:cNvPr id="402" name="Google Shape;402;p25"/>
          <p:cNvSpPr txBox="1"/>
          <p:nvPr/>
        </p:nvSpPr>
        <p:spPr>
          <a:xfrm>
            <a:off x="6324600" y="670988"/>
            <a:ext cx="5638800" cy="2322046"/>
          </a:xfrm>
          <a:prstGeom prst="rect">
            <a:avLst/>
          </a:prstGeom>
          <a:solidFill>
            <a:srgbClr val="FDE9D8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9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46"/>
              <a:buFont typeface="Calibri"/>
              <a:buNone/>
            </a:pPr>
            <a:endParaRPr sz="5046" b="0" i="0" u="none" strike="noStrike" cap="none">
              <a:solidFill>
                <a:srgbClr val="2E2F3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19996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5046"/>
              <a:buFont typeface="Calibri"/>
              <a:buNone/>
            </a:pPr>
            <a:r>
              <a:rPr lang="en-US" sz="5046" b="0" i="0" u="none" strike="noStrike" cap="none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rPr>
              <a:t>Subject + 会 + Verb</a:t>
            </a:r>
            <a:endParaRPr/>
          </a:p>
          <a:p>
            <a:pPr marL="0" marR="0" lvl="0" indent="0" algn="ctr" rtl="0">
              <a:lnSpc>
                <a:spcPct val="11999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46"/>
              <a:buFont typeface="Calibri"/>
              <a:buNone/>
            </a:pPr>
            <a:endParaRPr sz="5046" b="0" i="0" u="none" strike="noStrike" cap="none">
              <a:solidFill>
                <a:srgbClr val="2E2F3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25"/>
          <p:cNvSpPr txBox="1"/>
          <p:nvPr/>
        </p:nvSpPr>
        <p:spPr>
          <a:xfrm>
            <a:off x="976153" y="7505700"/>
            <a:ext cx="6339047" cy="2671372"/>
          </a:xfrm>
          <a:prstGeom prst="rect">
            <a:avLst/>
          </a:prstGeom>
          <a:solidFill>
            <a:srgbClr val="E5DFE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96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5046"/>
              <a:buFont typeface="Calibri"/>
              <a:buNone/>
            </a:pPr>
            <a:r>
              <a:rPr lang="en-US" sz="4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Wǒ</a:t>
            </a:r>
            <a:r>
              <a:rPr lang="en-US" sz="4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4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huì</a:t>
            </a:r>
            <a:r>
              <a:rPr lang="en-US" sz="4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4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yóuyǒnɡ</a:t>
            </a:r>
            <a:r>
              <a:rPr lang="en-US" sz="4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.</a:t>
            </a:r>
            <a:endParaRPr sz="1200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marL="0" marR="0" lvl="0" indent="0" algn="l" rtl="0">
              <a:lnSpc>
                <a:spcPct val="119996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5046"/>
              <a:buFont typeface="Calibri"/>
              <a:buNone/>
            </a:pPr>
            <a:r>
              <a:rPr lang="en-US" sz="5046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我</a:t>
            </a:r>
            <a:r>
              <a:rPr lang="en-US" sz="4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 </a:t>
            </a:r>
            <a:r>
              <a:rPr lang="en-US" sz="4800" b="0" i="0" u="none" strike="noStrike" cap="none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会</a:t>
            </a:r>
            <a:r>
              <a:rPr lang="en-US" sz="4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 </a:t>
            </a:r>
            <a:r>
              <a:rPr lang="en-US" sz="5046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游泳</a:t>
            </a:r>
            <a:r>
              <a:rPr lang="en-US" sz="4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。</a:t>
            </a:r>
            <a:endParaRPr sz="4800" b="0" i="0" u="none" strike="noStrike" cap="none" dirty="0">
              <a:solidFill>
                <a:srgbClr val="2E2F30"/>
              </a:solidFill>
              <a:latin typeface="SimSun" panose="02010600030101010101" pitchFamily="2" charset="-122"/>
              <a:ea typeface="SimSun" panose="02010600030101010101" pitchFamily="2" charset="-122"/>
              <a:cs typeface="Calibri"/>
              <a:sym typeface="Calibri"/>
            </a:endParaRPr>
          </a:p>
          <a:p>
            <a:pPr marL="0" marR="0" lvl="0" indent="0" algn="l" rtl="0">
              <a:lnSpc>
                <a:spcPct val="126145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800"/>
              <a:buFont typeface="Times New Roman"/>
              <a:buNone/>
            </a:pPr>
            <a:r>
              <a:rPr lang="en-US" sz="44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/>
                <a:sym typeface="Times New Roman"/>
              </a:rPr>
              <a:t>I can swim.</a:t>
            </a:r>
            <a:endParaRPr sz="120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pic>
        <p:nvPicPr>
          <p:cNvPr id="404" name="Google Shape;404;p25" descr="Checkmark with solid fill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018925" y="5567961"/>
            <a:ext cx="2530401" cy="2530401"/>
          </a:xfrm>
          <a:prstGeom prst="rect">
            <a:avLst/>
          </a:prstGeom>
          <a:noFill/>
          <a:ln>
            <a:noFill/>
          </a:ln>
        </p:spPr>
      </p:pic>
      <p:sp>
        <p:nvSpPr>
          <p:cNvPr id="405" name="Google Shape;405;p25"/>
          <p:cNvSpPr txBox="1"/>
          <p:nvPr/>
        </p:nvSpPr>
        <p:spPr>
          <a:xfrm>
            <a:off x="9144000" y="7724301"/>
            <a:ext cx="7141917" cy="2671372"/>
          </a:xfrm>
          <a:prstGeom prst="rect">
            <a:avLst/>
          </a:prstGeom>
          <a:solidFill>
            <a:srgbClr val="E5DFE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96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5046"/>
              <a:buFont typeface="Calibri"/>
              <a:buNone/>
            </a:pPr>
            <a:r>
              <a:rPr lang="en-US" sz="4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Wǒ</a:t>
            </a:r>
            <a:r>
              <a:rPr lang="en-US" sz="4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4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bú</a:t>
            </a:r>
            <a:r>
              <a:rPr lang="en-US" sz="4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4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huì</a:t>
            </a:r>
            <a:r>
              <a:rPr lang="en-US" sz="4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4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yóuyǒnɡ</a:t>
            </a:r>
            <a:r>
              <a:rPr lang="en-US" sz="4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.</a:t>
            </a:r>
            <a:endParaRPr sz="1200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marL="0" marR="0" lvl="0" indent="0" algn="l" rtl="0">
              <a:lnSpc>
                <a:spcPct val="119996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5046"/>
              <a:buFont typeface="Calibri"/>
              <a:buNone/>
            </a:pPr>
            <a:r>
              <a:rPr lang="en-US" sz="5046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我</a:t>
            </a:r>
            <a:r>
              <a:rPr lang="en-US" sz="4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4800" b="0" i="0" u="none" strike="noStrike" cap="none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不</a:t>
            </a:r>
            <a:r>
              <a:rPr lang="en-US" sz="4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 </a:t>
            </a:r>
            <a:r>
              <a:rPr lang="en-US" sz="4800" b="0" i="0" u="none" strike="noStrike" cap="none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会  </a:t>
            </a:r>
            <a:r>
              <a:rPr lang="en-US" sz="5046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游泳</a:t>
            </a:r>
            <a:r>
              <a:rPr lang="en-US" sz="4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。</a:t>
            </a:r>
            <a:endParaRPr sz="4800" b="0" i="0" u="none" strike="noStrike" cap="none" dirty="0">
              <a:solidFill>
                <a:srgbClr val="2E2F30"/>
              </a:solidFill>
              <a:latin typeface="SimSun" panose="02010600030101010101" pitchFamily="2" charset="-122"/>
              <a:ea typeface="SimSun" panose="02010600030101010101" pitchFamily="2" charset="-122"/>
              <a:cs typeface="Calibri"/>
              <a:sym typeface="Calibri"/>
            </a:endParaRPr>
          </a:p>
          <a:p>
            <a:pPr marL="0" marR="0" lvl="0" indent="0" algn="l" rtl="0">
              <a:lnSpc>
                <a:spcPct val="126145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800"/>
              <a:buFont typeface="Times New Roman"/>
              <a:buNone/>
            </a:pPr>
            <a:r>
              <a:rPr lang="en-US" sz="44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/>
                <a:sym typeface="Times New Roman"/>
              </a:rPr>
              <a:t>I can’t swim.</a:t>
            </a:r>
            <a:endParaRPr sz="120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pic>
        <p:nvPicPr>
          <p:cNvPr id="406" name="Google Shape;406;p25" descr="Close with solid fill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 rot="769530">
            <a:off x="15058294" y="4640272"/>
            <a:ext cx="2878424" cy="28784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1" name="Google Shape;411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3003918">
            <a:off x="-2517347" y="-2809284"/>
            <a:ext cx="6210571" cy="589812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2" name="Google Shape;412;p2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3003918">
            <a:off x="13037333" y="8909904"/>
            <a:ext cx="6210571" cy="589812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3" name="Google Shape;413;p2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7930059">
            <a:off x="11443997" y="8685982"/>
            <a:ext cx="3552430" cy="376461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14" name="Google Shape;414;p26"/>
          <p:cNvGrpSpPr/>
          <p:nvPr/>
        </p:nvGrpSpPr>
        <p:grpSpPr>
          <a:xfrm>
            <a:off x="9525000" y="571500"/>
            <a:ext cx="8091423" cy="1614561"/>
            <a:chOff x="-2641600" y="-372432"/>
            <a:chExt cx="10788564" cy="2152748"/>
          </a:xfrm>
        </p:grpSpPr>
        <p:sp>
          <p:nvSpPr>
            <p:cNvPr id="415" name="Google Shape;415;p26"/>
            <p:cNvSpPr txBox="1"/>
            <p:nvPr/>
          </p:nvSpPr>
          <p:spPr>
            <a:xfrm>
              <a:off x="-2641600" y="-372432"/>
              <a:ext cx="8146963" cy="10100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r" rtl="0">
                <a:lnSpc>
                  <a:spcPct val="119996"/>
                </a:lnSpc>
                <a:spcBef>
                  <a:spcPts val="0"/>
                </a:spcBef>
                <a:spcAft>
                  <a:spcPts val="0"/>
                </a:spcAft>
                <a:buClr>
                  <a:srgbClr val="2E2F30"/>
                </a:buClr>
                <a:buSzPts val="5046"/>
                <a:buFont typeface="Calibri"/>
                <a:buNone/>
              </a:pPr>
              <a:r>
                <a:rPr lang="en-US" sz="5046" b="0" i="0" u="none" strike="noStrike" cap="none">
                  <a:solidFill>
                    <a:srgbClr val="2E2F30"/>
                  </a:solidFill>
                  <a:latin typeface="Calibri"/>
                  <a:ea typeface="Calibri"/>
                  <a:cs typeface="Calibri"/>
                  <a:sym typeface="Calibri"/>
                </a:rPr>
                <a:t>生词 New words</a:t>
              </a:r>
              <a:endParaRPr sz="5046" b="0" i="0" u="none" strike="noStrike" cap="none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416" name="Google Shape;416;p26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5750658" y="0"/>
              <a:ext cx="2396306" cy="178031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17" name="Google Shape;417;p26"/>
          <p:cNvSpPr txBox="1"/>
          <p:nvPr/>
        </p:nvSpPr>
        <p:spPr>
          <a:xfrm>
            <a:off x="3962400" y="1498193"/>
            <a:ext cx="9992934" cy="2800447"/>
          </a:xfrm>
          <a:prstGeom prst="rect">
            <a:avLst/>
          </a:prstGeom>
          <a:solidFill>
            <a:srgbClr val="E5DFE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9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46"/>
              <a:buFont typeface="Calibri"/>
              <a:buNone/>
            </a:pPr>
            <a:endParaRPr sz="5046" b="0" i="0" u="none" strike="noStrike" cap="none" dirty="0">
              <a:solidFill>
                <a:srgbClr val="2E2F3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12129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5046"/>
              <a:buFont typeface="Calibri"/>
              <a:buNone/>
            </a:pPr>
            <a:r>
              <a:rPr lang="en-US" sz="5046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能</a:t>
            </a:r>
            <a:r>
              <a:rPr lang="en-US" sz="5046" b="0" i="0" u="none" strike="noStrike" cap="none" dirty="0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rPr>
              <a:t> v. </a:t>
            </a:r>
            <a:r>
              <a:rPr lang="en-US" sz="5400" b="0" i="0" u="none" strike="noStrike" cap="none" dirty="0" err="1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nénɡ</a:t>
            </a:r>
            <a:r>
              <a:rPr lang="en-US" sz="5400" b="0" i="0" u="none" strike="noStrike" cap="none" dirty="0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 </a:t>
            </a:r>
            <a:r>
              <a:rPr lang="en-US" sz="4800" b="0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can；may</a:t>
            </a:r>
            <a:endParaRPr sz="48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52652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11500"/>
              <a:buFont typeface="Calibri"/>
              <a:buNone/>
            </a:pPr>
            <a:r>
              <a:rPr lang="en-US" sz="11500" b="0" i="0" u="none" strike="noStrike" cap="none" dirty="0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5046" b="0" i="0" u="none" strike="noStrike" cap="none" dirty="0">
              <a:solidFill>
                <a:srgbClr val="2E2F3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26"/>
          <p:cNvSpPr txBox="1"/>
          <p:nvPr/>
        </p:nvSpPr>
        <p:spPr>
          <a:xfrm>
            <a:off x="1813799" y="4466562"/>
            <a:ext cx="14823808" cy="5170646"/>
          </a:xfrm>
          <a:prstGeom prst="rect">
            <a:avLst/>
          </a:prstGeom>
          <a:solidFill>
            <a:srgbClr val="FDE9D8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19996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5046"/>
              <a:buFont typeface="Calibri"/>
              <a:buNone/>
            </a:pPr>
            <a:r>
              <a:rPr lang="en-US" sz="4000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“</a:t>
            </a:r>
            <a:r>
              <a:rPr lang="en-US" sz="4000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能”表示善于做某事，而不是经过训练后会的，主要强调某一可能或发生某种情况</a:t>
            </a:r>
            <a:r>
              <a:rPr lang="en-US" sz="4000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。</a:t>
            </a:r>
            <a:endParaRPr sz="4000" dirty="0">
              <a:solidFill>
                <a:srgbClr val="2E2F30"/>
              </a:solidFill>
              <a:latin typeface="SimSun" panose="02010600030101010101" pitchFamily="2" charset="-122"/>
              <a:ea typeface="SimSun" panose="02010600030101010101" pitchFamily="2" charset="-122"/>
              <a:cs typeface="Calibri"/>
            </a:endParaRPr>
          </a:p>
          <a:p>
            <a:pPr marL="0" marR="0" lvl="0" indent="0" algn="just" rtl="0">
              <a:lnSpc>
                <a:spcPct val="119996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5046"/>
              <a:buFont typeface="Calibri"/>
              <a:buNone/>
            </a:pPr>
            <a:r>
              <a:rPr lang="en-US" sz="4000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“能” means “can” or “be able to” and expresses having a particular ability or obtaining a specific minimum requirement, not an action that you had to be trained in. It indicates a possibility in certain situations. </a:t>
            </a:r>
            <a:endParaRPr sz="4000" dirty="0">
              <a:solidFill>
                <a:srgbClr val="2E2F30"/>
              </a:solidFill>
              <a:latin typeface="SimSun" panose="02010600030101010101" pitchFamily="2" charset="-122"/>
              <a:ea typeface="SimSun" panose="02010600030101010101" pitchFamily="2" charset="-122"/>
              <a:cs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5" name="Google Shape;425;p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3003918">
            <a:off x="-2517347" y="-2809284"/>
            <a:ext cx="6210571" cy="589812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6" name="Google Shape;426;p2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3003918">
            <a:off x="13037333" y="8909904"/>
            <a:ext cx="6210571" cy="589812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7" name="Google Shape;427;p2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7930059">
            <a:off x="11443997" y="8685982"/>
            <a:ext cx="3552430" cy="3764617"/>
          </a:xfrm>
          <a:prstGeom prst="rect">
            <a:avLst/>
          </a:prstGeom>
          <a:noFill/>
          <a:ln>
            <a:noFill/>
          </a:ln>
        </p:spPr>
      </p:pic>
      <p:sp>
        <p:nvSpPr>
          <p:cNvPr id="428" name="Google Shape;428;p27"/>
          <p:cNvSpPr txBox="1"/>
          <p:nvPr/>
        </p:nvSpPr>
        <p:spPr>
          <a:xfrm>
            <a:off x="1127979" y="357419"/>
            <a:ext cx="5638800" cy="2795381"/>
          </a:xfrm>
          <a:prstGeom prst="rect">
            <a:avLst/>
          </a:prstGeom>
          <a:solidFill>
            <a:srgbClr val="FDE9D8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9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46"/>
              <a:buFont typeface="Calibri"/>
              <a:buNone/>
            </a:pPr>
            <a:endParaRPr sz="5046" b="0" i="0" u="none" strike="noStrike" cap="none" dirty="0">
              <a:solidFill>
                <a:srgbClr val="2E2F3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19996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5046"/>
              <a:buFont typeface="Calibri"/>
              <a:buNone/>
            </a:pPr>
            <a:r>
              <a:rPr lang="en-US" sz="5046" b="0" i="0" u="none" strike="noStrike" cap="none" dirty="0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rPr>
              <a:t>Subject + </a:t>
            </a:r>
            <a:r>
              <a:rPr lang="en-US" sz="5046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能</a:t>
            </a:r>
            <a:r>
              <a:rPr lang="en-US" sz="5046" b="0" i="0" u="none" strike="noStrike" cap="none" dirty="0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rPr>
              <a:t> + Verb</a:t>
            </a:r>
            <a:endParaRPr dirty="0"/>
          </a:p>
          <a:p>
            <a:pPr marL="0" marR="0" lvl="0" indent="0" algn="ctr" rtl="0">
              <a:lnSpc>
                <a:spcPct val="11999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46"/>
              <a:buFont typeface="Calibri"/>
              <a:buNone/>
            </a:pPr>
            <a:endParaRPr sz="5046" b="0" i="0" u="none" strike="noStrike" cap="none" dirty="0">
              <a:solidFill>
                <a:srgbClr val="2E2F3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27"/>
          <p:cNvSpPr txBox="1"/>
          <p:nvPr/>
        </p:nvSpPr>
        <p:spPr>
          <a:xfrm>
            <a:off x="3947379" y="4771793"/>
            <a:ext cx="7325296" cy="4203523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37613"/>
              </a:lnSpc>
            </a:pPr>
            <a:r>
              <a:rPr lang="en-US" altLang="zh-CN" sz="6000" dirty="0" err="1">
                <a:latin typeface="SimSun" panose="02010600030101010101" pitchFamily="2" charset="-122"/>
                <a:ea typeface="SimSun" panose="02010600030101010101" pitchFamily="2" charset="-122"/>
              </a:rPr>
              <a:t>wǒ</a:t>
            </a:r>
            <a:r>
              <a:rPr lang="en-US" altLang="zh-CN" sz="6000" dirty="0">
                <a:latin typeface="SimSun" panose="02010600030101010101" pitchFamily="2" charset="-122"/>
                <a:ea typeface="SimSun" panose="02010600030101010101" pitchFamily="2" charset="-122"/>
              </a:rPr>
              <a:t> </a:t>
            </a:r>
            <a:r>
              <a:rPr lang="en-US" altLang="zh-CN" sz="6000" dirty="0" err="1">
                <a:latin typeface="SimSun" panose="02010600030101010101" pitchFamily="2" charset="-122"/>
                <a:ea typeface="SimSun" panose="02010600030101010101" pitchFamily="2" charset="-122"/>
              </a:rPr>
              <a:t>néng</a:t>
            </a:r>
            <a:r>
              <a:rPr lang="en-US" altLang="zh-CN" sz="6000" dirty="0">
                <a:latin typeface="SimSun" panose="02010600030101010101" pitchFamily="2" charset="-122"/>
                <a:ea typeface="SimSun" panose="02010600030101010101" pitchFamily="2" charset="-122"/>
              </a:rPr>
              <a:t> </a:t>
            </a:r>
            <a:r>
              <a:rPr lang="en-US" altLang="zh-CN" sz="6000" dirty="0" err="1">
                <a:latin typeface="SimSun" panose="02010600030101010101" pitchFamily="2" charset="-122"/>
                <a:ea typeface="SimSun" panose="02010600030101010101" pitchFamily="2" charset="-122"/>
              </a:rPr>
              <a:t>kànjiàn</a:t>
            </a:r>
            <a:endParaRPr lang="en-US" altLang="zh-CN" sz="6000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lvl="0">
              <a:lnSpc>
                <a:spcPct val="137613"/>
              </a:lnSpc>
            </a:pPr>
            <a:r>
              <a:rPr lang="zh-CN" altLang="en-US" sz="5046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</a:rPr>
              <a:t>我  能   看见</a:t>
            </a:r>
            <a:endParaRPr lang="en-US" altLang="zh-CN" sz="5046" dirty="0">
              <a:solidFill>
                <a:srgbClr val="2E2F30"/>
              </a:solidFill>
              <a:latin typeface="SimSun" panose="02010600030101010101" pitchFamily="2" charset="-122"/>
              <a:ea typeface="SimSun" panose="02010600030101010101" pitchFamily="2" charset="-122"/>
              <a:cs typeface="Calibri"/>
            </a:endParaRPr>
          </a:p>
          <a:p>
            <a:r>
              <a:rPr lang="en-US" altLang="zh-CN" sz="6000" dirty="0">
                <a:latin typeface="SimSun" panose="02010600030101010101" pitchFamily="2" charset="-122"/>
                <a:ea typeface="SimSun" panose="02010600030101010101" pitchFamily="2" charset="-122"/>
              </a:rPr>
              <a:t>I can  see it</a:t>
            </a:r>
          </a:p>
          <a:p>
            <a:pPr marL="0" marR="0" lvl="0" indent="0" algn="l" rtl="0">
              <a:lnSpc>
                <a:spcPct val="137613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400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BFCE7BC-EA35-3C7C-6729-5F7D39A26076}"/>
              </a:ext>
            </a:extLst>
          </p:cNvPr>
          <p:cNvSpPr/>
          <p:nvPr/>
        </p:nvSpPr>
        <p:spPr>
          <a:xfrm>
            <a:off x="8072362" y="587526"/>
            <a:ext cx="9305100" cy="3138103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4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“能”更多情况下是表示主观上拥有的，天生具备，不需要学习的能力。</a:t>
            </a:r>
            <a:endParaRPr lang="en-US" altLang="zh-CN" sz="40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en-US" altLang="zh-CN" sz="4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“</a:t>
            </a:r>
            <a:r>
              <a:rPr lang="zh-CN" altLang="en-US" sz="4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能</a:t>
            </a:r>
            <a:r>
              <a:rPr lang="en-US" altLang="zh-CN" sz="4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" more often means an ability that is subjectively possessed, innate and does not require learning.</a:t>
            </a:r>
            <a:endParaRPr lang="en-US" sz="40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03151381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3" name="Google Shape;423;p27" descr="A person holding a tennis racket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91686" y="3106209"/>
            <a:ext cx="5962650" cy="3971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4" name="Google Shape;424;p27" descr="A person holding a basketball&#10;&#10;Description automatically generated with medium confidence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75734" y="2810900"/>
            <a:ext cx="4269059" cy="4269059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425" name="Google Shape;425;p2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3003918">
            <a:off x="-2517347" y="-2809284"/>
            <a:ext cx="6210571" cy="589812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6" name="Google Shape;426;p27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rot="3003918">
            <a:off x="13037333" y="8909904"/>
            <a:ext cx="6210571" cy="589812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7" name="Google Shape;427;p27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 rot="7930059">
            <a:off x="11443997" y="8685982"/>
            <a:ext cx="3552430" cy="3764617"/>
          </a:xfrm>
          <a:prstGeom prst="rect">
            <a:avLst/>
          </a:prstGeom>
          <a:noFill/>
          <a:ln>
            <a:noFill/>
          </a:ln>
        </p:spPr>
      </p:pic>
      <p:sp>
        <p:nvSpPr>
          <p:cNvPr id="428" name="Google Shape;428;p27"/>
          <p:cNvSpPr txBox="1"/>
          <p:nvPr/>
        </p:nvSpPr>
        <p:spPr>
          <a:xfrm>
            <a:off x="2599738" y="997971"/>
            <a:ext cx="8509195" cy="931794"/>
          </a:xfrm>
          <a:prstGeom prst="rect">
            <a:avLst/>
          </a:prstGeom>
          <a:solidFill>
            <a:srgbClr val="FDE9D8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96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5046"/>
              <a:buFont typeface="Calibri"/>
              <a:buNone/>
            </a:pPr>
            <a:r>
              <a:rPr lang="zh-CN" altLang="en-US" sz="5046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不</a:t>
            </a:r>
            <a:r>
              <a:rPr lang="en-US" altLang="zh-CN" sz="5046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+</a:t>
            </a:r>
            <a:r>
              <a:rPr lang="en-US" sz="5046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能 </a:t>
            </a:r>
            <a:r>
              <a:rPr lang="en-US" sz="5046" b="0" i="0" u="none" strike="noStrike" cap="none" dirty="0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rPr>
              <a:t>+ Verb</a:t>
            </a:r>
            <a:endParaRPr dirty="0"/>
          </a:p>
        </p:txBody>
      </p:sp>
      <p:sp>
        <p:nvSpPr>
          <p:cNvPr id="429" name="Google Shape;429;p27"/>
          <p:cNvSpPr txBox="1"/>
          <p:nvPr/>
        </p:nvSpPr>
        <p:spPr>
          <a:xfrm>
            <a:off x="1127979" y="7224156"/>
            <a:ext cx="11452714" cy="2409314"/>
          </a:xfrm>
          <a:prstGeom prst="rect">
            <a:avLst/>
          </a:prstGeom>
          <a:solidFill>
            <a:srgbClr val="E5DFE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1375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000"/>
              <a:buFont typeface="Calibri"/>
              <a:buNone/>
            </a:pPr>
            <a:r>
              <a:rPr lang="en-US" sz="32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Wǒ</a:t>
            </a:r>
            <a:r>
              <a:rPr lang="en-US" sz="32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32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tuǐ</a:t>
            </a:r>
            <a:r>
              <a:rPr lang="en-US" sz="32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32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téng</a:t>
            </a:r>
            <a:r>
              <a:rPr lang="en-US" sz="32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   </a:t>
            </a:r>
            <a:r>
              <a:rPr lang="en-US" sz="32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bù</a:t>
            </a:r>
            <a:r>
              <a:rPr lang="en-US" sz="32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32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néng</a:t>
            </a:r>
            <a:r>
              <a:rPr lang="en-US" sz="32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32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dǎ</a:t>
            </a:r>
            <a:r>
              <a:rPr lang="en-US" sz="32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32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lánqiú</a:t>
            </a:r>
            <a:r>
              <a:rPr lang="en-US" sz="32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.</a:t>
            </a:r>
            <a:endParaRPr sz="1100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marL="0" marR="0" lvl="0" indent="0" algn="l" rtl="0">
              <a:lnSpc>
                <a:spcPct val="119996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5046"/>
              <a:buFont typeface="Calibri"/>
              <a:buNone/>
            </a:pPr>
            <a:r>
              <a:rPr lang="en-US" sz="44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我 腿 疼 , </a:t>
            </a:r>
            <a:r>
              <a:rPr lang="en-US" sz="4400" b="0" i="0" u="none" strike="noStrike" cap="none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不 能</a:t>
            </a:r>
            <a:r>
              <a:rPr lang="en-US" sz="44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打 </a:t>
            </a:r>
            <a:r>
              <a:rPr lang="en-US" sz="44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篮球</a:t>
            </a:r>
            <a:r>
              <a:rPr lang="en-US" sz="44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。</a:t>
            </a:r>
            <a:endParaRPr sz="4400" b="0" i="0" u="none" strike="noStrike" cap="none" dirty="0">
              <a:solidFill>
                <a:srgbClr val="2E2F30"/>
              </a:solidFill>
              <a:latin typeface="SimSun" panose="02010600030101010101" pitchFamily="2" charset="-122"/>
              <a:ea typeface="SimSun" panose="02010600030101010101" pitchFamily="2" charset="-122"/>
              <a:cs typeface="Calibri"/>
              <a:sym typeface="Calibri"/>
            </a:endParaRPr>
          </a:p>
          <a:p>
            <a:pPr marL="0" marR="0" lvl="0" indent="0" algn="l" rtl="0">
              <a:lnSpc>
                <a:spcPct val="126145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800"/>
              <a:buFont typeface="Times New Roman"/>
              <a:buNone/>
            </a:pPr>
            <a:r>
              <a:rPr lang="en-US" sz="40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/>
                <a:sym typeface="Times New Roman"/>
              </a:rPr>
              <a:t>My leg hurts, I can't play basketball.</a:t>
            </a:r>
            <a:endParaRPr sz="110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pic>
        <p:nvPicPr>
          <p:cNvPr id="430" name="Google Shape;430;p27" descr="Close with solid fill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 rot="769530">
            <a:off x="10834894" y="2498414"/>
            <a:ext cx="2878424" cy="2878424"/>
          </a:xfrm>
          <a:prstGeom prst="rect">
            <a:avLst/>
          </a:prstGeom>
          <a:noFill/>
          <a:ln>
            <a:noFill/>
          </a:ln>
        </p:spPr>
      </p:pic>
      <p:sp>
        <p:nvSpPr>
          <p:cNvPr id="431" name="Google Shape;431;p27"/>
          <p:cNvSpPr txBox="1"/>
          <p:nvPr/>
        </p:nvSpPr>
        <p:spPr>
          <a:xfrm>
            <a:off x="11906432" y="5676500"/>
            <a:ext cx="6276637" cy="2293513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76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但是好后，可以正常打</a:t>
            </a:r>
            <a:r>
              <a:rPr lang="en-US" sz="36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。</a:t>
            </a:r>
            <a:endParaRPr sz="3600" b="0" i="0" u="none" strike="noStrike" cap="none" dirty="0">
              <a:solidFill>
                <a:srgbClr val="2E2F30"/>
              </a:solidFill>
              <a:latin typeface="SimSun" panose="02010600030101010101" pitchFamily="2" charset="-122"/>
              <a:ea typeface="SimSun" panose="02010600030101010101" pitchFamily="2" charset="-122"/>
              <a:cs typeface="Calibri"/>
              <a:sym typeface="Calibri"/>
            </a:endParaRPr>
          </a:p>
          <a:p>
            <a:pPr marL="0" marR="0" lvl="0" indent="0" algn="l" rtl="0">
              <a:lnSpc>
                <a:spcPct val="1376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* But after getting better, you can play normally.</a:t>
            </a:r>
            <a:endParaRPr sz="110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6" name="Google Shape;436;p28" descr="A person driving a car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85632" y="3145027"/>
            <a:ext cx="5962650" cy="3971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7" name="Google Shape;437;p2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3003918">
            <a:off x="-2517347" y="-2809284"/>
            <a:ext cx="6210571" cy="589812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8" name="Google Shape;438;p2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3003918">
            <a:off x="13037333" y="8909904"/>
            <a:ext cx="6210571" cy="589812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9" name="Google Shape;439;p2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rot="7930059">
            <a:off x="11443997" y="8685982"/>
            <a:ext cx="3552430" cy="3764617"/>
          </a:xfrm>
          <a:prstGeom prst="rect">
            <a:avLst/>
          </a:prstGeom>
          <a:noFill/>
          <a:ln>
            <a:noFill/>
          </a:ln>
        </p:spPr>
      </p:pic>
      <p:sp>
        <p:nvSpPr>
          <p:cNvPr id="440" name="Google Shape;440;p28"/>
          <p:cNvSpPr txBox="1"/>
          <p:nvPr/>
        </p:nvSpPr>
        <p:spPr>
          <a:xfrm>
            <a:off x="1127979" y="357419"/>
            <a:ext cx="5638800" cy="2795381"/>
          </a:xfrm>
          <a:prstGeom prst="rect">
            <a:avLst/>
          </a:prstGeom>
          <a:solidFill>
            <a:srgbClr val="FDE9D8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9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46"/>
              <a:buFont typeface="Calibri"/>
              <a:buNone/>
            </a:pPr>
            <a:endParaRPr sz="5046" b="0" i="0" u="none" strike="noStrike" cap="none" dirty="0">
              <a:solidFill>
                <a:srgbClr val="2E2F3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19996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5046"/>
              <a:buFont typeface="Calibri"/>
              <a:buNone/>
            </a:pPr>
            <a:r>
              <a:rPr lang="en-US" sz="5046" b="0" i="0" u="none" strike="noStrike" cap="none" dirty="0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rPr>
              <a:t>Subject + </a:t>
            </a:r>
            <a:r>
              <a:rPr lang="en-US" sz="5046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能</a:t>
            </a:r>
            <a:r>
              <a:rPr lang="en-US" sz="5046" b="0" i="0" u="none" strike="noStrike" cap="none" dirty="0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rPr>
              <a:t> + Verb</a:t>
            </a:r>
            <a:endParaRPr dirty="0"/>
          </a:p>
          <a:p>
            <a:pPr marL="0" marR="0" lvl="0" indent="0" algn="ctr" rtl="0">
              <a:lnSpc>
                <a:spcPct val="11999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46"/>
              <a:buFont typeface="Calibri"/>
              <a:buNone/>
            </a:pPr>
            <a:endParaRPr sz="5046" b="0" i="0" u="none" strike="noStrike" cap="none" dirty="0">
              <a:solidFill>
                <a:srgbClr val="2E2F3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28"/>
          <p:cNvSpPr txBox="1"/>
          <p:nvPr/>
        </p:nvSpPr>
        <p:spPr>
          <a:xfrm>
            <a:off x="1127979" y="7224156"/>
            <a:ext cx="11452714" cy="2791983"/>
          </a:xfrm>
          <a:prstGeom prst="rect">
            <a:avLst/>
          </a:prstGeom>
          <a:solidFill>
            <a:srgbClr val="E5DFE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1375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000"/>
              <a:buFont typeface="Calibri"/>
              <a:buNone/>
            </a:pPr>
            <a:r>
              <a:rPr lang="en-US" sz="40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Wǒ</a:t>
            </a:r>
            <a:r>
              <a:rPr lang="en-US" sz="40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 </a:t>
            </a:r>
            <a:r>
              <a:rPr lang="en-US" sz="40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hē</a:t>
            </a:r>
            <a:r>
              <a:rPr lang="en-US" sz="40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 </a:t>
            </a:r>
            <a:r>
              <a:rPr lang="en-US" sz="40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jiǔ</a:t>
            </a:r>
            <a:r>
              <a:rPr lang="en-US" sz="40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 le, </a:t>
            </a:r>
            <a:r>
              <a:rPr lang="en-US" sz="40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bù</a:t>
            </a:r>
            <a:r>
              <a:rPr lang="en-US" sz="40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40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nénɡ</a:t>
            </a:r>
            <a:r>
              <a:rPr lang="en-US" sz="40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40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kāi</a:t>
            </a:r>
            <a:r>
              <a:rPr lang="en-US" sz="40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40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chē</a:t>
            </a:r>
            <a:r>
              <a:rPr lang="en-US" sz="40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.</a:t>
            </a:r>
            <a:endParaRPr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marL="0" marR="0" lvl="0" indent="0" algn="l" rtl="0">
              <a:lnSpc>
                <a:spcPct val="119996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5046"/>
              <a:buFont typeface="Calibri"/>
              <a:buNone/>
            </a:pPr>
            <a:r>
              <a:rPr lang="en-US" sz="5046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我 喝 酒 了， </a:t>
            </a:r>
            <a:r>
              <a:rPr lang="en-US" sz="5046" b="0" i="0" u="none" strike="noStrike" cap="none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不 能</a:t>
            </a:r>
            <a:r>
              <a:rPr lang="en-US" sz="5046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 开 车。</a:t>
            </a:r>
            <a:endParaRPr sz="5046" b="0" i="0" u="none" strike="noStrike" cap="none" dirty="0">
              <a:solidFill>
                <a:srgbClr val="2E2F30"/>
              </a:solidFill>
              <a:latin typeface="SimSun" panose="02010600030101010101" pitchFamily="2" charset="-122"/>
              <a:ea typeface="SimSun" panose="02010600030101010101" pitchFamily="2" charset="-122"/>
              <a:cs typeface="Calibri"/>
              <a:sym typeface="Calibri"/>
            </a:endParaRPr>
          </a:p>
          <a:p>
            <a:pPr marL="0" marR="0" lvl="0" indent="0" algn="l" rtl="0">
              <a:lnSpc>
                <a:spcPct val="126145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800"/>
              <a:buFont typeface="Times New Roman"/>
              <a:buNone/>
            </a:pPr>
            <a:r>
              <a:rPr lang="en-US" sz="4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/>
                <a:sym typeface="Times New Roman"/>
              </a:rPr>
              <a:t>I drank alcohol, so I can't drive.</a:t>
            </a:r>
            <a:endParaRPr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pic>
        <p:nvPicPr>
          <p:cNvPr id="442" name="Google Shape;442;p28" descr="Close with solid fill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 rot="769530">
            <a:off x="12676629" y="2376621"/>
            <a:ext cx="2878424" cy="2878424"/>
          </a:xfrm>
          <a:prstGeom prst="rect">
            <a:avLst/>
          </a:prstGeom>
          <a:noFill/>
          <a:ln>
            <a:noFill/>
          </a:ln>
        </p:spPr>
      </p:pic>
      <p:sp>
        <p:nvSpPr>
          <p:cNvPr id="443" name="Google Shape;443;p28"/>
          <p:cNvSpPr txBox="1"/>
          <p:nvPr/>
        </p:nvSpPr>
        <p:spPr>
          <a:xfrm>
            <a:off x="11914559" y="6359926"/>
            <a:ext cx="6607827" cy="2803268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7613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400"/>
              <a:buFont typeface="Calibri"/>
              <a:buNone/>
            </a:pPr>
            <a:r>
              <a:rPr lang="en-US" sz="44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* </a:t>
            </a:r>
            <a:r>
              <a:rPr lang="en-US" sz="44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但是不喝酒，能开车</a:t>
            </a:r>
            <a:r>
              <a:rPr lang="en-US" sz="44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。</a:t>
            </a:r>
            <a:br>
              <a:rPr lang="en-US" sz="44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</a:br>
            <a:r>
              <a:rPr lang="en-US" sz="44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* But if I don’t drink alcohol I can drive.</a:t>
            </a:r>
            <a:endParaRPr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pic>
        <p:nvPicPr>
          <p:cNvPr id="444" name="Google Shape;444;p28" descr="Two people sitting at a table with drinks&#10;&#10;Description automatically generated with low confidence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008813" y="3199287"/>
            <a:ext cx="5962650" cy="3971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9" name="Google Shape;449;p2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3003918">
            <a:off x="-2517347" y="-2809284"/>
            <a:ext cx="6210571" cy="589812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0" name="Google Shape;450;p2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3003918">
            <a:off x="13037333" y="8909904"/>
            <a:ext cx="6210571" cy="589812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1" name="Google Shape;451;p2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7930059">
            <a:off x="11443997" y="8685982"/>
            <a:ext cx="3552430" cy="376461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52" name="Google Shape;452;p29"/>
          <p:cNvGrpSpPr/>
          <p:nvPr/>
        </p:nvGrpSpPr>
        <p:grpSpPr>
          <a:xfrm>
            <a:off x="9525000" y="571500"/>
            <a:ext cx="8091423" cy="1614561"/>
            <a:chOff x="-2641600" y="-372432"/>
            <a:chExt cx="10788564" cy="2152748"/>
          </a:xfrm>
        </p:grpSpPr>
        <p:sp>
          <p:nvSpPr>
            <p:cNvPr id="453" name="Google Shape;453;p29"/>
            <p:cNvSpPr txBox="1"/>
            <p:nvPr/>
          </p:nvSpPr>
          <p:spPr>
            <a:xfrm>
              <a:off x="-2641600" y="-372432"/>
              <a:ext cx="8146963" cy="10100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r" rtl="0">
                <a:lnSpc>
                  <a:spcPct val="119996"/>
                </a:lnSpc>
                <a:spcBef>
                  <a:spcPts val="0"/>
                </a:spcBef>
                <a:spcAft>
                  <a:spcPts val="0"/>
                </a:spcAft>
                <a:buClr>
                  <a:srgbClr val="2E2F30"/>
                </a:buClr>
                <a:buSzPts val="5046"/>
                <a:buFont typeface="Calibri"/>
                <a:buNone/>
              </a:pPr>
              <a:r>
                <a:rPr lang="en-US" sz="5046" b="0" i="0" u="none" strike="noStrike" cap="none">
                  <a:solidFill>
                    <a:srgbClr val="2E2F30"/>
                  </a:solidFill>
                  <a:latin typeface="Calibri"/>
                  <a:ea typeface="Calibri"/>
                  <a:cs typeface="Calibri"/>
                  <a:sym typeface="Calibri"/>
                </a:rPr>
                <a:t>生词 New words</a:t>
              </a:r>
              <a:endParaRPr sz="5046" b="0" i="0" u="none" strike="noStrike" cap="none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454" name="Google Shape;454;p29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5750658" y="0"/>
              <a:ext cx="2396306" cy="178031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55" name="Google Shape;455;p29"/>
          <p:cNvSpPr txBox="1"/>
          <p:nvPr/>
        </p:nvSpPr>
        <p:spPr>
          <a:xfrm>
            <a:off x="4923970" y="1832533"/>
            <a:ext cx="8296242" cy="2800447"/>
          </a:xfrm>
          <a:prstGeom prst="rect">
            <a:avLst/>
          </a:prstGeom>
          <a:solidFill>
            <a:srgbClr val="E5DFE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9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46"/>
              <a:buFont typeface="Calibri"/>
              <a:buNone/>
            </a:pPr>
            <a:endParaRPr sz="5046" b="0" i="0" u="none" strike="noStrike" cap="none" dirty="0">
              <a:solidFill>
                <a:srgbClr val="2E2F3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12129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5046"/>
              <a:buFont typeface="Calibri"/>
              <a:buNone/>
            </a:pPr>
            <a:r>
              <a:rPr lang="en-US" sz="5046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可以</a:t>
            </a:r>
            <a:r>
              <a:rPr lang="en-US" sz="5046" b="0" i="0" u="none" strike="noStrike" cap="none" dirty="0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rPr>
              <a:t> v. </a:t>
            </a:r>
            <a:r>
              <a:rPr lang="en-US" sz="5400" b="0" i="0" u="none" strike="noStrike" cap="none" dirty="0" err="1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kěyǐ</a:t>
            </a:r>
            <a:r>
              <a:rPr lang="en-US" sz="5400" b="0" i="0" u="none" strike="noStrike" cap="none" dirty="0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 </a:t>
            </a:r>
            <a:r>
              <a:rPr lang="en-US" sz="4800" b="0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can；may</a:t>
            </a:r>
            <a:endParaRPr sz="48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52652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11500"/>
              <a:buFont typeface="Calibri"/>
              <a:buNone/>
            </a:pPr>
            <a:r>
              <a:rPr lang="en-US" sz="11500" b="0" i="0" u="none" strike="noStrike" cap="none" dirty="0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5046" b="0" i="0" u="none" strike="noStrike" cap="none" dirty="0">
              <a:solidFill>
                <a:srgbClr val="2E2F3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29"/>
          <p:cNvSpPr txBox="1"/>
          <p:nvPr/>
        </p:nvSpPr>
        <p:spPr>
          <a:xfrm>
            <a:off x="1199214" y="4817210"/>
            <a:ext cx="15960788" cy="5318379"/>
          </a:xfrm>
          <a:prstGeom prst="rect">
            <a:avLst/>
          </a:prstGeom>
          <a:solidFill>
            <a:srgbClr val="FDE9D8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19996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5046"/>
              <a:buFont typeface="Calibri"/>
              <a:buNone/>
            </a:pPr>
            <a:r>
              <a:rPr lang="en-US" sz="4800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“</a:t>
            </a:r>
            <a:r>
              <a:rPr lang="en-US" sz="4800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可以”表示“许可”或请求对方做相关事情。同时“能”也可以有同样的用法</a:t>
            </a:r>
            <a:r>
              <a:rPr lang="en-US" sz="4800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。</a:t>
            </a:r>
            <a:endParaRPr sz="4800" dirty="0">
              <a:solidFill>
                <a:srgbClr val="2E2F30"/>
              </a:solidFill>
              <a:latin typeface="SimSun" panose="02010600030101010101" pitchFamily="2" charset="-122"/>
              <a:ea typeface="SimSun" panose="02010600030101010101" pitchFamily="2" charset="-122"/>
              <a:cs typeface="Calibri"/>
            </a:endParaRPr>
          </a:p>
          <a:p>
            <a:pPr marL="0" marR="0" lvl="0" indent="0" algn="just" rtl="0">
              <a:lnSpc>
                <a:spcPct val="119996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5046"/>
              <a:buFont typeface="Calibri"/>
              <a:buNone/>
            </a:pPr>
            <a:r>
              <a:rPr lang="en-US" sz="4800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“</a:t>
            </a:r>
            <a:r>
              <a:rPr lang="en-US" sz="4800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可以</a:t>
            </a:r>
            <a:r>
              <a:rPr lang="en-US" sz="4800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” means “may” or “to be allowed to”, which expresses having another person's permission or asking someone to do something. “能” can also be used in the same way. </a:t>
            </a:r>
            <a:endParaRPr sz="4800" dirty="0">
              <a:solidFill>
                <a:srgbClr val="2E2F30"/>
              </a:solidFill>
              <a:latin typeface="SimSun" panose="02010600030101010101" pitchFamily="2" charset="-122"/>
              <a:ea typeface="SimSun" panose="02010600030101010101" pitchFamily="2" charset="-122"/>
              <a:cs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1" name="Google Shape;461;p30" descr="A couple of men playing basketball&#10;&#10;Description automatically generated with medium confidenc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24705" y="2022896"/>
            <a:ext cx="8038590" cy="5020908"/>
          </a:xfrm>
          <a:prstGeom prst="rect">
            <a:avLst/>
          </a:prstGeom>
          <a:noFill/>
          <a:ln>
            <a:noFill/>
          </a:ln>
        </p:spPr>
      </p:pic>
      <p:pic>
        <p:nvPicPr>
          <p:cNvPr id="462" name="Google Shape;462;p3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3003918">
            <a:off x="-2517347" y="-2809284"/>
            <a:ext cx="6210571" cy="589812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3" name="Google Shape;463;p3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3003918">
            <a:off x="13037333" y="8909904"/>
            <a:ext cx="6210571" cy="589812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4" name="Google Shape;464;p30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rot="7930059">
            <a:off x="11443997" y="8685982"/>
            <a:ext cx="3552430" cy="3764617"/>
          </a:xfrm>
          <a:prstGeom prst="rect">
            <a:avLst/>
          </a:prstGeom>
          <a:noFill/>
          <a:ln>
            <a:noFill/>
          </a:ln>
        </p:spPr>
      </p:pic>
      <p:sp>
        <p:nvSpPr>
          <p:cNvPr id="465" name="Google Shape;465;p30"/>
          <p:cNvSpPr txBox="1"/>
          <p:nvPr/>
        </p:nvSpPr>
        <p:spPr>
          <a:xfrm>
            <a:off x="1127978" y="357419"/>
            <a:ext cx="6796821" cy="2795381"/>
          </a:xfrm>
          <a:prstGeom prst="rect">
            <a:avLst/>
          </a:prstGeom>
          <a:solidFill>
            <a:srgbClr val="FDE9D8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9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46"/>
              <a:buFont typeface="Calibri"/>
              <a:buNone/>
            </a:pPr>
            <a:endParaRPr sz="5046" b="0" i="0" u="none" strike="noStrike" cap="none" dirty="0">
              <a:solidFill>
                <a:srgbClr val="2E2F3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19996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5046"/>
              <a:buFont typeface="Calibri"/>
              <a:buNone/>
            </a:pPr>
            <a:r>
              <a:rPr lang="en-US" sz="5046" b="0" i="0" u="none" strike="noStrike" cap="none" dirty="0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rPr>
              <a:t>Subject + </a:t>
            </a:r>
            <a:r>
              <a:rPr lang="en-US" sz="5046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可以</a:t>
            </a:r>
            <a:r>
              <a:rPr lang="en-US" sz="5046" b="0" i="0" u="none" strike="noStrike" cap="none" dirty="0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rPr>
              <a:t>  + Verb</a:t>
            </a:r>
            <a:endParaRPr dirty="0"/>
          </a:p>
          <a:p>
            <a:pPr marL="0" marR="0" lvl="0" indent="0" algn="ctr" rtl="0">
              <a:lnSpc>
                <a:spcPct val="11999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46"/>
              <a:buFont typeface="Calibri"/>
              <a:buNone/>
            </a:pPr>
            <a:endParaRPr sz="5046" b="0" i="0" u="none" strike="noStrike" cap="none" dirty="0">
              <a:solidFill>
                <a:srgbClr val="2E2F3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30"/>
          <p:cNvSpPr txBox="1"/>
          <p:nvPr/>
        </p:nvSpPr>
        <p:spPr>
          <a:xfrm>
            <a:off x="3433483" y="6736429"/>
            <a:ext cx="11452714" cy="2409314"/>
          </a:xfrm>
          <a:prstGeom prst="rect">
            <a:avLst/>
          </a:prstGeom>
          <a:solidFill>
            <a:srgbClr val="E5DFE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1375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000"/>
              <a:buFont typeface="Calibri"/>
              <a:buNone/>
            </a:pPr>
            <a:r>
              <a:rPr lang="en-US" sz="32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Nǐ</a:t>
            </a:r>
            <a:r>
              <a:rPr lang="en-US" sz="32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  </a:t>
            </a:r>
            <a:r>
              <a:rPr lang="en-US" sz="32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kěyǐ</a:t>
            </a:r>
            <a:r>
              <a:rPr lang="en-US" sz="32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/</a:t>
            </a:r>
            <a:r>
              <a:rPr lang="en-US" sz="32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néng</a:t>
            </a:r>
            <a:r>
              <a:rPr lang="en-US" sz="32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 </a:t>
            </a:r>
            <a:r>
              <a:rPr lang="en-US" sz="32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hé</a:t>
            </a:r>
            <a:r>
              <a:rPr lang="en-US" sz="32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 </a:t>
            </a:r>
            <a:r>
              <a:rPr lang="en-US" sz="32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wǒ</a:t>
            </a:r>
            <a:r>
              <a:rPr lang="en-US" sz="32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 </a:t>
            </a:r>
            <a:r>
              <a:rPr lang="en-US" sz="32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yìqǐ</a:t>
            </a:r>
            <a:r>
              <a:rPr lang="en-US" sz="32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 </a:t>
            </a:r>
            <a:r>
              <a:rPr lang="en-US" sz="32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qù</a:t>
            </a:r>
            <a:r>
              <a:rPr lang="en-US" sz="32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 </a:t>
            </a:r>
            <a:r>
              <a:rPr lang="en-US" sz="32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dǎ</a:t>
            </a:r>
            <a:r>
              <a:rPr lang="en-US" sz="32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 </a:t>
            </a:r>
            <a:r>
              <a:rPr lang="en-US" sz="32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lánqiú</a:t>
            </a:r>
            <a:r>
              <a:rPr lang="en-US" sz="32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ma?</a:t>
            </a:r>
            <a:endParaRPr sz="1100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marL="0" marR="0" lvl="0" indent="0" algn="l" rtl="0">
              <a:lnSpc>
                <a:spcPct val="119996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5046"/>
              <a:buFont typeface="Calibri"/>
              <a:buNone/>
            </a:pPr>
            <a:r>
              <a:rPr lang="en-US" sz="44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你 </a:t>
            </a:r>
            <a:r>
              <a:rPr lang="en-US" sz="4400" b="0" i="0" u="none" strike="noStrike" cap="none" dirty="0" err="1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可以</a:t>
            </a:r>
            <a:r>
              <a:rPr lang="en-US" sz="4400" b="0" i="0" u="none" strike="noStrike" cap="none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/能</a:t>
            </a:r>
            <a:r>
              <a:rPr lang="en-US" sz="44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和 我 </a:t>
            </a:r>
            <a:r>
              <a:rPr lang="en-US" sz="44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一起</a:t>
            </a:r>
            <a:r>
              <a:rPr lang="en-US" sz="44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去 打 </a:t>
            </a:r>
            <a:r>
              <a:rPr lang="en-US" sz="44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篮球</a:t>
            </a:r>
            <a:r>
              <a:rPr lang="en-US" sz="44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吗？</a:t>
            </a:r>
            <a:endParaRPr sz="4400" b="0" i="0" u="none" strike="noStrike" cap="none" dirty="0">
              <a:solidFill>
                <a:srgbClr val="2E2F30"/>
              </a:solidFill>
              <a:latin typeface="SimSun" panose="02010600030101010101" pitchFamily="2" charset="-122"/>
              <a:ea typeface="SimSun" panose="02010600030101010101" pitchFamily="2" charset="-122"/>
              <a:cs typeface="Calibri"/>
              <a:sym typeface="Calibri"/>
            </a:endParaRPr>
          </a:p>
          <a:p>
            <a:pPr marL="0" marR="0" lvl="0" indent="0" algn="l" rtl="0">
              <a:lnSpc>
                <a:spcPct val="126145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800"/>
              <a:buFont typeface="Times New Roman"/>
              <a:buNone/>
            </a:pPr>
            <a:r>
              <a:rPr lang="en-US" sz="40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/>
                <a:sym typeface="Times New Roman"/>
              </a:rPr>
              <a:t>Could you play basketball with me?</a:t>
            </a:r>
            <a:endParaRPr sz="110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467" name="Google Shape;467;p30"/>
          <p:cNvSpPr txBox="1"/>
          <p:nvPr/>
        </p:nvSpPr>
        <p:spPr>
          <a:xfrm>
            <a:off x="4842536" y="9145742"/>
            <a:ext cx="4018782" cy="934423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7613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400"/>
              <a:buFont typeface="Calibri"/>
              <a:buNone/>
            </a:pPr>
            <a:r>
              <a:rPr lang="en-US" sz="44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能</a:t>
            </a:r>
            <a:r>
              <a:rPr lang="en-US" sz="44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/</a:t>
            </a:r>
            <a:r>
              <a:rPr lang="en-US" sz="44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不能</a:t>
            </a:r>
            <a:endParaRPr sz="4400" b="0" i="0" u="none" strike="noStrike" cap="none" dirty="0">
              <a:solidFill>
                <a:srgbClr val="2E2F30"/>
              </a:solidFill>
              <a:latin typeface="SimSun" panose="02010600030101010101" pitchFamily="2" charset="-122"/>
              <a:ea typeface="SimSun" panose="02010600030101010101" pitchFamily="2" charset="-122"/>
              <a:cs typeface="Calibri"/>
              <a:sym typeface="Calibri"/>
            </a:endParaRPr>
          </a:p>
        </p:txBody>
      </p:sp>
      <p:sp>
        <p:nvSpPr>
          <p:cNvPr id="468" name="Google Shape;468;p30"/>
          <p:cNvSpPr txBox="1"/>
          <p:nvPr/>
        </p:nvSpPr>
        <p:spPr>
          <a:xfrm>
            <a:off x="9041178" y="9145741"/>
            <a:ext cx="4018791" cy="934423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7613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400"/>
              <a:buFont typeface="Calibri"/>
              <a:buNone/>
            </a:pPr>
            <a:r>
              <a:rPr lang="en-US" sz="44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可以</a:t>
            </a:r>
            <a:r>
              <a:rPr lang="en-US" sz="44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/</a:t>
            </a:r>
            <a:r>
              <a:rPr lang="en-US" sz="44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不可以</a:t>
            </a:r>
            <a:endParaRPr sz="4400" b="0" i="0" u="none" strike="noStrike" cap="none" dirty="0">
              <a:solidFill>
                <a:srgbClr val="2E2F30"/>
              </a:solidFill>
              <a:latin typeface="SimSun" panose="02010600030101010101" pitchFamily="2" charset="-122"/>
              <a:ea typeface="SimSun" panose="02010600030101010101" pitchFamily="2" charset="-122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3" name="Google Shape;473;p31" descr="A picture containing floor, chair, room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33999" y="1685942"/>
            <a:ext cx="7620000" cy="5075942"/>
          </a:xfrm>
          <a:prstGeom prst="rect">
            <a:avLst/>
          </a:prstGeom>
          <a:noFill/>
          <a:ln>
            <a:noFill/>
          </a:ln>
        </p:spPr>
      </p:pic>
      <p:pic>
        <p:nvPicPr>
          <p:cNvPr id="474" name="Google Shape;474;p3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3003918">
            <a:off x="-2517347" y="-2809284"/>
            <a:ext cx="6210571" cy="589812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5" name="Google Shape;475;p3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3003918">
            <a:off x="13037333" y="8909904"/>
            <a:ext cx="6210571" cy="589812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6" name="Google Shape;476;p31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rot="7930059">
            <a:off x="11443997" y="8685982"/>
            <a:ext cx="3552430" cy="3764617"/>
          </a:xfrm>
          <a:prstGeom prst="rect">
            <a:avLst/>
          </a:prstGeom>
          <a:noFill/>
          <a:ln>
            <a:noFill/>
          </a:ln>
        </p:spPr>
      </p:pic>
      <p:sp>
        <p:nvSpPr>
          <p:cNvPr id="477" name="Google Shape;477;p31"/>
          <p:cNvSpPr txBox="1"/>
          <p:nvPr/>
        </p:nvSpPr>
        <p:spPr>
          <a:xfrm>
            <a:off x="1127978" y="357419"/>
            <a:ext cx="6796821" cy="2322046"/>
          </a:xfrm>
          <a:prstGeom prst="rect">
            <a:avLst/>
          </a:prstGeom>
          <a:solidFill>
            <a:srgbClr val="FDE9D8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9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46"/>
              <a:buFont typeface="Calibri"/>
              <a:buNone/>
            </a:pPr>
            <a:endParaRPr sz="5046" b="0" i="0" u="none" strike="noStrike" cap="none">
              <a:solidFill>
                <a:srgbClr val="2E2F3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19996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5046"/>
              <a:buFont typeface="Calibri"/>
              <a:buNone/>
            </a:pPr>
            <a:r>
              <a:rPr lang="en-US" sz="5046" b="0" i="0" u="none" strike="noStrike" cap="none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rPr>
              <a:t>Subject + 可以  + Verb</a:t>
            </a:r>
            <a:endParaRPr/>
          </a:p>
          <a:p>
            <a:pPr marL="0" marR="0" lvl="0" indent="0" algn="ctr" rtl="0">
              <a:lnSpc>
                <a:spcPct val="11999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46"/>
              <a:buFont typeface="Calibri"/>
              <a:buNone/>
            </a:pPr>
            <a:endParaRPr sz="5046" b="0" i="0" u="none" strike="noStrike" cap="none">
              <a:solidFill>
                <a:srgbClr val="2E2F3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31"/>
          <p:cNvSpPr txBox="1"/>
          <p:nvPr/>
        </p:nvSpPr>
        <p:spPr>
          <a:xfrm>
            <a:off x="4650441" y="6664377"/>
            <a:ext cx="11342594" cy="2576090"/>
          </a:xfrm>
          <a:prstGeom prst="rect">
            <a:avLst/>
          </a:prstGeom>
          <a:solidFill>
            <a:srgbClr val="E5DFE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1375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000"/>
              <a:buFont typeface="Calibri"/>
              <a:buNone/>
            </a:pPr>
            <a:r>
              <a:rPr lang="en-US" sz="36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Wǒ</a:t>
            </a:r>
            <a:r>
              <a:rPr lang="en-US" sz="36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 </a:t>
            </a:r>
            <a:r>
              <a:rPr lang="en-US" sz="36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kěyǐ</a:t>
            </a:r>
            <a:r>
              <a:rPr lang="en-US" sz="36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/</a:t>
            </a:r>
            <a:r>
              <a:rPr lang="en-US" sz="36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néng</a:t>
            </a:r>
            <a:r>
              <a:rPr lang="en-US" sz="36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36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jìn</a:t>
            </a:r>
            <a:r>
              <a:rPr lang="en-US" sz="36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 </a:t>
            </a:r>
            <a:r>
              <a:rPr lang="en-US" sz="36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lái</a:t>
            </a:r>
            <a:r>
              <a:rPr lang="en-US" sz="36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ma?</a:t>
            </a:r>
            <a:endParaRPr sz="1200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marL="0" marR="0" lvl="0" indent="0" algn="l" rtl="0">
              <a:lnSpc>
                <a:spcPct val="119996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5046"/>
              <a:buFont typeface="Calibri"/>
              <a:buNone/>
            </a:pPr>
            <a:r>
              <a:rPr lang="en-US" sz="4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我 </a:t>
            </a:r>
            <a:r>
              <a:rPr lang="en-US" sz="4800" b="0" i="0" u="none" strike="noStrike" cap="none" dirty="0" err="1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可以</a:t>
            </a:r>
            <a:r>
              <a:rPr lang="en-US" sz="4800" b="0" i="0" u="none" strike="noStrike" cap="none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/能</a:t>
            </a:r>
            <a:r>
              <a:rPr lang="en-US" sz="4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进 来 吗？</a:t>
            </a:r>
            <a:endParaRPr sz="4800" b="0" i="0" u="none" strike="noStrike" cap="none" dirty="0">
              <a:solidFill>
                <a:srgbClr val="2E2F30"/>
              </a:solidFill>
              <a:latin typeface="SimSun" panose="02010600030101010101" pitchFamily="2" charset="-122"/>
              <a:ea typeface="SimSun" panose="02010600030101010101" pitchFamily="2" charset="-122"/>
              <a:cs typeface="Calibri"/>
              <a:sym typeface="Calibri"/>
            </a:endParaRPr>
          </a:p>
          <a:p>
            <a:pPr marL="0" marR="0" lvl="0" indent="0" algn="l" rtl="0">
              <a:lnSpc>
                <a:spcPct val="126145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800"/>
              <a:buFont typeface="Times New Roman"/>
              <a:buNone/>
            </a:pPr>
            <a:r>
              <a:rPr lang="en-US" sz="44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/>
                <a:sym typeface="Times New Roman"/>
              </a:rPr>
              <a:t>May I come in? (to ask for permission)</a:t>
            </a:r>
            <a:endParaRPr sz="120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479" name="Google Shape;479;p31"/>
          <p:cNvSpPr txBox="1"/>
          <p:nvPr/>
        </p:nvSpPr>
        <p:spPr>
          <a:xfrm>
            <a:off x="3858475" y="9352577"/>
            <a:ext cx="3796828" cy="934423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7613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400"/>
              <a:buFont typeface="Calibri"/>
              <a:buNone/>
            </a:pPr>
            <a:r>
              <a:rPr lang="en-US" sz="44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能</a:t>
            </a:r>
            <a:r>
              <a:rPr lang="en-US" sz="44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/</a:t>
            </a:r>
            <a:r>
              <a:rPr lang="en-US" sz="44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不能</a:t>
            </a:r>
            <a:endParaRPr sz="4400" b="0" i="0" u="none" strike="noStrike" cap="none" dirty="0">
              <a:solidFill>
                <a:srgbClr val="2E2F30"/>
              </a:solidFill>
              <a:latin typeface="SimSun" panose="02010600030101010101" pitchFamily="2" charset="-122"/>
              <a:ea typeface="SimSun" panose="02010600030101010101" pitchFamily="2" charset="-122"/>
              <a:cs typeface="Calibri"/>
              <a:sym typeface="Calibri"/>
            </a:endParaRPr>
          </a:p>
        </p:txBody>
      </p:sp>
      <p:sp>
        <p:nvSpPr>
          <p:cNvPr id="480" name="Google Shape;480;p31"/>
          <p:cNvSpPr txBox="1"/>
          <p:nvPr/>
        </p:nvSpPr>
        <p:spPr>
          <a:xfrm>
            <a:off x="9006508" y="9204895"/>
            <a:ext cx="4156788" cy="934422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7613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400"/>
              <a:buFont typeface="Calibri"/>
              <a:buNone/>
            </a:pPr>
            <a:r>
              <a:rPr lang="en-US" sz="44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可以</a:t>
            </a:r>
            <a:r>
              <a:rPr lang="en-US" sz="44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/</a:t>
            </a:r>
            <a:r>
              <a:rPr lang="en-US" sz="44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不可以</a:t>
            </a:r>
            <a:endParaRPr sz="4400" b="0" i="0" u="none" strike="noStrike" cap="none" dirty="0">
              <a:solidFill>
                <a:srgbClr val="2E2F30"/>
              </a:solidFill>
              <a:latin typeface="SimSun" panose="02010600030101010101" pitchFamily="2" charset="-122"/>
              <a:ea typeface="SimSun" panose="02010600030101010101" pitchFamily="2" charset="-122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5" name="Google Shape;485;p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3003918">
            <a:off x="-2517347" y="-2809284"/>
            <a:ext cx="6210571" cy="589812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6" name="Google Shape;486;p3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3003918">
            <a:off x="13037333" y="8909904"/>
            <a:ext cx="6210571" cy="589812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7" name="Google Shape;487;p3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7930059">
            <a:off x="11443997" y="8685982"/>
            <a:ext cx="3552430" cy="3764617"/>
          </a:xfrm>
          <a:prstGeom prst="rect">
            <a:avLst/>
          </a:prstGeom>
          <a:noFill/>
          <a:ln>
            <a:noFill/>
          </a:ln>
        </p:spPr>
      </p:pic>
      <p:sp>
        <p:nvSpPr>
          <p:cNvPr id="488" name="Google Shape;488;p32"/>
          <p:cNvSpPr txBox="1"/>
          <p:nvPr/>
        </p:nvSpPr>
        <p:spPr>
          <a:xfrm>
            <a:off x="1447800" y="2691875"/>
            <a:ext cx="15963900" cy="7485895"/>
          </a:xfrm>
          <a:prstGeom prst="rect">
            <a:avLst/>
          </a:prstGeom>
          <a:solidFill>
            <a:srgbClr val="E5DFE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19996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5046"/>
              <a:buFont typeface="Calibri"/>
              <a:buNone/>
            </a:pPr>
            <a:r>
              <a:rPr lang="en-US" sz="5046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能愿动词“会”、“</a:t>
            </a:r>
            <a:r>
              <a:rPr lang="en-US" sz="5046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能”与“可以”在句子中经常放在动词前边表示能力或可能。能愿动词的否定式是在能愿动词前边加上“不</a:t>
            </a:r>
            <a:r>
              <a:rPr lang="en-US" sz="5046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”。</a:t>
            </a:r>
          </a:p>
          <a:p>
            <a:pPr marL="0" marR="0" lvl="0" indent="0" algn="just" rtl="0">
              <a:lnSpc>
                <a:spcPct val="119996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5046"/>
              <a:buFont typeface="Calibri"/>
              <a:buNone/>
            </a:pPr>
            <a:endParaRPr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5046"/>
              <a:buFont typeface="Calibri"/>
              <a:buNone/>
            </a:pPr>
            <a:r>
              <a:rPr lang="en-US" sz="4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Modal verbs “会”, “能” and “</a:t>
            </a:r>
            <a:r>
              <a:rPr lang="en-US" sz="4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可以</a:t>
            </a:r>
            <a:r>
              <a:rPr lang="en-US" sz="4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” are often put before verbs to show capability or possibility. To use the negative form you may put “不” before modal verb.  </a:t>
            </a:r>
            <a:endParaRPr sz="4800" b="0" i="0" u="none" strike="noStrike" cap="none" dirty="0">
              <a:solidFill>
                <a:srgbClr val="2E2F30"/>
              </a:solidFill>
              <a:latin typeface="SimSun" panose="02010600030101010101" pitchFamily="2" charset="-122"/>
              <a:ea typeface="SimSun" panose="02010600030101010101" pitchFamily="2" charset="-122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3" name="Google Shape;493;p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9243" y="1059834"/>
            <a:ext cx="2896381" cy="2712066"/>
          </a:xfrm>
          <a:prstGeom prst="rect">
            <a:avLst/>
          </a:prstGeom>
          <a:noFill/>
          <a:ln>
            <a:noFill/>
          </a:ln>
        </p:spPr>
      </p:pic>
      <p:pic>
        <p:nvPicPr>
          <p:cNvPr id="494" name="Google Shape;494;p3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4966628" y="3826163"/>
            <a:ext cx="3097475" cy="2900363"/>
          </a:xfrm>
          <a:prstGeom prst="rect">
            <a:avLst/>
          </a:prstGeom>
          <a:noFill/>
          <a:ln>
            <a:noFill/>
          </a:ln>
        </p:spPr>
      </p:pic>
      <p:pic>
        <p:nvPicPr>
          <p:cNvPr id="495" name="Google Shape;495;p3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00983" y="5780740"/>
            <a:ext cx="3097476" cy="2900364"/>
          </a:xfrm>
          <a:prstGeom prst="rect">
            <a:avLst/>
          </a:prstGeom>
          <a:noFill/>
          <a:ln>
            <a:noFill/>
          </a:ln>
        </p:spPr>
      </p:pic>
      <p:pic>
        <p:nvPicPr>
          <p:cNvPr id="496" name="Google Shape;496;p33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5046809" y="3771900"/>
            <a:ext cx="813730" cy="760467"/>
          </a:xfrm>
          <a:prstGeom prst="rect">
            <a:avLst/>
          </a:prstGeom>
          <a:noFill/>
          <a:ln>
            <a:noFill/>
          </a:ln>
        </p:spPr>
      </p:pic>
      <p:pic>
        <p:nvPicPr>
          <p:cNvPr id="497" name="Google Shape;497;p33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 rot="583054">
            <a:off x="2602656" y="620926"/>
            <a:ext cx="1115858" cy="1075281"/>
          </a:xfrm>
          <a:prstGeom prst="rect">
            <a:avLst/>
          </a:prstGeom>
          <a:noFill/>
          <a:ln>
            <a:noFill/>
          </a:ln>
        </p:spPr>
      </p:pic>
      <p:pic>
        <p:nvPicPr>
          <p:cNvPr id="498" name="Google Shape;498;p33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 rot="1701558">
            <a:off x="3166279" y="6637001"/>
            <a:ext cx="360878" cy="2450404"/>
          </a:xfrm>
          <a:prstGeom prst="rect">
            <a:avLst/>
          </a:prstGeom>
          <a:noFill/>
          <a:ln>
            <a:noFill/>
          </a:ln>
        </p:spPr>
      </p:pic>
      <p:sp>
        <p:nvSpPr>
          <p:cNvPr id="499" name="Google Shape;499;p33"/>
          <p:cNvSpPr txBox="1"/>
          <p:nvPr/>
        </p:nvSpPr>
        <p:spPr>
          <a:xfrm>
            <a:off x="7478429" y="314886"/>
            <a:ext cx="3624367" cy="744948"/>
          </a:xfrm>
          <a:prstGeom prst="rect">
            <a:avLst/>
          </a:prstGeom>
          <a:solidFill>
            <a:srgbClr val="E5DFE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96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5046"/>
              <a:buFont typeface="Calibri"/>
              <a:buNone/>
            </a:pPr>
            <a:r>
              <a:rPr lang="en-US" sz="5046" b="1" i="0" u="none" strike="noStrike" cap="none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rPr>
              <a:t>会话（一）</a:t>
            </a:r>
            <a:endParaRPr sz="5046" b="1" i="0" u="none" strike="noStrike" cap="none">
              <a:solidFill>
                <a:srgbClr val="2E2F3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00" name="Google Shape;500;p33" descr="A picture containing doll, toy, vector graphics&#10;&#10;Description automatically generated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90600" y="1181100"/>
            <a:ext cx="2063546" cy="2063546"/>
          </a:xfrm>
          <a:prstGeom prst="rect">
            <a:avLst/>
          </a:prstGeom>
          <a:noFill/>
          <a:ln>
            <a:noFill/>
          </a:ln>
        </p:spPr>
      </p:pic>
      <p:sp>
        <p:nvSpPr>
          <p:cNvPr id="501" name="Google Shape;501;p33"/>
          <p:cNvSpPr txBox="1"/>
          <p:nvPr/>
        </p:nvSpPr>
        <p:spPr>
          <a:xfrm>
            <a:off x="3445503" y="1790700"/>
            <a:ext cx="14356721" cy="1865126"/>
          </a:xfrm>
          <a:prstGeom prst="rect">
            <a:avLst/>
          </a:prstGeom>
          <a:solidFill>
            <a:srgbClr val="D6E3B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216249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2800"/>
              <a:buFont typeface="Calibri"/>
              <a:buNone/>
            </a:pPr>
            <a:r>
              <a:rPr lang="en-US" sz="280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Fēi</a:t>
            </a:r>
            <a:r>
              <a:rPr lang="en-US" sz="280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 </a:t>
            </a:r>
            <a:r>
              <a:rPr lang="en-US" sz="280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fēi</a:t>
            </a:r>
            <a:r>
              <a:rPr lang="en-US" sz="280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  </a:t>
            </a:r>
            <a:r>
              <a:rPr lang="en-US" sz="280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Nǐ</a:t>
            </a:r>
            <a:r>
              <a:rPr lang="en-US" sz="280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280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huì</a:t>
            </a:r>
            <a:r>
              <a:rPr lang="en-US" sz="2800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280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dǎ</a:t>
            </a:r>
            <a:r>
              <a:rPr lang="en-US" sz="280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 </a:t>
            </a:r>
            <a:r>
              <a:rPr lang="en-US" sz="280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lánqiú</a:t>
            </a:r>
            <a:r>
              <a:rPr lang="en-US" sz="280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280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mɑ</a:t>
            </a:r>
            <a:r>
              <a:rPr lang="en-US" sz="280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? </a:t>
            </a:r>
            <a:r>
              <a:rPr lang="en-US" sz="280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Jīntiān</a:t>
            </a:r>
            <a:r>
              <a:rPr lang="en-US" sz="280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280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xiàwǔ</a:t>
            </a:r>
            <a:r>
              <a:rPr lang="en-US" sz="280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 </a:t>
            </a:r>
            <a:r>
              <a:rPr lang="en-US" sz="280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wǒmen</a:t>
            </a:r>
            <a:r>
              <a:rPr lang="en-US" sz="280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280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qù</a:t>
            </a:r>
            <a:r>
              <a:rPr lang="en-US" sz="280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280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dǎ</a:t>
            </a:r>
            <a:r>
              <a:rPr lang="en-US" sz="280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280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lánqiú</a:t>
            </a:r>
            <a:r>
              <a:rPr lang="en-US" sz="280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 </a:t>
            </a:r>
            <a:r>
              <a:rPr lang="en-US" sz="280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bɑ</a:t>
            </a:r>
            <a:r>
              <a:rPr lang="en-US" sz="280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.</a:t>
            </a:r>
            <a:endParaRPr sz="2800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marL="0" marR="0" lvl="0" indent="0" algn="l" rtl="0">
              <a:lnSpc>
                <a:spcPct val="137613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400"/>
              <a:buFont typeface="Calibri"/>
              <a:buNone/>
            </a:pPr>
            <a:r>
              <a:rPr lang="en-US" sz="4400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飞 </a:t>
            </a:r>
            <a:r>
              <a:rPr lang="en-US" sz="4400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飞：你会打篮球</a:t>
            </a:r>
            <a:r>
              <a:rPr lang="en-US" sz="4400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4400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吗？今天</a:t>
            </a:r>
            <a:r>
              <a:rPr lang="en-US" sz="4400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4400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下午我们去打篮球吧</a:t>
            </a:r>
            <a:r>
              <a:rPr lang="en-US" sz="4400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。</a:t>
            </a:r>
            <a:endParaRPr sz="4400" dirty="0">
              <a:solidFill>
                <a:srgbClr val="2E2F30"/>
              </a:solidFill>
              <a:latin typeface="SimSun" panose="02010600030101010101" pitchFamily="2" charset="-122"/>
              <a:ea typeface="SimSun" panose="02010600030101010101" pitchFamily="2" charset="-122"/>
              <a:cs typeface="Calibri"/>
              <a:sym typeface="Calibri"/>
            </a:endParaRPr>
          </a:p>
        </p:txBody>
      </p:sp>
      <p:pic>
        <p:nvPicPr>
          <p:cNvPr id="502" name="Google Shape;502;p33" descr="A person wearing a red shirt&#10;&#10;Description automatically generated with low confidence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5316200" y="3826163"/>
            <a:ext cx="2369908" cy="2369908"/>
          </a:xfrm>
          <a:prstGeom prst="rect">
            <a:avLst/>
          </a:prstGeom>
          <a:noFill/>
          <a:ln>
            <a:noFill/>
          </a:ln>
        </p:spPr>
      </p:pic>
      <p:sp>
        <p:nvSpPr>
          <p:cNvPr id="503" name="Google Shape;503;p33"/>
          <p:cNvSpPr txBox="1"/>
          <p:nvPr/>
        </p:nvSpPr>
        <p:spPr>
          <a:xfrm>
            <a:off x="3746653" y="4300871"/>
            <a:ext cx="11125370" cy="1426865"/>
          </a:xfrm>
          <a:prstGeom prst="rect">
            <a:avLst/>
          </a:prstGeom>
          <a:solidFill>
            <a:srgbClr val="EAF1DD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2800"/>
              <a:buFont typeface="Calibri"/>
              <a:buNone/>
            </a:pPr>
            <a:r>
              <a:rPr lang="en-US" sz="320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Huān</a:t>
            </a:r>
            <a:r>
              <a:rPr lang="en-US" sz="320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320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huān</a:t>
            </a:r>
            <a:r>
              <a:rPr lang="en-US" sz="320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320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Wǒ</a:t>
            </a:r>
            <a:r>
              <a:rPr lang="en-US" sz="320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320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xiǎnɡ</a:t>
            </a:r>
            <a:r>
              <a:rPr lang="en-US" sz="320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320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qù</a:t>
            </a:r>
            <a:r>
              <a:rPr lang="en-US" sz="320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320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dànshì</a:t>
            </a:r>
            <a:r>
              <a:rPr lang="en-US" sz="320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320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wǒ</a:t>
            </a:r>
            <a:r>
              <a:rPr lang="en-US" sz="320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320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bú</a:t>
            </a:r>
            <a:r>
              <a:rPr lang="en-US" sz="320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320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huì</a:t>
            </a:r>
            <a:r>
              <a:rPr lang="en-US" sz="320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 </a:t>
            </a:r>
            <a:r>
              <a:rPr lang="en-US" sz="320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dǎ</a:t>
            </a:r>
            <a:r>
              <a:rPr lang="en-US" sz="320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320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lánqiú</a:t>
            </a:r>
            <a:r>
              <a:rPr lang="en-US" sz="320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.</a:t>
            </a:r>
            <a:endParaRPr sz="1600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marL="0" marR="0" lvl="0" indent="0" algn="l" rtl="0">
              <a:lnSpc>
                <a:spcPct val="137613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400"/>
              <a:buFont typeface="Calibri"/>
              <a:buNone/>
            </a:pPr>
            <a:r>
              <a:rPr lang="en-US" sz="4400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欢欢</a:t>
            </a:r>
            <a:r>
              <a:rPr lang="en-US" sz="4400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： 我 想 </a:t>
            </a:r>
            <a:r>
              <a:rPr lang="en-US" sz="4400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去，但是</a:t>
            </a:r>
            <a:r>
              <a:rPr lang="en-US" sz="4400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4400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我不会</a:t>
            </a:r>
            <a:r>
              <a:rPr lang="en-US" sz="4400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打 </a:t>
            </a:r>
            <a:r>
              <a:rPr lang="en-US" sz="4400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篮球</a:t>
            </a:r>
            <a:r>
              <a:rPr lang="en-US" sz="4400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。</a:t>
            </a:r>
            <a:endParaRPr sz="4400" dirty="0">
              <a:solidFill>
                <a:srgbClr val="2E2F30"/>
              </a:solidFill>
              <a:latin typeface="SimSun" panose="02010600030101010101" pitchFamily="2" charset="-122"/>
              <a:ea typeface="SimSun" panose="02010600030101010101" pitchFamily="2" charset="-122"/>
              <a:cs typeface="Calibri"/>
              <a:sym typeface="Calibri"/>
            </a:endParaRPr>
          </a:p>
        </p:txBody>
      </p:sp>
      <p:sp>
        <p:nvSpPr>
          <p:cNvPr id="504" name="Google Shape;504;p33"/>
          <p:cNvSpPr txBox="1"/>
          <p:nvPr/>
        </p:nvSpPr>
        <p:spPr>
          <a:xfrm>
            <a:off x="4087472" y="6372781"/>
            <a:ext cx="13714753" cy="2683812"/>
          </a:xfrm>
          <a:prstGeom prst="rect">
            <a:avLst/>
          </a:prstGeom>
          <a:solidFill>
            <a:srgbClr val="D6E3B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2800"/>
              <a:buFont typeface="Calibri"/>
              <a:buNone/>
            </a:pPr>
            <a:r>
              <a:rPr lang="en-US" sz="3200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Fēi</a:t>
            </a:r>
            <a:r>
              <a:rPr lang="en-US" sz="3200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3200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yǎ</a:t>
            </a:r>
            <a:r>
              <a:rPr lang="en-US" sz="3200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 </a:t>
            </a:r>
            <a:r>
              <a:rPr lang="en-US" sz="3200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Wǒ</a:t>
            </a:r>
            <a:r>
              <a:rPr lang="en-US" sz="3200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3200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huì</a:t>
            </a:r>
            <a:r>
              <a:rPr lang="en-US" sz="3200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3200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dǎ</a:t>
            </a:r>
            <a:r>
              <a:rPr lang="en-US" sz="3200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3200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lánqiú</a:t>
            </a:r>
            <a:r>
              <a:rPr lang="en-US" sz="3200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, </a:t>
            </a:r>
            <a:r>
              <a:rPr lang="en-US" sz="3200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dànshì</a:t>
            </a:r>
            <a:r>
              <a:rPr lang="en-US" sz="3200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3200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jīntiān</a:t>
            </a:r>
            <a:r>
              <a:rPr lang="en-US" sz="3200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3200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xiàwǔ</a:t>
            </a:r>
            <a:r>
              <a:rPr lang="en-US" sz="3200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3200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wǒ</a:t>
            </a:r>
            <a:r>
              <a:rPr lang="en-US" sz="3200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 </a:t>
            </a:r>
            <a:r>
              <a:rPr lang="en-US" sz="3200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yào</a:t>
            </a:r>
            <a:r>
              <a:rPr lang="en-US" sz="3200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 </a:t>
            </a:r>
            <a:r>
              <a:rPr lang="en-US" sz="3200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huí</a:t>
            </a:r>
            <a:r>
              <a:rPr lang="en-US" sz="3200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3200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jiā</a:t>
            </a:r>
            <a:endParaRPr sz="3200" dirty="0">
              <a:solidFill>
                <a:srgbClr val="2E2F30"/>
              </a:solidFill>
              <a:latin typeface="SimSun" panose="02010600030101010101" pitchFamily="2" charset="-122"/>
              <a:ea typeface="SimSun" panose="02010600030101010101" pitchFamily="2" charset="-122"/>
              <a:cs typeface="Calibri"/>
              <a:sym typeface="Calibri"/>
            </a:endParaRPr>
          </a:p>
          <a:p>
            <a:pPr marL="0" marR="0" lvl="0" indent="0" algn="l" rtl="0">
              <a:lnSpc>
                <a:spcPct val="137613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400"/>
              <a:buFont typeface="Calibri"/>
              <a:buNone/>
            </a:pPr>
            <a:r>
              <a:rPr lang="en-US" sz="4000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菲雅：我</a:t>
            </a:r>
            <a:r>
              <a:rPr lang="en-US" sz="4000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会 打 </a:t>
            </a:r>
            <a:r>
              <a:rPr lang="en-US" sz="4000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篮球，但是</a:t>
            </a:r>
            <a:r>
              <a:rPr lang="en-US" sz="4000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4000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今天</a:t>
            </a:r>
            <a:r>
              <a:rPr lang="en-US" sz="4000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 </a:t>
            </a:r>
            <a:r>
              <a:rPr lang="en-US" sz="4000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下午</a:t>
            </a:r>
            <a:r>
              <a:rPr lang="en-US" sz="4000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我 要  </a:t>
            </a:r>
            <a:r>
              <a:rPr lang="zh-CN" altLang="en-US" sz="4000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回家</a:t>
            </a:r>
            <a:endParaRPr sz="4000" dirty="0">
              <a:solidFill>
                <a:srgbClr val="2E2F30"/>
              </a:solidFill>
              <a:latin typeface="SimSun" panose="02010600030101010101" pitchFamily="2" charset="-122"/>
              <a:ea typeface="SimSun" panose="02010600030101010101" pitchFamily="2" charset="-122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2800"/>
              <a:buFont typeface="Calibri"/>
              <a:buNone/>
            </a:pPr>
            <a:r>
              <a:rPr lang="en-US" sz="3200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Bù</a:t>
            </a:r>
            <a:r>
              <a:rPr lang="en-US" sz="3200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3200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nénɡ</a:t>
            </a:r>
            <a:r>
              <a:rPr lang="en-US" sz="3200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3200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ɡēn</a:t>
            </a:r>
            <a:r>
              <a:rPr lang="en-US" sz="3200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3200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nǐmen</a:t>
            </a:r>
            <a:r>
              <a:rPr lang="en-US" sz="3200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 </a:t>
            </a:r>
            <a:r>
              <a:rPr lang="en-US" sz="3200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yìqǐ</a:t>
            </a:r>
            <a:r>
              <a:rPr lang="en-US" sz="3200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3200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qù</a:t>
            </a:r>
            <a:r>
              <a:rPr lang="en-US" sz="3200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. </a:t>
            </a:r>
            <a:endParaRPr sz="3200" dirty="0">
              <a:solidFill>
                <a:srgbClr val="2E2F30"/>
              </a:solidFill>
              <a:latin typeface="SimSun" panose="02010600030101010101" pitchFamily="2" charset="-122"/>
              <a:ea typeface="SimSun" panose="02010600030101010101" pitchFamily="2" charset="-122"/>
              <a:cs typeface="Calibri"/>
              <a:sym typeface="Calibri"/>
            </a:endParaRPr>
          </a:p>
          <a:p>
            <a:pPr marL="0" marR="0" lvl="0" indent="0" algn="l" rtl="0">
              <a:lnSpc>
                <a:spcPct val="137613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400"/>
              <a:buFont typeface="Calibri"/>
              <a:buNone/>
            </a:pPr>
            <a:r>
              <a:rPr lang="en-US" sz="4000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不能</a:t>
            </a:r>
            <a:r>
              <a:rPr lang="en-US" sz="4000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 跟 </a:t>
            </a:r>
            <a:r>
              <a:rPr lang="en-US" sz="4000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你们</a:t>
            </a:r>
            <a:r>
              <a:rPr lang="en-US" sz="4000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4000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一起</a:t>
            </a:r>
            <a:r>
              <a:rPr lang="en-US" sz="4000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去。</a:t>
            </a:r>
            <a:endParaRPr sz="4000" dirty="0">
              <a:solidFill>
                <a:srgbClr val="2E2F30"/>
              </a:solidFill>
              <a:latin typeface="SimSun" panose="02010600030101010101" pitchFamily="2" charset="-122"/>
              <a:ea typeface="SimSun" panose="02010600030101010101" pitchFamily="2" charset="-122"/>
              <a:cs typeface="Calibri"/>
            </a:endParaRPr>
          </a:p>
        </p:txBody>
      </p:sp>
      <p:pic>
        <p:nvPicPr>
          <p:cNvPr id="505" name="Google Shape;505;p33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928306" y="5792600"/>
            <a:ext cx="2344338" cy="2344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0" name="Google Shape;510;p3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4800" y="1059834"/>
            <a:ext cx="2896381" cy="2712066"/>
          </a:xfrm>
          <a:prstGeom prst="rect">
            <a:avLst/>
          </a:prstGeom>
          <a:noFill/>
          <a:ln>
            <a:noFill/>
          </a:ln>
        </p:spPr>
      </p:pic>
      <p:pic>
        <p:nvPicPr>
          <p:cNvPr id="511" name="Google Shape;511;p3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4966628" y="3292763"/>
            <a:ext cx="3097475" cy="2900363"/>
          </a:xfrm>
          <a:prstGeom prst="rect">
            <a:avLst/>
          </a:prstGeom>
          <a:noFill/>
          <a:ln>
            <a:noFill/>
          </a:ln>
        </p:spPr>
      </p:pic>
      <p:pic>
        <p:nvPicPr>
          <p:cNvPr id="512" name="Google Shape;512;p3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5046809" y="3238500"/>
            <a:ext cx="813730" cy="760467"/>
          </a:xfrm>
          <a:prstGeom prst="rect">
            <a:avLst/>
          </a:prstGeom>
          <a:noFill/>
          <a:ln>
            <a:noFill/>
          </a:ln>
        </p:spPr>
      </p:pic>
      <p:pic>
        <p:nvPicPr>
          <p:cNvPr id="513" name="Google Shape;513;p3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rot="583054">
            <a:off x="2230788" y="628959"/>
            <a:ext cx="1115858" cy="1075281"/>
          </a:xfrm>
          <a:prstGeom prst="rect">
            <a:avLst/>
          </a:prstGeom>
          <a:noFill/>
          <a:ln>
            <a:noFill/>
          </a:ln>
        </p:spPr>
      </p:pic>
      <p:sp>
        <p:nvSpPr>
          <p:cNvPr id="514" name="Google Shape;514;p34"/>
          <p:cNvSpPr txBox="1"/>
          <p:nvPr/>
        </p:nvSpPr>
        <p:spPr>
          <a:xfrm>
            <a:off x="14048355" y="288870"/>
            <a:ext cx="3624367" cy="744948"/>
          </a:xfrm>
          <a:prstGeom prst="rect">
            <a:avLst/>
          </a:prstGeom>
          <a:solidFill>
            <a:srgbClr val="E5DFE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96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5046"/>
              <a:buFont typeface="Calibri"/>
              <a:buNone/>
            </a:pPr>
            <a:r>
              <a:rPr lang="en-US" sz="5046" b="1" i="0" u="none" strike="noStrike" cap="none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rPr>
              <a:t>会话（一）</a:t>
            </a:r>
            <a:endParaRPr sz="5046" b="1" i="0" u="none" strike="noStrike" cap="none">
              <a:solidFill>
                <a:srgbClr val="2E2F3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15" name="Google Shape;515;p34" descr="A picture containing doll, toy, vector graphics&#10;&#10;Description automatically generated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96157" y="1181100"/>
            <a:ext cx="2063546" cy="2063546"/>
          </a:xfrm>
          <a:prstGeom prst="rect">
            <a:avLst/>
          </a:prstGeom>
          <a:noFill/>
          <a:ln>
            <a:noFill/>
          </a:ln>
        </p:spPr>
      </p:pic>
      <p:sp>
        <p:nvSpPr>
          <p:cNvPr id="516" name="Google Shape;516;p34"/>
          <p:cNvSpPr txBox="1"/>
          <p:nvPr/>
        </p:nvSpPr>
        <p:spPr>
          <a:xfrm>
            <a:off x="3396052" y="1638300"/>
            <a:ext cx="14486742" cy="1529073"/>
          </a:xfrm>
          <a:prstGeom prst="rect">
            <a:avLst/>
          </a:prstGeom>
          <a:solidFill>
            <a:srgbClr val="D6E3B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7613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2800"/>
              <a:buFont typeface="SimSun"/>
              <a:buNone/>
            </a:pPr>
            <a:r>
              <a:rPr lang="en-US" sz="2800" i="0" u="none" strike="noStrike" cap="none" dirty="0" err="1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Fēi</a:t>
            </a:r>
            <a:r>
              <a:rPr lang="en-US" sz="2800" i="0" u="none" strike="noStrike" cap="none" dirty="0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  </a:t>
            </a:r>
            <a:r>
              <a:rPr lang="en-US" sz="2800" i="0" u="none" strike="noStrike" cap="none" dirty="0" err="1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fēi</a:t>
            </a:r>
            <a:r>
              <a:rPr lang="en-US" sz="2800" i="0" u="none" strike="noStrike" cap="none" dirty="0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   </a:t>
            </a:r>
            <a:r>
              <a:rPr lang="en-US" sz="2800" i="0" u="none" strike="noStrike" cap="none" dirty="0" err="1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Huān</a:t>
            </a:r>
            <a:r>
              <a:rPr lang="en-US" sz="2800" i="0" u="none" strike="noStrike" cap="none" dirty="0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 </a:t>
            </a:r>
            <a:r>
              <a:rPr lang="en-US" sz="2800" i="0" u="none" strike="noStrike" cap="none" dirty="0" err="1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huān</a:t>
            </a:r>
            <a:r>
              <a:rPr lang="en-US" sz="2800" i="0" u="none" strike="noStrike" cap="none" dirty="0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, </a:t>
            </a:r>
            <a:r>
              <a:rPr lang="en-US" sz="2800" i="0" u="none" strike="noStrike" cap="none" dirty="0" err="1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nǐ</a:t>
            </a:r>
            <a:r>
              <a:rPr lang="en-US" sz="2800" i="0" u="none" strike="noStrike" cap="none" dirty="0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  </a:t>
            </a:r>
            <a:r>
              <a:rPr lang="en-US" sz="2800" i="0" u="none" strike="noStrike" cap="none" dirty="0" err="1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kěyǐ</a:t>
            </a:r>
            <a:r>
              <a:rPr lang="en-US" sz="2800" i="0" u="none" strike="noStrike" cap="none" dirty="0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  </a:t>
            </a:r>
            <a:r>
              <a:rPr lang="en-US" sz="2800" i="0" u="none" strike="noStrike" cap="none" dirty="0" err="1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hé</a:t>
            </a:r>
            <a:r>
              <a:rPr lang="en-US" sz="2800" i="0" u="none" strike="noStrike" cap="none" dirty="0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  </a:t>
            </a:r>
            <a:r>
              <a:rPr lang="en-US" sz="2800" i="0" u="none" strike="noStrike" cap="none" dirty="0" err="1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wǒ</a:t>
            </a:r>
            <a:r>
              <a:rPr lang="en-US" sz="2800" i="0" u="none" strike="noStrike" cap="none" dirty="0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  </a:t>
            </a:r>
            <a:r>
              <a:rPr lang="en-US" sz="2800" i="0" u="none" strike="noStrike" cap="none" dirty="0" err="1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yìqǐ</a:t>
            </a:r>
            <a:r>
              <a:rPr lang="en-US" sz="2800" i="0" u="none" strike="noStrike" cap="none" dirty="0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  </a:t>
            </a:r>
            <a:r>
              <a:rPr lang="en-US" sz="2800" i="0" u="none" strike="noStrike" cap="none" dirty="0" err="1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qù</a:t>
            </a:r>
            <a:r>
              <a:rPr lang="en-US" sz="2800" i="0" u="none" strike="noStrike" cap="none" dirty="0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 </a:t>
            </a:r>
            <a:r>
              <a:rPr lang="en-US" sz="2800" i="0" u="none" strike="noStrike" cap="none" dirty="0" err="1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dǎ</a:t>
            </a:r>
            <a:r>
              <a:rPr lang="en-US" sz="2800" i="0" u="none" strike="noStrike" cap="none" dirty="0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 </a:t>
            </a:r>
            <a:r>
              <a:rPr lang="en-US" sz="2800" i="0" u="none" strike="noStrike" cap="none" dirty="0" err="1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lánqiú</a:t>
            </a:r>
            <a:r>
              <a:rPr lang="en-US" sz="2800" i="0" u="none" strike="noStrike" cap="none" dirty="0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 </a:t>
            </a:r>
            <a:r>
              <a:rPr lang="en-US" sz="2800" i="0" u="none" strike="noStrike" cap="none" dirty="0" err="1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mɑ</a:t>
            </a:r>
            <a:r>
              <a:rPr lang="en-US" sz="2800" i="0" u="none" strike="noStrike" cap="none" dirty="0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?   </a:t>
            </a:r>
            <a:r>
              <a:rPr lang="en-US" sz="2800" i="0" u="none" strike="noStrike" cap="none" dirty="0" err="1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Wǒ</a:t>
            </a:r>
            <a:r>
              <a:rPr lang="en-US" sz="2800" i="0" u="none" strike="noStrike" cap="none" dirty="0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 </a:t>
            </a:r>
            <a:r>
              <a:rPr lang="en-US" sz="2800" i="0" u="none" strike="noStrike" cap="none" dirty="0" err="1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jiāo</a:t>
            </a:r>
            <a:r>
              <a:rPr lang="en-US" sz="2800" i="0" u="none" strike="noStrike" cap="none" dirty="0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 </a:t>
            </a:r>
            <a:r>
              <a:rPr lang="en-US" sz="2800" i="0" u="none" strike="noStrike" cap="none" dirty="0" err="1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nǐ</a:t>
            </a:r>
            <a:r>
              <a:rPr lang="en-US" sz="2800" i="0" u="none" strike="noStrike" cap="none" dirty="0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.</a:t>
            </a:r>
          </a:p>
          <a:p>
            <a:pPr marL="0" marR="0" lvl="0" indent="0" algn="l" rtl="0">
              <a:lnSpc>
                <a:spcPct val="137613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2800"/>
              <a:buFont typeface="SimSun"/>
              <a:buNone/>
            </a:pPr>
            <a:r>
              <a:rPr lang="en-US" sz="4400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飞 </a:t>
            </a:r>
            <a:r>
              <a:rPr lang="en-US" sz="4400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飞：欢</a:t>
            </a:r>
            <a:r>
              <a:rPr lang="en-US" sz="4400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4400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欢，你可以和</a:t>
            </a:r>
            <a:r>
              <a:rPr lang="en-US" sz="4400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4400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我一起去打篮球吗？我</a:t>
            </a:r>
            <a:r>
              <a:rPr lang="en-US" sz="4400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教 你。</a:t>
            </a:r>
            <a:endParaRPr sz="4400" dirty="0">
              <a:solidFill>
                <a:srgbClr val="2E2F30"/>
              </a:solidFill>
              <a:latin typeface="SimSun" panose="02010600030101010101" pitchFamily="2" charset="-122"/>
              <a:ea typeface="SimSun" panose="02010600030101010101" pitchFamily="2" charset="-122"/>
              <a:cs typeface="Calibri"/>
              <a:sym typeface="Calibri"/>
            </a:endParaRPr>
          </a:p>
        </p:txBody>
      </p:sp>
      <p:pic>
        <p:nvPicPr>
          <p:cNvPr id="517" name="Google Shape;517;p34" descr="A person wearing a red shirt&#10;&#10;Description automatically generated with low confidence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5316200" y="3292763"/>
            <a:ext cx="2369908" cy="2369908"/>
          </a:xfrm>
          <a:prstGeom prst="rect">
            <a:avLst/>
          </a:prstGeom>
          <a:noFill/>
          <a:ln>
            <a:noFill/>
          </a:ln>
        </p:spPr>
      </p:pic>
      <p:sp>
        <p:nvSpPr>
          <p:cNvPr id="518" name="Google Shape;518;p34"/>
          <p:cNvSpPr txBox="1"/>
          <p:nvPr/>
        </p:nvSpPr>
        <p:spPr>
          <a:xfrm>
            <a:off x="10163908" y="3771900"/>
            <a:ext cx="4386077" cy="1268937"/>
          </a:xfrm>
          <a:prstGeom prst="rect">
            <a:avLst/>
          </a:prstGeom>
          <a:solidFill>
            <a:srgbClr val="EAF1DD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2800"/>
              <a:buFont typeface="SimSun"/>
              <a:buNone/>
            </a:pPr>
            <a:r>
              <a:rPr lang="en-US" sz="320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Huān</a:t>
            </a:r>
            <a:r>
              <a:rPr lang="en-US" sz="320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320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huān</a:t>
            </a:r>
            <a:r>
              <a:rPr lang="en-US" sz="320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  </a:t>
            </a:r>
            <a:r>
              <a:rPr lang="en-US" sz="320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kěyǐ</a:t>
            </a:r>
            <a:endParaRPr lang="zh-CN" altLang="en-US" sz="1600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400"/>
              <a:buFont typeface="Calibri"/>
              <a:buNone/>
            </a:pPr>
            <a:r>
              <a:rPr lang="zh-CN" altLang="en-US" sz="5046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欢欢： 可以！ </a:t>
            </a:r>
          </a:p>
        </p:txBody>
      </p:sp>
      <p:sp>
        <p:nvSpPr>
          <p:cNvPr id="519" name="Google Shape;519;p34"/>
          <p:cNvSpPr txBox="1"/>
          <p:nvPr/>
        </p:nvSpPr>
        <p:spPr>
          <a:xfrm>
            <a:off x="3300568" y="5513961"/>
            <a:ext cx="10590553" cy="2002279"/>
          </a:xfrm>
          <a:prstGeom prst="rect">
            <a:avLst/>
          </a:prstGeom>
          <a:solidFill>
            <a:srgbClr val="D6E3B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216249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2800"/>
              <a:buFont typeface="SimSun"/>
              <a:buNone/>
            </a:pPr>
            <a:r>
              <a:rPr lang="en-US" sz="280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Fēi</a:t>
            </a:r>
            <a:r>
              <a:rPr lang="en-US" sz="280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</a:t>
            </a:r>
            <a:r>
              <a:rPr lang="en-US" sz="280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fēi</a:t>
            </a:r>
            <a:r>
              <a:rPr lang="en-US" sz="280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 </a:t>
            </a:r>
            <a:r>
              <a:rPr lang="en-US" sz="280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Nà</a:t>
            </a:r>
            <a:r>
              <a:rPr lang="en-US" sz="280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</a:t>
            </a:r>
            <a:r>
              <a:rPr lang="en-US" sz="280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wǒmen</a:t>
            </a:r>
            <a:r>
              <a:rPr lang="en-US" sz="280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 </a:t>
            </a:r>
            <a:r>
              <a:rPr lang="en-US" sz="280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wǔ</a:t>
            </a:r>
            <a:r>
              <a:rPr lang="en-US" sz="280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280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diǎn</a:t>
            </a:r>
            <a:r>
              <a:rPr lang="en-US" sz="280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280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zài</a:t>
            </a:r>
            <a:r>
              <a:rPr lang="en-US" sz="280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280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lánqiú</a:t>
            </a:r>
            <a:r>
              <a:rPr lang="en-US" sz="280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280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chǎnɡ</a:t>
            </a:r>
            <a:r>
              <a:rPr lang="en-US" sz="280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280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jiàn</a:t>
            </a:r>
            <a:r>
              <a:rPr lang="en-US" sz="280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280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ba</a:t>
            </a:r>
            <a:r>
              <a:rPr lang="en-US" sz="280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.</a:t>
            </a:r>
            <a:endParaRPr sz="2800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marL="0" marR="0" lvl="0" indent="0" algn="l" rtl="0">
              <a:lnSpc>
                <a:spcPct val="137613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400"/>
              <a:buFont typeface="Calibri"/>
              <a:buNone/>
            </a:pPr>
            <a:r>
              <a:rPr lang="en-US" sz="5046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飞飞：那我们五点</a:t>
            </a:r>
            <a:r>
              <a:rPr lang="en-US" sz="5046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5046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在篮球场</a:t>
            </a:r>
            <a:r>
              <a:rPr lang="en-US" sz="5046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见 吧。</a:t>
            </a:r>
            <a:endParaRPr sz="5046" dirty="0">
              <a:solidFill>
                <a:srgbClr val="2E2F30"/>
              </a:solidFill>
              <a:latin typeface="SimSun" panose="02010600030101010101" pitchFamily="2" charset="-122"/>
              <a:ea typeface="SimSun" panose="02010600030101010101" pitchFamily="2" charset="-122"/>
              <a:cs typeface="Calibri"/>
            </a:endParaRPr>
          </a:p>
        </p:txBody>
      </p:sp>
      <p:pic>
        <p:nvPicPr>
          <p:cNvPr id="520" name="Google Shape;520;p3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24006" y="5362062"/>
            <a:ext cx="2896381" cy="2712066"/>
          </a:xfrm>
          <a:prstGeom prst="rect">
            <a:avLst/>
          </a:prstGeom>
          <a:noFill/>
          <a:ln>
            <a:noFill/>
          </a:ln>
        </p:spPr>
      </p:pic>
      <p:pic>
        <p:nvPicPr>
          <p:cNvPr id="521" name="Google Shape;521;p3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rot="583054">
            <a:off x="2249994" y="4931187"/>
            <a:ext cx="1115858" cy="1075281"/>
          </a:xfrm>
          <a:prstGeom prst="rect">
            <a:avLst/>
          </a:prstGeom>
          <a:noFill/>
          <a:ln>
            <a:noFill/>
          </a:ln>
        </p:spPr>
      </p:pic>
      <p:pic>
        <p:nvPicPr>
          <p:cNvPr id="522" name="Google Shape;522;p34" descr="A picture containing doll, toy, vector graphics&#10;&#10;Description automatically generated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15363" y="5483328"/>
            <a:ext cx="2063546" cy="2063546"/>
          </a:xfrm>
          <a:prstGeom prst="rect">
            <a:avLst/>
          </a:prstGeom>
          <a:noFill/>
          <a:ln>
            <a:noFill/>
          </a:ln>
        </p:spPr>
      </p:pic>
      <p:pic>
        <p:nvPicPr>
          <p:cNvPr id="523" name="Google Shape;523;p3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4953242" y="7255038"/>
            <a:ext cx="3097475" cy="2900363"/>
          </a:xfrm>
          <a:prstGeom prst="rect">
            <a:avLst/>
          </a:prstGeom>
          <a:noFill/>
          <a:ln>
            <a:noFill/>
          </a:ln>
        </p:spPr>
      </p:pic>
      <p:pic>
        <p:nvPicPr>
          <p:cNvPr id="524" name="Google Shape;524;p3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5033423" y="7200775"/>
            <a:ext cx="813730" cy="760467"/>
          </a:xfrm>
          <a:prstGeom prst="rect">
            <a:avLst/>
          </a:prstGeom>
          <a:noFill/>
          <a:ln>
            <a:noFill/>
          </a:ln>
        </p:spPr>
      </p:pic>
      <p:pic>
        <p:nvPicPr>
          <p:cNvPr id="525" name="Google Shape;525;p34" descr="A person wearing a red shirt&#10;&#10;Description automatically generated with low confidence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5302814" y="7255038"/>
            <a:ext cx="2369908" cy="2369908"/>
          </a:xfrm>
          <a:prstGeom prst="rect">
            <a:avLst/>
          </a:prstGeom>
          <a:noFill/>
          <a:ln>
            <a:noFill/>
          </a:ln>
        </p:spPr>
      </p:pic>
      <p:sp>
        <p:nvSpPr>
          <p:cNvPr id="526" name="Google Shape;526;p34"/>
          <p:cNvSpPr txBox="1"/>
          <p:nvPr/>
        </p:nvSpPr>
        <p:spPr>
          <a:xfrm>
            <a:off x="10740612" y="8008970"/>
            <a:ext cx="4386077" cy="1207382"/>
          </a:xfrm>
          <a:prstGeom prst="rect">
            <a:avLst/>
          </a:prstGeom>
          <a:solidFill>
            <a:srgbClr val="EAF1DD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2800"/>
              <a:buFont typeface="SimSun"/>
              <a:buNone/>
            </a:pPr>
            <a:r>
              <a:rPr lang="en-US" sz="280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Huān</a:t>
            </a:r>
            <a:r>
              <a:rPr lang="en-US" sz="280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280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huān</a:t>
            </a:r>
            <a:r>
              <a:rPr lang="en-US" sz="280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Hǎo  de. </a:t>
            </a:r>
            <a:endParaRPr sz="2800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400"/>
              <a:buFont typeface="Calibri"/>
              <a:buNone/>
            </a:pPr>
            <a:r>
              <a:rPr lang="en-US" sz="5046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欢欢：好的</a:t>
            </a:r>
            <a:r>
              <a:rPr lang="en-US" sz="5046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。 </a:t>
            </a:r>
            <a:endParaRPr sz="5046" dirty="0">
              <a:solidFill>
                <a:srgbClr val="2E2F30"/>
              </a:solidFill>
              <a:latin typeface="SimSun" panose="02010600030101010101" pitchFamily="2" charset="-122"/>
              <a:ea typeface="SimSun" panose="02010600030101010101" pitchFamily="2" charset="-122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1" name="Google Shape;531;p3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9243" y="1059834"/>
            <a:ext cx="2896381" cy="2712066"/>
          </a:xfrm>
          <a:prstGeom prst="rect">
            <a:avLst/>
          </a:prstGeom>
          <a:noFill/>
          <a:ln>
            <a:noFill/>
          </a:ln>
        </p:spPr>
      </p:pic>
      <p:pic>
        <p:nvPicPr>
          <p:cNvPr id="532" name="Google Shape;532;p3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4966628" y="3826163"/>
            <a:ext cx="3097475" cy="2900363"/>
          </a:xfrm>
          <a:prstGeom prst="rect">
            <a:avLst/>
          </a:prstGeom>
          <a:noFill/>
          <a:ln>
            <a:noFill/>
          </a:ln>
        </p:spPr>
      </p:pic>
      <p:pic>
        <p:nvPicPr>
          <p:cNvPr id="533" name="Google Shape;533;p3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5046809" y="3771900"/>
            <a:ext cx="813730" cy="760467"/>
          </a:xfrm>
          <a:prstGeom prst="rect">
            <a:avLst/>
          </a:prstGeom>
          <a:noFill/>
          <a:ln>
            <a:noFill/>
          </a:ln>
        </p:spPr>
      </p:pic>
      <p:pic>
        <p:nvPicPr>
          <p:cNvPr id="534" name="Google Shape;534;p35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rot="583054">
            <a:off x="2602656" y="620926"/>
            <a:ext cx="1115858" cy="1075281"/>
          </a:xfrm>
          <a:prstGeom prst="rect">
            <a:avLst/>
          </a:prstGeom>
          <a:noFill/>
          <a:ln>
            <a:noFill/>
          </a:ln>
        </p:spPr>
      </p:pic>
      <p:sp>
        <p:nvSpPr>
          <p:cNvPr id="535" name="Google Shape;535;p35"/>
          <p:cNvSpPr txBox="1"/>
          <p:nvPr/>
        </p:nvSpPr>
        <p:spPr>
          <a:xfrm>
            <a:off x="7478429" y="314886"/>
            <a:ext cx="3624367" cy="744948"/>
          </a:xfrm>
          <a:prstGeom prst="rect">
            <a:avLst/>
          </a:prstGeom>
          <a:solidFill>
            <a:srgbClr val="E5DFE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96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5046"/>
              <a:buFont typeface="Calibri"/>
              <a:buNone/>
            </a:pPr>
            <a:r>
              <a:rPr lang="en-US" sz="5046" b="1" i="0" u="none" strike="noStrike" cap="none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rPr>
              <a:t>会话（二）</a:t>
            </a:r>
            <a:endParaRPr sz="5046" b="1" i="0" u="none" strike="noStrike" cap="none">
              <a:solidFill>
                <a:srgbClr val="2E2F3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35"/>
          <p:cNvSpPr txBox="1"/>
          <p:nvPr/>
        </p:nvSpPr>
        <p:spPr>
          <a:xfrm>
            <a:off x="4065026" y="1907239"/>
            <a:ext cx="8437635" cy="1268937"/>
          </a:xfrm>
          <a:prstGeom prst="rect">
            <a:avLst/>
          </a:prstGeom>
          <a:solidFill>
            <a:srgbClr val="FBD4B4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2800"/>
              <a:buFont typeface="SimSun"/>
              <a:buNone/>
            </a:pPr>
            <a:r>
              <a:rPr lang="en-US" sz="320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Fēi</a:t>
            </a:r>
            <a:r>
              <a:rPr lang="en-US" sz="320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 </a:t>
            </a:r>
            <a:r>
              <a:rPr lang="en-US" sz="320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yǎ</a:t>
            </a:r>
            <a:r>
              <a:rPr lang="en-US" sz="320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  </a:t>
            </a:r>
            <a:r>
              <a:rPr lang="en-US" sz="320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Nǐyǒu</a:t>
            </a:r>
            <a:r>
              <a:rPr lang="en-US" sz="320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320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shénme</a:t>
            </a:r>
            <a:r>
              <a:rPr lang="en-US" sz="320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320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àihào</a:t>
            </a:r>
            <a:r>
              <a:rPr lang="en-US" sz="320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?</a:t>
            </a:r>
            <a:endParaRPr sz="1600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400"/>
              <a:buFont typeface="Calibri"/>
              <a:buNone/>
            </a:pPr>
            <a:r>
              <a:rPr lang="en-US" sz="5046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菲 </a:t>
            </a:r>
            <a:r>
              <a:rPr lang="en-US" sz="5046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雅：你有什么爱好</a:t>
            </a:r>
            <a:r>
              <a:rPr lang="en-US" sz="5046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？</a:t>
            </a:r>
            <a:endParaRPr sz="5046" dirty="0">
              <a:solidFill>
                <a:srgbClr val="2E2F30"/>
              </a:solidFill>
              <a:latin typeface="SimSun" panose="02010600030101010101" pitchFamily="2" charset="-122"/>
              <a:ea typeface="SimSun" panose="02010600030101010101" pitchFamily="2" charset="-122"/>
              <a:cs typeface="Calibri"/>
              <a:sym typeface="Calibri"/>
            </a:endParaRPr>
          </a:p>
        </p:txBody>
      </p:sp>
      <p:sp>
        <p:nvSpPr>
          <p:cNvPr id="537" name="Google Shape;537;p35"/>
          <p:cNvSpPr txBox="1"/>
          <p:nvPr/>
        </p:nvSpPr>
        <p:spPr>
          <a:xfrm>
            <a:off x="5574323" y="4217767"/>
            <a:ext cx="8903049" cy="1207382"/>
          </a:xfrm>
          <a:prstGeom prst="rect">
            <a:avLst/>
          </a:prstGeom>
          <a:solidFill>
            <a:srgbClr val="FDE9D8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2800"/>
              <a:buFont typeface="SimSun"/>
              <a:buNone/>
            </a:pPr>
            <a:r>
              <a:rPr lang="en-US" sz="280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Mǎ</a:t>
            </a:r>
            <a:r>
              <a:rPr lang="en-US" sz="280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</a:t>
            </a:r>
            <a:r>
              <a:rPr lang="en-US" sz="280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lì</a:t>
            </a:r>
            <a:r>
              <a:rPr lang="en-US" sz="280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   </a:t>
            </a:r>
            <a:r>
              <a:rPr lang="en-US" sz="280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Wǒ</a:t>
            </a:r>
            <a:r>
              <a:rPr lang="en-US" sz="280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</a:t>
            </a:r>
            <a:r>
              <a:rPr lang="en-US" sz="280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xǐhuan</a:t>
            </a:r>
            <a:r>
              <a:rPr lang="en-US" sz="280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280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xiě</a:t>
            </a:r>
            <a:r>
              <a:rPr lang="en-US" sz="280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280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shūfǎ</a:t>
            </a:r>
            <a:r>
              <a:rPr lang="en-US" sz="280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    </a:t>
            </a:r>
            <a:r>
              <a:rPr lang="en-US" sz="280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nǐ</a:t>
            </a:r>
            <a:r>
              <a:rPr lang="en-US" sz="280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ne?</a:t>
            </a:r>
            <a:endParaRPr sz="2800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400"/>
              <a:buFont typeface="Calibri"/>
              <a:buNone/>
            </a:pPr>
            <a:r>
              <a:rPr lang="en-US" sz="5046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玛丽：我喜欢写书法。你呢</a:t>
            </a:r>
            <a:r>
              <a:rPr lang="en-US" sz="5046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？</a:t>
            </a:r>
            <a:endParaRPr sz="5046" dirty="0">
              <a:solidFill>
                <a:srgbClr val="2E2F30"/>
              </a:solidFill>
              <a:latin typeface="SimSun" panose="02010600030101010101" pitchFamily="2" charset="-122"/>
              <a:ea typeface="SimSun" panose="02010600030101010101" pitchFamily="2" charset="-122"/>
              <a:cs typeface="Calibri"/>
              <a:sym typeface="Calibri"/>
            </a:endParaRPr>
          </a:p>
        </p:txBody>
      </p:sp>
      <p:sp>
        <p:nvSpPr>
          <p:cNvPr id="538" name="Google Shape;538;p35"/>
          <p:cNvSpPr txBox="1"/>
          <p:nvPr/>
        </p:nvSpPr>
        <p:spPr>
          <a:xfrm>
            <a:off x="3815545" y="7191578"/>
            <a:ext cx="14334462" cy="1207382"/>
          </a:xfrm>
          <a:prstGeom prst="rect">
            <a:avLst/>
          </a:prstGeom>
          <a:solidFill>
            <a:srgbClr val="FBD4B4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2800"/>
              <a:buFont typeface="SimSun"/>
              <a:buNone/>
            </a:pPr>
            <a:r>
              <a:rPr lang="en-US" sz="280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Fēi</a:t>
            </a:r>
            <a:r>
              <a:rPr lang="en-US" sz="280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</a:t>
            </a:r>
            <a:r>
              <a:rPr lang="en-US" sz="280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yǎ</a:t>
            </a:r>
            <a:r>
              <a:rPr lang="en-US" sz="280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  </a:t>
            </a:r>
            <a:r>
              <a:rPr lang="en-US" sz="280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Wǒ</a:t>
            </a:r>
            <a:r>
              <a:rPr lang="en-US" sz="280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</a:t>
            </a:r>
            <a:r>
              <a:rPr lang="en-US" sz="280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xǐhuan</a:t>
            </a:r>
            <a:r>
              <a:rPr lang="en-US" sz="280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280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chànɡɡē</a:t>
            </a:r>
            <a:r>
              <a:rPr lang="en-US" sz="280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</a:t>
            </a:r>
            <a:r>
              <a:rPr lang="en-US" sz="280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tīnɡ</a:t>
            </a:r>
            <a:r>
              <a:rPr lang="en-US" sz="280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280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yīnyuè</a:t>
            </a:r>
            <a:r>
              <a:rPr lang="en-US" sz="280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,    </a:t>
            </a:r>
            <a:r>
              <a:rPr lang="en-US" sz="280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kàn</a:t>
            </a:r>
            <a:r>
              <a:rPr lang="en-US" sz="280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280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diànshìjù</a:t>
            </a:r>
            <a:r>
              <a:rPr lang="en-US" sz="280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280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hé</a:t>
            </a:r>
            <a:r>
              <a:rPr lang="en-US" sz="280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280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kàn</a:t>
            </a:r>
            <a:r>
              <a:rPr lang="en-US" sz="280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280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diànyǐnɡ</a:t>
            </a:r>
            <a:r>
              <a:rPr lang="en-US" sz="280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. </a:t>
            </a:r>
            <a:endParaRPr sz="2800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400"/>
              <a:buFont typeface="Calibri"/>
              <a:buNone/>
            </a:pPr>
            <a:r>
              <a:rPr lang="en-US" sz="5046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菲雅：我喜欢唱歌、听音乐、看电视剧和看电影</a:t>
            </a:r>
            <a:r>
              <a:rPr lang="en-US" sz="5046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。</a:t>
            </a:r>
            <a:endParaRPr sz="5046" dirty="0">
              <a:solidFill>
                <a:srgbClr val="2E2F30"/>
              </a:solidFill>
              <a:latin typeface="SimSun" panose="02010600030101010101" pitchFamily="2" charset="-122"/>
              <a:ea typeface="SimSun" panose="02010600030101010101" pitchFamily="2" charset="-122"/>
              <a:cs typeface="Calibri"/>
            </a:endParaRPr>
          </a:p>
        </p:txBody>
      </p:sp>
      <p:pic>
        <p:nvPicPr>
          <p:cNvPr id="539" name="Google Shape;539;p35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08854" y="1055071"/>
            <a:ext cx="2344338" cy="2344338"/>
          </a:xfrm>
          <a:prstGeom prst="rect">
            <a:avLst/>
          </a:prstGeom>
          <a:noFill/>
          <a:ln>
            <a:noFill/>
          </a:ln>
        </p:spPr>
      </p:pic>
      <p:pic>
        <p:nvPicPr>
          <p:cNvPr id="540" name="Google Shape;540;p35" descr="A picture containing vector graphics&#10;&#10;Description automatically generated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5249644" y="3693318"/>
            <a:ext cx="2900363" cy="2900363"/>
          </a:xfrm>
          <a:prstGeom prst="rect">
            <a:avLst/>
          </a:prstGeom>
          <a:noFill/>
          <a:ln>
            <a:noFill/>
          </a:ln>
        </p:spPr>
      </p:pic>
      <p:pic>
        <p:nvPicPr>
          <p:cNvPr id="541" name="Google Shape;541;p3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9243" y="5986463"/>
            <a:ext cx="2896381" cy="2712066"/>
          </a:xfrm>
          <a:prstGeom prst="rect">
            <a:avLst/>
          </a:prstGeom>
          <a:noFill/>
          <a:ln>
            <a:noFill/>
          </a:ln>
        </p:spPr>
      </p:pic>
      <p:pic>
        <p:nvPicPr>
          <p:cNvPr id="542" name="Google Shape;542;p35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rot="583054">
            <a:off x="2602656" y="5547555"/>
            <a:ext cx="1115858" cy="1075281"/>
          </a:xfrm>
          <a:prstGeom prst="rect">
            <a:avLst/>
          </a:prstGeom>
          <a:noFill/>
          <a:ln>
            <a:noFill/>
          </a:ln>
        </p:spPr>
      </p:pic>
      <p:pic>
        <p:nvPicPr>
          <p:cNvPr id="543" name="Google Shape;543;p35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08854" y="5981700"/>
            <a:ext cx="2344338" cy="2344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8" name="Google Shape;548;p3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1728" y="4824627"/>
            <a:ext cx="3097475" cy="2900363"/>
          </a:xfrm>
          <a:prstGeom prst="rect">
            <a:avLst/>
          </a:prstGeom>
          <a:noFill/>
          <a:ln>
            <a:noFill/>
          </a:ln>
        </p:spPr>
      </p:pic>
      <p:pic>
        <p:nvPicPr>
          <p:cNvPr id="549" name="Google Shape;549;p3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91909" y="4770364"/>
            <a:ext cx="813730" cy="760467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36"/>
          <p:cNvSpPr txBox="1"/>
          <p:nvPr/>
        </p:nvSpPr>
        <p:spPr>
          <a:xfrm>
            <a:off x="14173200" y="419100"/>
            <a:ext cx="3624367" cy="744948"/>
          </a:xfrm>
          <a:prstGeom prst="rect">
            <a:avLst/>
          </a:prstGeom>
          <a:solidFill>
            <a:srgbClr val="E5DFE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96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5046"/>
              <a:buFont typeface="Calibri"/>
              <a:buNone/>
            </a:pPr>
            <a:r>
              <a:rPr lang="en-US" sz="5046" b="1" i="0" u="none" strike="noStrike" cap="none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rPr>
              <a:t>会话（二）</a:t>
            </a:r>
            <a:endParaRPr sz="5046" b="1" i="0" u="none" strike="noStrike" cap="none">
              <a:solidFill>
                <a:srgbClr val="2E2F3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36"/>
          <p:cNvSpPr txBox="1"/>
          <p:nvPr/>
        </p:nvSpPr>
        <p:spPr>
          <a:xfrm>
            <a:off x="4025926" y="1249438"/>
            <a:ext cx="9584565" cy="1207382"/>
          </a:xfrm>
          <a:prstGeom prst="rect">
            <a:avLst/>
          </a:prstGeom>
          <a:solidFill>
            <a:srgbClr val="FBD4B4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2800"/>
              <a:buFont typeface="SimSun"/>
              <a:buNone/>
            </a:pPr>
            <a:r>
              <a:rPr lang="en-US" sz="280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Mǎ</a:t>
            </a:r>
            <a:r>
              <a:rPr lang="en-US" sz="280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  </a:t>
            </a:r>
            <a:r>
              <a:rPr lang="en-US" sz="280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lì</a:t>
            </a:r>
            <a:r>
              <a:rPr lang="en-US" sz="280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  </a:t>
            </a:r>
            <a:r>
              <a:rPr lang="en-US" sz="280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Nǐ</a:t>
            </a:r>
            <a:r>
              <a:rPr lang="en-US" sz="280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</a:t>
            </a:r>
            <a:r>
              <a:rPr lang="en-US" sz="280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xǐhuɑn</a:t>
            </a:r>
            <a:r>
              <a:rPr lang="en-US" sz="280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280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Tàiyǔ</a:t>
            </a:r>
            <a:r>
              <a:rPr lang="en-US" sz="280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</a:t>
            </a:r>
            <a:r>
              <a:rPr lang="en-US" sz="280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ɡē</a:t>
            </a:r>
            <a:r>
              <a:rPr lang="en-US" sz="280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</a:t>
            </a:r>
            <a:r>
              <a:rPr lang="en-US" sz="280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mɑ</a:t>
            </a:r>
            <a:r>
              <a:rPr lang="en-US" sz="280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?</a:t>
            </a:r>
            <a:endParaRPr sz="2800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400"/>
              <a:buFont typeface="Calibri"/>
              <a:buNone/>
            </a:pPr>
            <a:r>
              <a:rPr lang="en-US" sz="5046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玛丽：你喜欢泰语歌</a:t>
            </a:r>
            <a:r>
              <a:rPr lang="en-US" sz="5046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吗？ </a:t>
            </a:r>
            <a:endParaRPr sz="5046" dirty="0">
              <a:solidFill>
                <a:srgbClr val="2E2F30"/>
              </a:solidFill>
              <a:latin typeface="SimSun" panose="02010600030101010101" pitchFamily="2" charset="-122"/>
              <a:ea typeface="SimSun" panose="02010600030101010101" pitchFamily="2" charset="-122"/>
              <a:cs typeface="Calibri"/>
              <a:sym typeface="Calibri"/>
            </a:endParaRPr>
          </a:p>
        </p:txBody>
      </p:sp>
      <p:sp>
        <p:nvSpPr>
          <p:cNvPr id="552" name="Google Shape;552;p36"/>
          <p:cNvSpPr txBox="1"/>
          <p:nvPr/>
        </p:nvSpPr>
        <p:spPr>
          <a:xfrm>
            <a:off x="3978123" y="3472582"/>
            <a:ext cx="10490325" cy="1207382"/>
          </a:xfrm>
          <a:prstGeom prst="rect">
            <a:avLst/>
          </a:prstGeom>
          <a:solidFill>
            <a:srgbClr val="FDE9D8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2800"/>
              <a:buFont typeface="SimSun"/>
              <a:buNone/>
            </a:pPr>
            <a:r>
              <a:rPr lang="en-US" sz="280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Fēi</a:t>
            </a:r>
            <a:r>
              <a:rPr lang="en-US" sz="280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 </a:t>
            </a:r>
            <a:r>
              <a:rPr lang="en-US" sz="280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yǎ</a:t>
            </a:r>
            <a:r>
              <a:rPr lang="en-US" sz="280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  </a:t>
            </a:r>
            <a:r>
              <a:rPr lang="en-US" sz="280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Bú</a:t>
            </a:r>
            <a:r>
              <a:rPr lang="en-US" sz="280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280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tài</a:t>
            </a:r>
            <a:r>
              <a:rPr lang="en-US" sz="280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280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xǐhuan</a:t>
            </a:r>
            <a:r>
              <a:rPr lang="en-US" sz="280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,   </a:t>
            </a:r>
            <a:r>
              <a:rPr lang="en-US" sz="280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wǒ</a:t>
            </a:r>
            <a:r>
              <a:rPr lang="en-US" sz="280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280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xǐhuɑn</a:t>
            </a:r>
            <a:r>
              <a:rPr lang="en-US" sz="280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280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tīnɡ</a:t>
            </a:r>
            <a:r>
              <a:rPr lang="en-US" sz="280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280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Hànyǔ</a:t>
            </a:r>
            <a:r>
              <a:rPr lang="en-US" sz="280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</a:t>
            </a:r>
            <a:r>
              <a:rPr lang="en-US" sz="280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ɡē</a:t>
            </a:r>
            <a:r>
              <a:rPr lang="en-US" sz="280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.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2800"/>
              <a:buFont typeface="SimSun"/>
              <a:buNone/>
            </a:pPr>
            <a:r>
              <a:rPr lang="en-US" sz="5046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菲雅：不太喜欢，我喜欢听汉语歌</a:t>
            </a:r>
            <a:r>
              <a:rPr lang="en-US" sz="5046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。</a:t>
            </a:r>
            <a:endParaRPr sz="5046" dirty="0">
              <a:solidFill>
                <a:srgbClr val="2E2F30"/>
              </a:solidFill>
              <a:latin typeface="SimSun" panose="02010600030101010101" pitchFamily="2" charset="-122"/>
              <a:ea typeface="SimSun" panose="02010600030101010101" pitchFamily="2" charset="-122"/>
              <a:cs typeface="Calibri"/>
              <a:sym typeface="Calibri"/>
            </a:endParaRPr>
          </a:p>
        </p:txBody>
      </p:sp>
      <p:sp>
        <p:nvSpPr>
          <p:cNvPr id="553" name="Google Shape;553;p36"/>
          <p:cNvSpPr txBox="1"/>
          <p:nvPr/>
        </p:nvSpPr>
        <p:spPr>
          <a:xfrm>
            <a:off x="3520059" y="5834782"/>
            <a:ext cx="9316710" cy="1207382"/>
          </a:xfrm>
          <a:prstGeom prst="rect">
            <a:avLst/>
          </a:prstGeom>
          <a:solidFill>
            <a:srgbClr val="FBD4B4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2800"/>
              <a:buFont typeface="SimSun"/>
              <a:buNone/>
            </a:pPr>
            <a:r>
              <a:rPr lang="en-US" sz="2800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sym typeface="SimSun"/>
              </a:rPr>
              <a:t>Mǎ</a:t>
            </a:r>
            <a:r>
              <a:rPr lang="en-US" sz="2800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sym typeface="SimSun"/>
              </a:rPr>
              <a:t>   </a:t>
            </a:r>
            <a:r>
              <a:rPr lang="en-US" sz="2800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sym typeface="SimSun"/>
              </a:rPr>
              <a:t>lì</a:t>
            </a:r>
            <a:r>
              <a:rPr lang="en-US" sz="2800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sym typeface="SimSun"/>
              </a:rPr>
              <a:t>    </a:t>
            </a:r>
            <a:r>
              <a:rPr lang="en-US" sz="2800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sym typeface="SimSun"/>
              </a:rPr>
              <a:t>Nǐ</a:t>
            </a:r>
            <a:r>
              <a:rPr lang="en-US" sz="2800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sym typeface="SimSun"/>
              </a:rPr>
              <a:t>  </a:t>
            </a:r>
            <a:r>
              <a:rPr lang="en-US" sz="2800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sym typeface="SimSun"/>
              </a:rPr>
              <a:t>xǐhuɑn</a:t>
            </a:r>
            <a:r>
              <a:rPr lang="en-US" sz="2800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sym typeface="SimSun"/>
              </a:rPr>
              <a:t> </a:t>
            </a:r>
            <a:r>
              <a:rPr lang="en-US" sz="2800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sym typeface="SimSun"/>
              </a:rPr>
              <a:t>kàn</a:t>
            </a:r>
            <a:r>
              <a:rPr lang="en-US" sz="2800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sym typeface="SimSun"/>
              </a:rPr>
              <a:t> </a:t>
            </a:r>
            <a:r>
              <a:rPr lang="en-US" sz="2800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sym typeface="SimSun"/>
              </a:rPr>
              <a:t>shénme</a:t>
            </a:r>
            <a:r>
              <a:rPr lang="en-US" sz="2800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sym typeface="SimSun"/>
              </a:rPr>
              <a:t> </a:t>
            </a:r>
            <a:r>
              <a:rPr lang="en-US" sz="2800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sym typeface="SimSun"/>
              </a:rPr>
              <a:t>diànyǐnɡ</a:t>
            </a:r>
            <a:r>
              <a:rPr lang="en-US" sz="2800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sym typeface="SimSun"/>
              </a:rPr>
              <a:t>?</a:t>
            </a:r>
            <a:endParaRPr sz="2800" dirty="0">
              <a:solidFill>
                <a:srgbClr val="2E2F3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400"/>
              <a:buFont typeface="Calibri"/>
              <a:buNone/>
            </a:pPr>
            <a:r>
              <a:rPr lang="en-US" sz="5046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玛丽：你喜欢看什么</a:t>
            </a:r>
            <a:r>
              <a:rPr lang="en-US" sz="5046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5046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电影</a:t>
            </a:r>
            <a:r>
              <a:rPr lang="en-US" sz="5046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？ </a:t>
            </a:r>
            <a:endParaRPr sz="5046" dirty="0">
              <a:solidFill>
                <a:srgbClr val="2E2F30"/>
              </a:solidFill>
              <a:latin typeface="SimSun" panose="02010600030101010101" pitchFamily="2" charset="-122"/>
              <a:ea typeface="SimSun" panose="02010600030101010101" pitchFamily="2" charset="-122"/>
              <a:cs typeface="Calibri"/>
            </a:endParaRPr>
          </a:p>
        </p:txBody>
      </p:sp>
      <p:pic>
        <p:nvPicPr>
          <p:cNvPr id="554" name="Google Shape;554;p36" descr="A picture containing vector graphics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94744" y="4691782"/>
            <a:ext cx="2900363" cy="2900363"/>
          </a:xfrm>
          <a:prstGeom prst="rect">
            <a:avLst/>
          </a:prstGeom>
          <a:noFill/>
          <a:ln>
            <a:noFill/>
          </a:ln>
        </p:spPr>
      </p:pic>
      <p:pic>
        <p:nvPicPr>
          <p:cNvPr id="555" name="Google Shape;555;p36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4710880" y="3272232"/>
            <a:ext cx="2896381" cy="2712066"/>
          </a:xfrm>
          <a:prstGeom prst="rect">
            <a:avLst/>
          </a:prstGeom>
          <a:noFill/>
          <a:ln>
            <a:noFill/>
          </a:ln>
        </p:spPr>
      </p:pic>
      <p:pic>
        <p:nvPicPr>
          <p:cNvPr id="556" name="Google Shape;556;p36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 rot="583054">
            <a:off x="16714293" y="2833324"/>
            <a:ext cx="1115858" cy="1075281"/>
          </a:xfrm>
          <a:prstGeom prst="rect">
            <a:avLst/>
          </a:prstGeom>
          <a:noFill/>
          <a:ln>
            <a:noFill/>
          </a:ln>
        </p:spPr>
      </p:pic>
      <p:pic>
        <p:nvPicPr>
          <p:cNvPr id="557" name="Google Shape;557;p36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5020491" y="3267469"/>
            <a:ext cx="2344338" cy="2344338"/>
          </a:xfrm>
          <a:prstGeom prst="rect">
            <a:avLst/>
          </a:prstGeom>
          <a:noFill/>
          <a:ln>
            <a:noFill/>
          </a:ln>
        </p:spPr>
      </p:pic>
      <p:pic>
        <p:nvPicPr>
          <p:cNvPr id="558" name="Google Shape;558;p3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59532" y="709826"/>
            <a:ext cx="3097475" cy="2900363"/>
          </a:xfrm>
          <a:prstGeom prst="rect">
            <a:avLst/>
          </a:prstGeom>
          <a:noFill/>
          <a:ln>
            <a:noFill/>
          </a:ln>
        </p:spPr>
      </p:pic>
      <p:pic>
        <p:nvPicPr>
          <p:cNvPr id="559" name="Google Shape;559;p3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9713" y="655563"/>
            <a:ext cx="813730" cy="760467"/>
          </a:xfrm>
          <a:prstGeom prst="rect">
            <a:avLst/>
          </a:prstGeom>
          <a:noFill/>
          <a:ln>
            <a:noFill/>
          </a:ln>
        </p:spPr>
      </p:pic>
      <p:pic>
        <p:nvPicPr>
          <p:cNvPr id="560" name="Google Shape;560;p36" descr="A picture containing vector graphics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42548" y="576981"/>
            <a:ext cx="2900363" cy="2900363"/>
          </a:xfrm>
          <a:prstGeom prst="rect">
            <a:avLst/>
          </a:prstGeom>
          <a:noFill/>
          <a:ln>
            <a:noFill/>
          </a:ln>
        </p:spPr>
      </p:pic>
      <p:pic>
        <p:nvPicPr>
          <p:cNvPr id="561" name="Google Shape;561;p36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4710880" y="7138223"/>
            <a:ext cx="2896381" cy="2712066"/>
          </a:xfrm>
          <a:prstGeom prst="rect">
            <a:avLst/>
          </a:prstGeom>
          <a:noFill/>
          <a:ln>
            <a:noFill/>
          </a:ln>
        </p:spPr>
      </p:pic>
      <p:pic>
        <p:nvPicPr>
          <p:cNvPr id="562" name="Google Shape;562;p36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 rot="583054">
            <a:off x="16714293" y="6699315"/>
            <a:ext cx="1115858" cy="1075281"/>
          </a:xfrm>
          <a:prstGeom prst="rect">
            <a:avLst/>
          </a:prstGeom>
          <a:noFill/>
          <a:ln>
            <a:noFill/>
          </a:ln>
        </p:spPr>
      </p:pic>
      <p:pic>
        <p:nvPicPr>
          <p:cNvPr id="563" name="Google Shape;563;p36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5020491" y="7133460"/>
            <a:ext cx="2344338" cy="2344338"/>
          </a:xfrm>
          <a:prstGeom prst="rect">
            <a:avLst/>
          </a:prstGeom>
          <a:noFill/>
          <a:ln>
            <a:noFill/>
          </a:ln>
        </p:spPr>
      </p:pic>
      <p:sp>
        <p:nvSpPr>
          <p:cNvPr id="564" name="Google Shape;564;p36"/>
          <p:cNvSpPr txBox="1"/>
          <p:nvPr/>
        </p:nvSpPr>
        <p:spPr>
          <a:xfrm>
            <a:off x="1803359" y="8103608"/>
            <a:ext cx="13217132" cy="1207382"/>
          </a:xfrm>
          <a:prstGeom prst="rect">
            <a:avLst/>
          </a:prstGeom>
          <a:solidFill>
            <a:srgbClr val="FDE9D8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2800"/>
              <a:buFont typeface="SimSun"/>
              <a:buNone/>
            </a:pPr>
            <a:r>
              <a:rPr lang="en-US" sz="2800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sym typeface="SimSun"/>
              </a:rPr>
              <a:t>Fēi</a:t>
            </a:r>
            <a:r>
              <a:rPr lang="en-US" sz="2800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sym typeface="SimSun"/>
              </a:rPr>
              <a:t>  </a:t>
            </a:r>
            <a:r>
              <a:rPr lang="en-US" sz="2800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sym typeface="SimSun"/>
              </a:rPr>
              <a:t>yǎ</a:t>
            </a:r>
            <a:r>
              <a:rPr lang="en-US" sz="2800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sym typeface="SimSun"/>
              </a:rPr>
              <a:t>    </a:t>
            </a:r>
            <a:r>
              <a:rPr lang="en-US" sz="2800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sym typeface="SimSun"/>
              </a:rPr>
              <a:t>Wǒ</a:t>
            </a:r>
            <a:r>
              <a:rPr lang="en-US" sz="2800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sym typeface="SimSun"/>
              </a:rPr>
              <a:t>  </a:t>
            </a:r>
            <a:r>
              <a:rPr lang="en-US" sz="2800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sym typeface="SimSun"/>
              </a:rPr>
              <a:t>xǐhuan</a:t>
            </a:r>
            <a:r>
              <a:rPr lang="en-US" sz="2800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sym typeface="SimSun"/>
              </a:rPr>
              <a:t> </a:t>
            </a:r>
            <a:r>
              <a:rPr lang="en-US" sz="2800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sym typeface="SimSun"/>
              </a:rPr>
              <a:t>kàn《sān</a:t>
            </a:r>
            <a:r>
              <a:rPr lang="en-US" sz="2800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sym typeface="SimSun"/>
              </a:rPr>
              <a:t> </a:t>
            </a:r>
            <a:r>
              <a:rPr lang="en-US" sz="2800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sym typeface="SimSun"/>
              </a:rPr>
              <a:t>shēnɡ</a:t>
            </a:r>
            <a:r>
              <a:rPr lang="en-US" sz="2800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sym typeface="SimSun"/>
              </a:rPr>
              <a:t> </a:t>
            </a:r>
            <a:r>
              <a:rPr lang="en-US" sz="2800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sym typeface="SimSun"/>
              </a:rPr>
              <a:t>sān</a:t>
            </a:r>
            <a:r>
              <a:rPr lang="en-US" sz="2800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sym typeface="SimSun"/>
              </a:rPr>
              <a:t> </a:t>
            </a:r>
            <a:r>
              <a:rPr lang="en-US" sz="2800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sym typeface="SimSun"/>
              </a:rPr>
              <a:t>shì</a:t>
            </a:r>
            <a:r>
              <a:rPr lang="en-US" sz="2800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sym typeface="SimSun"/>
              </a:rPr>
              <a:t> </a:t>
            </a:r>
            <a:r>
              <a:rPr lang="en-US" sz="2800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sym typeface="SimSun"/>
              </a:rPr>
              <a:t>shí</a:t>
            </a:r>
            <a:r>
              <a:rPr lang="en-US" sz="2800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sym typeface="SimSun"/>
              </a:rPr>
              <a:t> </a:t>
            </a:r>
            <a:r>
              <a:rPr lang="en-US" sz="2800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sym typeface="SimSun"/>
              </a:rPr>
              <a:t>lǐ</a:t>
            </a:r>
            <a:r>
              <a:rPr lang="en-US" sz="2800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sym typeface="SimSun"/>
              </a:rPr>
              <a:t> </a:t>
            </a:r>
            <a:r>
              <a:rPr lang="en-US" sz="2800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sym typeface="SimSun"/>
              </a:rPr>
              <a:t>táo</a:t>
            </a:r>
            <a:r>
              <a:rPr lang="en-US" sz="2800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sym typeface="SimSun"/>
              </a:rPr>
              <a:t> </a:t>
            </a:r>
            <a:r>
              <a:rPr lang="en-US" sz="2800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sym typeface="SimSun"/>
              </a:rPr>
              <a:t>huā</a:t>
            </a:r>
            <a:r>
              <a:rPr lang="en-US" sz="2800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sym typeface="SimSun"/>
              </a:rPr>
              <a:t>》</a:t>
            </a:r>
            <a:endParaRPr sz="2800" dirty="0">
              <a:solidFill>
                <a:srgbClr val="2E2F3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400"/>
              <a:buFont typeface="Calibri"/>
              <a:buNone/>
            </a:pPr>
            <a:r>
              <a:rPr lang="en-US" sz="5046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菲雅：我喜欢看《三生三世</a:t>
            </a:r>
            <a:r>
              <a:rPr lang="en-US" sz="5046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5046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十里桃花</a:t>
            </a:r>
            <a:r>
              <a:rPr lang="en-US" sz="5046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》。</a:t>
            </a:r>
            <a:endParaRPr sz="5046" dirty="0">
              <a:solidFill>
                <a:srgbClr val="2E2F30"/>
              </a:solidFill>
              <a:latin typeface="SimSun" panose="02010600030101010101" pitchFamily="2" charset="-122"/>
              <a:ea typeface="SimSun" panose="02010600030101010101" pitchFamily="2" charset="-122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37"/>
          <p:cNvSpPr txBox="1"/>
          <p:nvPr/>
        </p:nvSpPr>
        <p:spPr>
          <a:xfrm>
            <a:off x="14173200" y="419100"/>
            <a:ext cx="3624367" cy="744948"/>
          </a:xfrm>
          <a:prstGeom prst="rect">
            <a:avLst/>
          </a:prstGeom>
          <a:solidFill>
            <a:srgbClr val="E5DFE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96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5046"/>
              <a:buFont typeface="Calibri"/>
              <a:buNone/>
            </a:pPr>
            <a:r>
              <a:rPr lang="en-US" sz="5046" b="1" i="0" u="none" strike="noStrike" cap="none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rPr>
              <a:t>会话（二）</a:t>
            </a:r>
            <a:endParaRPr sz="5046" b="1" i="0" u="none" strike="noStrike" cap="none">
              <a:solidFill>
                <a:srgbClr val="2E2F3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p37"/>
          <p:cNvSpPr txBox="1"/>
          <p:nvPr/>
        </p:nvSpPr>
        <p:spPr>
          <a:xfrm>
            <a:off x="4138509" y="3072661"/>
            <a:ext cx="11407293" cy="1707199"/>
          </a:xfrm>
          <a:prstGeom prst="rect">
            <a:avLst/>
          </a:prstGeom>
          <a:solidFill>
            <a:srgbClr val="FBD4B4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216249"/>
              </a:lnSpc>
              <a:buClr>
                <a:srgbClr val="2E2F30"/>
              </a:buClr>
              <a:buSzPts val="2800"/>
            </a:pPr>
            <a:r>
              <a:rPr lang="en-US" sz="280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Mǎ</a:t>
            </a:r>
            <a:r>
              <a:rPr lang="en-US" sz="280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  </a:t>
            </a:r>
            <a:r>
              <a:rPr lang="en-US" sz="280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lì</a:t>
            </a:r>
            <a:r>
              <a:rPr lang="en-US" sz="280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  </a:t>
            </a:r>
            <a:r>
              <a:rPr lang="en-US" sz="2800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zhōumò</a:t>
            </a:r>
            <a:r>
              <a:rPr lang="en-US" sz="2800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280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Wǒmen</a:t>
            </a:r>
            <a:r>
              <a:rPr lang="en-US" sz="280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</a:t>
            </a:r>
            <a:r>
              <a:rPr lang="en-US" sz="280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yìqǐ</a:t>
            </a:r>
            <a:r>
              <a:rPr lang="en-US" sz="280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 </a:t>
            </a:r>
            <a:r>
              <a:rPr lang="en-US" sz="280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qù</a:t>
            </a:r>
            <a:r>
              <a:rPr lang="en-US" sz="280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280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kàn</a:t>
            </a:r>
            <a:r>
              <a:rPr lang="en-US" sz="280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280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diànyǐnɡ,hǎo</a:t>
            </a:r>
            <a:r>
              <a:rPr lang="en-US" sz="280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280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mɑ</a:t>
            </a:r>
            <a:r>
              <a:rPr lang="en-US" sz="280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?</a:t>
            </a:r>
            <a:endParaRPr sz="2800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lvl="0">
              <a:buClr>
                <a:srgbClr val="2E2F30"/>
              </a:buClr>
              <a:buSzPts val="4400"/>
            </a:pPr>
            <a:r>
              <a:rPr lang="en-US" sz="5046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玛丽：周末我们一起去看电影，好吗</a:t>
            </a:r>
            <a:r>
              <a:rPr lang="en-US" sz="5046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？ </a:t>
            </a:r>
            <a:endParaRPr sz="5046" dirty="0">
              <a:solidFill>
                <a:srgbClr val="2E2F30"/>
              </a:solidFill>
              <a:latin typeface="SimSun" panose="02010600030101010101" pitchFamily="2" charset="-122"/>
              <a:ea typeface="SimSun" panose="02010600030101010101" pitchFamily="2" charset="-122"/>
              <a:cs typeface="Calibri"/>
              <a:sym typeface="Calibri"/>
            </a:endParaRPr>
          </a:p>
        </p:txBody>
      </p:sp>
      <p:sp>
        <p:nvSpPr>
          <p:cNvPr id="571" name="Google Shape;571;p37"/>
          <p:cNvSpPr txBox="1"/>
          <p:nvPr/>
        </p:nvSpPr>
        <p:spPr>
          <a:xfrm>
            <a:off x="9618785" y="6082143"/>
            <a:ext cx="4258306" cy="1207382"/>
          </a:xfrm>
          <a:prstGeom prst="rect">
            <a:avLst/>
          </a:prstGeom>
          <a:solidFill>
            <a:srgbClr val="FDE9D8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2800"/>
              <a:buFont typeface="SimSun"/>
              <a:buNone/>
            </a:pPr>
            <a:r>
              <a:rPr lang="en-US" sz="280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Fēi</a:t>
            </a:r>
            <a:r>
              <a:rPr lang="en-US" sz="280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</a:t>
            </a:r>
            <a:r>
              <a:rPr lang="en-US" sz="280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yǎ</a:t>
            </a:r>
            <a:r>
              <a:rPr lang="en-US" sz="280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  </a:t>
            </a:r>
            <a:r>
              <a:rPr lang="en-US" sz="280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Hǎo</a:t>
            </a:r>
            <a:r>
              <a:rPr lang="en-US" sz="2800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altLang="zh-CN" sz="2800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de</a:t>
            </a:r>
            <a:endParaRPr sz="2800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400"/>
              <a:buFont typeface="Calibri"/>
              <a:buNone/>
            </a:pPr>
            <a:r>
              <a:rPr lang="en-US" sz="5046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菲雅：好</a:t>
            </a:r>
            <a:r>
              <a:rPr lang="zh-CN" altLang="en-US" sz="5046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的</a:t>
            </a:r>
            <a:r>
              <a:rPr lang="en-US" sz="5046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！</a:t>
            </a:r>
            <a:endParaRPr sz="5046" dirty="0">
              <a:solidFill>
                <a:srgbClr val="2E2F30"/>
              </a:solidFill>
              <a:latin typeface="SimSun" panose="02010600030101010101" pitchFamily="2" charset="-122"/>
              <a:ea typeface="SimSun" panose="02010600030101010101" pitchFamily="2" charset="-122"/>
              <a:cs typeface="Calibri"/>
              <a:sym typeface="Calibri"/>
            </a:endParaRPr>
          </a:p>
        </p:txBody>
      </p:sp>
      <p:pic>
        <p:nvPicPr>
          <p:cNvPr id="572" name="Google Shape;572;p3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173200" y="5386185"/>
            <a:ext cx="2896381" cy="2712066"/>
          </a:xfrm>
          <a:prstGeom prst="rect">
            <a:avLst/>
          </a:prstGeom>
          <a:noFill/>
          <a:ln>
            <a:noFill/>
          </a:ln>
        </p:spPr>
      </p:pic>
      <p:pic>
        <p:nvPicPr>
          <p:cNvPr id="573" name="Google Shape;573;p3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583054">
            <a:off x="16176613" y="4947277"/>
            <a:ext cx="1115858" cy="1075281"/>
          </a:xfrm>
          <a:prstGeom prst="rect">
            <a:avLst/>
          </a:prstGeom>
          <a:noFill/>
          <a:ln>
            <a:noFill/>
          </a:ln>
        </p:spPr>
      </p:pic>
      <p:pic>
        <p:nvPicPr>
          <p:cNvPr id="574" name="Google Shape;574;p3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4482811" y="5381422"/>
            <a:ext cx="2344338" cy="2344338"/>
          </a:xfrm>
          <a:prstGeom prst="rect">
            <a:avLst/>
          </a:prstGeom>
          <a:noFill/>
          <a:ln>
            <a:noFill/>
          </a:ln>
        </p:spPr>
      </p:pic>
      <p:pic>
        <p:nvPicPr>
          <p:cNvPr id="575" name="Google Shape;575;p37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38200" y="2380745"/>
            <a:ext cx="3097475" cy="2900363"/>
          </a:xfrm>
          <a:prstGeom prst="rect">
            <a:avLst/>
          </a:prstGeom>
          <a:noFill/>
          <a:ln>
            <a:noFill/>
          </a:ln>
        </p:spPr>
      </p:pic>
      <p:pic>
        <p:nvPicPr>
          <p:cNvPr id="576" name="Google Shape;576;p37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18381" y="2326482"/>
            <a:ext cx="813730" cy="760467"/>
          </a:xfrm>
          <a:prstGeom prst="rect">
            <a:avLst/>
          </a:prstGeom>
          <a:noFill/>
          <a:ln>
            <a:noFill/>
          </a:ln>
        </p:spPr>
      </p:pic>
      <p:pic>
        <p:nvPicPr>
          <p:cNvPr id="577" name="Google Shape;577;p37" descr="A picture containing vector graphics&#10;&#10;Description automatically generated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121216" y="2247900"/>
            <a:ext cx="2900363" cy="29003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2" name="Google Shape;582;p3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97752" y="1758298"/>
            <a:ext cx="7230528" cy="6770403"/>
          </a:xfrm>
          <a:prstGeom prst="rect">
            <a:avLst/>
          </a:prstGeom>
          <a:noFill/>
          <a:ln>
            <a:noFill/>
          </a:ln>
        </p:spPr>
      </p:pic>
      <p:pic>
        <p:nvPicPr>
          <p:cNvPr id="583" name="Google Shape;583;p3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2012168">
            <a:off x="12962638" y="5775551"/>
            <a:ext cx="3552430" cy="3764617"/>
          </a:xfrm>
          <a:prstGeom prst="rect">
            <a:avLst/>
          </a:prstGeom>
          <a:noFill/>
          <a:ln>
            <a:noFill/>
          </a:ln>
        </p:spPr>
      </p:pic>
      <p:pic>
        <p:nvPicPr>
          <p:cNvPr id="584" name="Google Shape;584;p3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244259" y="1859282"/>
            <a:ext cx="1286296" cy="1202102"/>
          </a:xfrm>
          <a:prstGeom prst="rect">
            <a:avLst/>
          </a:prstGeom>
          <a:noFill/>
          <a:ln>
            <a:noFill/>
          </a:ln>
        </p:spPr>
      </p:pic>
      <p:sp>
        <p:nvSpPr>
          <p:cNvPr id="585" name="Google Shape;585;p38"/>
          <p:cNvSpPr txBox="1"/>
          <p:nvPr/>
        </p:nvSpPr>
        <p:spPr>
          <a:xfrm>
            <a:off x="533400" y="419100"/>
            <a:ext cx="4724400" cy="744948"/>
          </a:xfrm>
          <a:prstGeom prst="rect">
            <a:avLst/>
          </a:prstGeom>
          <a:solidFill>
            <a:srgbClr val="E5DFE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96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5046"/>
              <a:buFont typeface="Calibri"/>
              <a:buNone/>
            </a:pPr>
            <a:r>
              <a:rPr lang="en-US" sz="5046" b="1" i="0" u="none" strike="noStrike" cap="none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rPr>
              <a:t>练习Exercises</a:t>
            </a:r>
            <a:endParaRPr sz="5046" b="1" i="0" u="none" strike="noStrike" cap="none">
              <a:solidFill>
                <a:srgbClr val="2E2F3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" name="Google Shape;586;p38"/>
          <p:cNvSpPr txBox="1"/>
          <p:nvPr/>
        </p:nvSpPr>
        <p:spPr>
          <a:xfrm>
            <a:off x="6498771" y="1164048"/>
            <a:ext cx="5159829" cy="1897336"/>
          </a:xfrm>
          <a:prstGeom prst="rect">
            <a:avLst/>
          </a:prstGeom>
          <a:solidFill>
            <a:srgbClr val="FBD4B4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96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5046"/>
              <a:buFont typeface="Calibri"/>
              <a:buNone/>
            </a:pPr>
            <a:r>
              <a:rPr lang="en-US" sz="5046" b="1" i="0" u="none" strike="noStrike" cap="none" dirty="0" err="1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rPr>
              <a:t>拼音练习</a:t>
            </a:r>
            <a:r>
              <a:rPr lang="en-US" sz="5046" b="1" i="0" u="none" strike="noStrike" cap="none" dirty="0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5046" b="1" i="0" u="none" strike="noStrike" cap="none" dirty="0">
              <a:solidFill>
                <a:srgbClr val="2E2F3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19996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5046"/>
              <a:buFont typeface="Calibri"/>
              <a:buNone/>
            </a:pPr>
            <a:r>
              <a:rPr lang="en-US" sz="5046" b="1" i="0" u="none" strike="noStrike" cap="none" dirty="0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rPr>
              <a:t>Pinyin practice</a:t>
            </a:r>
            <a:endParaRPr sz="5046" b="1" i="0" u="none" strike="noStrike" cap="none" dirty="0">
              <a:solidFill>
                <a:srgbClr val="2E2F3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AD6801ED-8D8D-927E-2220-87020A086A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8753774"/>
              </p:ext>
            </p:extLst>
          </p:nvPr>
        </p:nvGraphicFramePr>
        <p:xfrm>
          <a:off x="841208" y="3386779"/>
          <a:ext cx="16605584" cy="5736172"/>
        </p:xfrm>
        <a:graphic>
          <a:graphicData uri="http://schemas.openxmlformats.org/drawingml/2006/table">
            <a:tbl>
              <a:tblPr firstRow="1" bandRow="1">
                <a:tableStyleId>{65FA1155-DAD5-4647-8BE5-0D8279EE7E71}</a:tableStyleId>
              </a:tblPr>
              <a:tblGrid>
                <a:gridCol w="16605584">
                  <a:extLst>
                    <a:ext uri="{9D8B030D-6E8A-4147-A177-3AD203B41FA5}">
                      <a16:colId xmlns:a16="http://schemas.microsoft.com/office/drawing/2014/main" val="3740591036"/>
                    </a:ext>
                  </a:extLst>
                </a:gridCol>
              </a:tblGrid>
              <a:tr h="5736172">
                <a:tc>
                  <a:txBody>
                    <a:bodyPr/>
                    <a:lstStyle/>
                    <a:p>
                      <a:r>
                        <a:rPr lang="en-US" sz="4400" b="0" dirty="0" err="1">
                          <a:solidFill>
                            <a:schemeClr val="tx1"/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tiào</a:t>
                      </a:r>
                      <a:r>
                        <a:rPr lang="en-US" sz="4400" b="0" dirty="0">
                          <a:solidFill>
                            <a:schemeClr val="tx1"/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 </a:t>
                      </a:r>
                      <a:r>
                        <a:rPr lang="en-US" sz="4400" b="0" dirty="0" err="1">
                          <a:solidFill>
                            <a:schemeClr val="tx1"/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wǔ</a:t>
                      </a:r>
                      <a:r>
                        <a:rPr lang="en-US" sz="4400" b="0" dirty="0">
                          <a:solidFill>
                            <a:schemeClr val="tx1"/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     </a:t>
                      </a:r>
                      <a:r>
                        <a:rPr lang="en-US" sz="4400" b="0" i="0" u="none" strike="noStrike" cap="none" dirty="0" err="1">
                          <a:solidFill>
                            <a:schemeClr val="tx1"/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Calibri"/>
                          <a:sym typeface="Arial"/>
                        </a:rPr>
                        <a:t>chàng</a:t>
                      </a:r>
                      <a:r>
                        <a:rPr lang="en-US" sz="4400" b="0" i="0" u="none" strike="noStrike" cap="none" dirty="0">
                          <a:solidFill>
                            <a:schemeClr val="tx1"/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Calibri"/>
                          <a:sym typeface="Arial"/>
                        </a:rPr>
                        <a:t> </a:t>
                      </a:r>
                      <a:r>
                        <a:rPr lang="en-US" sz="4400" b="0" i="0" u="none" strike="noStrike" cap="none" dirty="0" err="1">
                          <a:solidFill>
                            <a:schemeClr val="tx1"/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Calibri"/>
                          <a:sym typeface="Arial"/>
                        </a:rPr>
                        <a:t>gē</a:t>
                      </a:r>
                      <a:r>
                        <a:rPr lang="en-US" sz="4400" b="0" i="0" u="none" strike="noStrike" cap="none" dirty="0">
                          <a:solidFill>
                            <a:schemeClr val="tx1"/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Calibri"/>
                          <a:sym typeface="Arial"/>
                        </a:rPr>
                        <a:t>     </a:t>
                      </a:r>
                      <a:r>
                        <a:rPr lang="en-US" sz="4400" b="0" i="0" u="none" strike="noStrike" cap="none" dirty="0" err="1">
                          <a:solidFill>
                            <a:schemeClr val="tx1"/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Calibri"/>
                          <a:sym typeface="Arial"/>
                        </a:rPr>
                        <a:t>pǎo</a:t>
                      </a:r>
                      <a:r>
                        <a:rPr lang="en-US" sz="4400" b="0" i="0" u="none" strike="noStrike" cap="none" dirty="0">
                          <a:solidFill>
                            <a:schemeClr val="tx1"/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Calibri"/>
                          <a:sym typeface="Arial"/>
                        </a:rPr>
                        <a:t> </a:t>
                      </a:r>
                      <a:r>
                        <a:rPr lang="en-US" sz="4400" b="0" i="0" u="none" strike="noStrike" cap="none" dirty="0" err="1">
                          <a:solidFill>
                            <a:schemeClr val="tx1"/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Calibri"/>
                          <a:sym typeface="Arial"/>
                        </a:rPr>
                        <a:t>bù</a:t>
                      </a:r>
                      <a:r>
                        <a:rPr lang="en-US" sz="4400" b="0" i="0" u="none" strike="noStrike" cap="none" dirty="0">
                          <a:solidFill>
                            <a:schemeClr val="tx1"/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Calibri"/>
                          <a:sym typeface="Arial"/>
                        </a:rPr>
                        <a:t>     </a:t>
                      </a:r>
                      <a:r>
                        <a:rPr lang="en-US" sz="4400" b="0" i="0" u="none" strike="noStrike" cap="none" dirty="0" err="1">
                          <a:solidFill>
                            <a:schemeClr val="tx1"/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Calibri"/>
                          <a:sym typeface="Arial"/>
                        </a:rPr>
                        <a:t>sàn</a:t>
                      </a:r>
                      <a:r>
                        <a:rPr lang="en-US" sz="4400" b="0" i="0" u="none" strike="noStrike" cap="none" dirty="0">
                          <a:solidFill>
                            <a:schemeClr val="tx1"/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Calibri"/>
                          <a:sym typeface="Arial"/>
                        </a:rPr>
                        <a:t> </a:t>
                      </a:r>
                      <a:r>
                        <a:rPr lang="en-US" sz="4400" b="0" i="0" u="none" strike="noStrike" cap="none" dirty="0" err="1">
                          <a:solidFill>
                            <a:schemeClr val="tx1"/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Calibri"/>
                          <a:sym typeface="Arial"/>
                        </a:rPr>
                        <a:t>bù</a:t>
                      </a:r>
                      <a:r>
                        <a:rPr lang="en-US" sz="4400" b="0" i="0" u="none" strike="noStrike" cap="none" dirty="0">
                          <a:solidFill>
                            <a:schemeClr val="tx1"/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Calibri"/>
                          <a:sym typeface="Arial"/>
                        </a:rPr>
                        <a:t>      </a:t>
                      </a:r>
                      <a:r>
                        <a:rPr lang="en-US" sz="4400" b="0" i="0" u="none" strike="noStrike" cap="none" dirty="0" err="1">
                          <a:solidFill>
                            <a:schemeClr val="tx1"/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Calibri"/>
                          <a:sym typeface="Arial"/>
                        </a:rPr>
                        <a:t>yóu</a:t>
                      </a:r>
                      <a:r>
                        <a:rPr lang="en-US" sz="4400" b="0" i="0" u="none" strike="noStrike" cap="none" dirty="0">
                          <a:solidFill>
                            <a:schemeClr val="tx1"/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Calibri"/>
                          <a:sym typeface="Arial"/>
                        </a:rPr>
                        <a:t> </a:t>
                      </a:r>
                      <a:r>
                        <a:rPr lang="en-US" sz="4400" b="0" i="0" u="none" strike="noStrike" cap="none" dirty="0" err="1">
                          <a:solidFill>
                            <a:schemeClr val="tx1"/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Calibri"/>
                          <a:sym typeface="Arial"/>
                        </a:rPr>
                        <a:t>yǒng</a:t>
                      </a:r>
                      <a:r>
                        <a:rPr lang="en-US" sz="4400" b="0" i="0" u="none" strike="noStrike" cap="none" dirty="0">
                          <a:solidFill>
                            <a:schemeClr val="tx1"/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Calibri"/>
                          <a:sym typeface="Arial"/>
                        </a:rPr>
                        <a:t>   </a:t>
                      </a:r>
                    </a:p>
                    <a:p>
                      <a:r>
                        <a:rPr lang="zh-CN" altLang="en-US" sz="44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跳舞          唱歌        跑步        散步       游泳</a:t>
                      </a:r>
                      <a:endParaRPr lang="en-US" altLang="zh-CN" sz="44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r>
                        <a:rPr lang="en-US" sz="4400" b="0" i="0" u="none" strike="noStrike" cap="none" dirty="0" err="1">
                          <a:solidFill>
                            <a:schemeClr val="tx1"/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Calibri"/>
                          <a:sym typeface="Arial"/>
                        </a:rPr>
                        <a:t>zuò</a:t>
                      </a:r>
                      <a:r>
                        <a:rPr lang="en-US" sz="4400" b="0" i="0" u="none" strike="noStrike" cap="none" dirty="0">
                          <a:solidFill>
                            <a:schemeClr val="tx1"/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Calibri"/>
                          <a:sym typeface="Arial"/>
                        </a:rPr>
                        <a:t> </a:t>
                      </a:r>
                      <a:r>
                        <a:rPr lang="en-US" sz="4400" b="0" i="0" u="none" strike="noStrike" cap="none" dirty="0" err="1">
                          <a:solidFill>
                            <a:schemeClr val="tx1"/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Calibri"/>
                          <a:sym typeface="Arial"/>
                        </a:rPr>
                        <a:t>fàn</a:t>
                      </a:r>
                      <a:r>
                        <a:rPr lang="en-US" sz="4400" b="0" i="0" u="none" strike="noStrike" cap="none" dirty="0">
                          <a:solidFill>
                            <a:schemeClr val="tx1"/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Calibri"/>
                          <a:sym typeface="Arial"/>
                        </a:rPr>
                        <a:t>     </a:t>
                      </a:r>
                      <a:r>
                        <a:rPr lang="en-US" sz="4400" b="0" i="0" u="none" strike="noStrike" cap="none" dirty="0" err="1">
                          <a:solidFill>
                            <a:schemeClr val="tx1"/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Calibri"/>
                          <a:sym typeface="Arial"/>
                        </a:rPr>
                        <a:t>huà</a:t>
                      </a:r>
                      <a:r>
                        <a:rPr lang="en-US" sz="4400" b="0" i="0" u="none" strike="noStrike" cap="none" dirty="0">
                          <a:solidFill>
                            <a:schemeClr val="tx1"/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Calibri"/>
                          <a:sym typeface="Arial"/>
                        </a:rPr>
                        <a:t> </a:t>
                      </a:r>
                      <a:r>
                        <a:rPr lang="en-US" sz="4400" b="0" i="0" u="none" strike="noStrike" cap="none" dirty="0" err="1">
                          <a:solidFill>
                            <a:schemeClr val="tx1"/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Calibri"/>
                          <a:sym typeface="Arial"/>
                        </a:rPr>
                        <a:t>hu</a:t>
                      </a:r>
                      <a:r>
                        <a:rPr lang="en-US" altLang="zh-CN" sz="4400" b="0" i="0" u="none" strike="noStrike" cap="none" dirty="0" err="1">
                          <a:solidFill>
                            <a:schemeClr val="tx1"/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Calibri"/>
                          <a:sym typeface="Arial"/>
                        </a:rPr>
                        <a:t>a</a:t>
                      </a:r>
                      <a:r>
                        <a:rPr lang="en-US" sz="4400" b="0" i="0" u="none" strike="noStrike" cap="none" dirty="0">
                          <a:solidFill>
                            <a:schemeClr val="tx1"/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Calibri"/>
                          <a:sym typeface="Arial"/>
                        </a:rPr>
                        <a:t>     </a:t>
                      </a:r>
                      <a:r>
                        <a:rPr lang="en-US" sz="4400" b="0" i="0" u="none" strike="noStrike" cap="none" dirty="0" err="1">
                          <a:solidFill>
                            <a:schemeClr val="tx1"/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Calibri"/>
                          <a:sym typeface="Arial"/>
                        </a:rPr>
                        <a:t>shè</a:t>
                      </a:r>
                      <a:r>
                        <a:rPr lang="en-US" sz="4400" b="0" i="0" u="none" strike="noStrike" cap="none" dirty="0">
                          <a:solidFill>
                            <a:schemeClr val="tx1"/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Calibri"/>
                          <a:sym typeface="Arial"/>
                        </a:rPr>
                        <a:t> </a:t>
                      </a:r>
                      <a:r>
                        <a:rPr lang="en-US" sz="4400" b="0" i="0" u="none" strike="noStrike" cap="none" dirty="0" err="1">
                          <a:solidFill>
                            <a:schemeClr val="tx1"/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Calibri"/>
                          <a:sym typeface="Arial"/>
                        </a:rPr>
                        <a:t>yǐng</a:t>
                      </a:r>
                      <a:r>
                        <a:rPr lang="en-US" sz="4400" b="0" i="0" u="none" strike="noStrike" cap="none" dirty="0">
                          <a:solidFill>
                            <a:schemeClr val="tx1"/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Calibri"/>
                          <a:sym typeface="Arial"/>
                        </a:rPr>
                        <a:t>    </a:t>
                      </a:r>
                      <a:r>
                        <a:rPr lang="en-US" sz="4400" b="0" i="0" u="none" strike="noStrike" cap="none" dirty="0" err="1">
                          <a:solidFill>
                            <a:schemeClr val="tx1"/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Calibri"/>
                          <a:sym typeface="Arial"/>
                        </a:rPr>
                        <a:t>kàn</a:t>
                      </a:r>
                      <a:r>
                        <a:rPr lang="en-US" sz="4400" b="0" i="0" u="none" strike="noStrike" cap="none" dirty="0">
                          <a:solidFill>
                            <a:schemeClr val="tx1"/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Calibri"/>
                          <a:sym typeface="Arial"/>
                        </a:rPr>
                        <a:t> </a:t>
                      </a:r>
                      <a:r>
                        <a:rPr lang="en-US" sz="4400" b="0" i="0" u="none" strike="noStrike" cap="none" dirty="0" err="1">
                          <a:solidFill>
                            <a:schemeClr val="tx1"/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Calibri"/>
                          <a:sym typeface="Arial"/>
                        </a:rPr>
                        <a:t>shū</a:t>
                      </a:r>
                      <a:r>
                        <a:rPr lang="en-US" sz="4400" b="0" i="0" u="none" strike="noStrike" cap="none" dirty="0">
                          <a:solidFill>
                            <a:schemeClr val="tx1"/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Calibri"/>
                          <a:sym typeface="Arial"/>
                        </a:rPr>
                        <a:t>     </a:t>
                      </a:r>
                      <a:r>
                        <a:rPr lang="en-US" sz="4400" b="0" i="0" u="none" strike="noStrike" cap="none" dirty="0" err="1">
                          <a:solidFill>
                            <a:schemeClr val="tx1"/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Calibri"/>
                          <a:sym typeface="Arial"/>
                        </a:rPr>
                        <a:t>wán</a:t>
                      </a:r>
                      <a:r>
                        <a:rPr lang="en-US" sz="4400" b="0" i="0" u="none" strike="noStrike" cap="none" dirty="0">
                          <a:solidFill>
                            <a:schemeClr val="tx1"/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Calibri"/>
                          <a:sym typeface="Arial"/>
                        </a:rPr>
                        <a:t> </a:t>
                      </a:r>
                      <a:r>
                        <a:rPr lang="en-US" sz="4400" b="0" i="0" u="none" strike="noStrike" cap="none" dirty="0" err="1">
                          <a:solidFill>
                            <a:schemeClr val="tx1"/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Calibri"/>
                          <a:sym typeface="Arial"/>
                        </a:rPr>
                        <a:t>yóuxì</a:t>
                      </a:r>
                      <a:endParaRPr lang="en-US" sz="4400" b="0" i="0" u="none" strike="noStrike" cap="none" dirty="0">
                        <a:solidFill>
                          <a:schemeClr val="tx1"/>
                        </a:solidFill>
                        <a:latin typeface="SimSun" panose="02010600030101010101" pitchFamily="2" charset="-122"/>
                        <a:ea typeface="SimSun" panose="02010600030101010101" pitchFamily="2" charset="-122"/>
                        <a:cs typeface="Calibri"/>
                        <a:sym typeface="Arial"/>
                      </a:endParaRPr>
                    </a:p>
                    <a:p>
                      <a:r>
                        <a:rPr lang="zh-CN" altLang="en-US" sz="44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做饭         画画         摄影       看书       玩  游戏</a:t>
                      </a:r>
                      <a:endParaRPr lang="en-US" sz="44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r>
                        <a:rPr lang="en-US" sz="44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sz="4000" b="0" i="0" u="none" strike="noStrike" cap="none" dirty="0" err="1">
                          <a:solidFill>
                            <a:schemeClr val="tx1"/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Calibri"/>
                          <a:sym typeface="Arial"/>
                        </a:rPr>
                        <a:t>dǎ</a:t>
                      </a:r>
                      <a:r>
                        <a:rPr lang="en-US" sz="4000" b="0" i="0" u="none" strike="noStrike" cap="none" dirty="0">
                          <a:solidFill>
                            <a:schemeClr val="tx1"/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Calibri"/>
                          <a:sym typeface="Arial"/>
                        </a:rPr>
                        <a:t> </a:t>
                      </a:r>
                      <a:r>
                        <a:rPr lang="en-US" sz="4000" b="0" i="0" u="none" strike="noStrike" cap="none" dirty="0" err="1">
                          <a:solidFill>
                            <a:schemeClr val="tx1"/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Calibri"/>
                          <a:sym typeface="Arial"/>
                        </a:rPr>
                        <a:t>lánqiú</a:t>
                      </a:r>
                      <a:r>
                        <a:rPr lang="en-US" sz="4000" b="0" i="0" u="none" strike="noStrike" cap="none" dirty="0">
                          <a:solidFill>
                            <a:schemeClr val="tx1"/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Calibri"/>
                          <a:sym typeface="Arial"/>
                        </a:rPr>
                        <a:t>   </a:t>
                      </a:r>
                      <a:r>
                        <a:rPr lang="en-US" sz="4000" b="0" i="0" u="none" strike="noStrike" cap="none" dirty="0" err="1">
                          <a:solidFill>
                            <a:schemeClr val="tx1"/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Calibri"/>
                          <a:sym typeface="Arial"/>
                        </a:rPr>
                        <a:t>dǎ</a:t>
                      </a:r>
                      <a:r>
                        <a:rPr lang="en-US" sz="4000" b="0" i="0" u="none" strike="noStrike" cap="none" dirty="0">
                          <a:solidFill>
                            <a:schemeClr val="tx1"/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Calibri"/>
                          <a:sym typeface="Arial"/>
                        </a:rPr>
                        <a:t> </a:t>
                      </a:r>
                      <a:r>
                        <a:rPr lang="en-US" sz="4000" b="0" i="0" u="none" strike="noStrike" cap="none" dirty="0" err="1">
                          <a:solidFill>
                            <a:schemeClr val="tx1"/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Calibri"/>
                          <a:sym typeface="Arial"/>
                        </a:rPr>
                        <a:t>yǔmáo</a:t>
                      </a:r>
                      <a:r>
                        <a:rPr lang="en-US" sz="4000" b="0" i="0" u="none" strike="noStrike" cap="none" dirty="0">
                          <a:solidFill>
                            <a:schemeClr val="tx1"/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Calibri"/>
                          <a:sym typeface="Arial"/>
                        </a:rPr>
                        <a:t> </a:t>
                      </a:r>
                      <a:r>
                        <a:rPr lang="en-US" sz="4000" b="0" i="0" u="none" strike="noStrike" cap="none" dirty="0" err="1">
                          <a:solidFill>
                            <a:schemeClr val="tx1"/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Calibri"/>
                          <a:sym typeface="Arial"/>
                        </a:rPr>
                        <a:t>qiú</a:t>
                      </a:r>
                      <a:r>
                        <a:rPr lang="en-US" sz="4000" b="0" i="0" u="none" strike="noStrike" cap="none" dirty="0">
                          <a:solidFill>
                            <a:schemeClr val="tx1"/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Calibri"/>
                          <a:sym typeface="Arial"/>
                        </a:rPr>
                        <a:t>    </a:t>
                      </a:r>
                      <a:r>
                        <a:rPr lang="en-US" sz="4000" b="0" i="0" u="none" strike="noStrike" cap="none" dirty="0" err="1">
                          <a:solidFill>
                            <a:schemeClr val="tx1"/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Calibri"/>
                          <a:sym typeface="Arial"/>
                        </a:rPr>
                        <a:t>dǎ</a:t>
                      </a:r>
                      <a:r>
                        <a:rPr lang="en-US" sz="4000" b="0" i="0" u="none" strike="noStrike" cap="none" dirty="0">
                          <a:solidFill>
                            <a:schemeClr val="tx1"/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Calibri"/>
                          <a:sym typeface="Arial"/>
                        </a:rPr>
                        <a:t> </a:t>
                      </a:r>
                      <a:r>
                        <a:rPr lang="en-US" sz="4000" b="0" i="0" u="none" strike="noStrike" cap="none" dirty="0" err="1">
                          <a:solidFill>
                            <a:schemeClr val="tx1"/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Calibri"/>
                          <a:sym typeface="Arial"/>
                        </a:rPr>
                        <a:t>pīngpāng</a:t>
                      </a:r>
                      <a:r>
                        <a:rPr lang="en-US" sz="4000" b="0" i="0" u="none" strike="noStrike" cap="none" dirty="0">
                          <a:solidFill>
                            <a:schemeClr val="tx1"/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Calibri"/>
                          <a:sym typeface="Arial"/>
                        </a:rPr>
                        <a:t> </a:t>
                      </a:r>
                      <a:r>
                        <a:rPr lang="en-US" sz="4000" b="0" i="0" u="none" strike="noStrike" cap="none" dirty="0" err="1">
                          <a:solidFill>
                            <a:schemeClr val="tx1"/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Calibri"/>
                          <a:sym typeface="Arial"/>
                        </a:rPr>
                        <a:t>qiú</a:t>
                      </a:r>
                      <a:r>
                        <a:rPr lang="en-US" sz="4000" b="0" i="0" u="none" strike="noStrike" cap="none" dirty="0">
                          <a:solidFill>
                            <a:schemeClr val="tx1"/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Calibri"/>
                          <a:sym typeface="Arial"/>
                        </a:rPr>
                        <a:t>      </a:t>
                      </a:r>
                      <a:r>
                        <a:rPr lang="en-US" sz="4000" b="0" i="0" u="none" strike="noStrike" cap="none" dirty="0" err="1">
                          <a:solidFill>
                            <a:schemeClr val="tx1"/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Calibri"/>
                          <a:sym typeface="Arial"/>
                        </a:rPr>
                        <a:t>tī</a:t>
                      </a:r>
                      <a:r>
                        <a:rPr lang="en-US" sz="4000" b="0" i="0" u="none" strike="noStrike" cap="none" dirty="0">
                          <a:solidFill>
                            <a:schemeClr val="tx1"/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Calibri"/>
                          <a:sym typeface="Arial"/>
                        </a:rPr>
                        <a:t> </a:t>
                      </a:r>
                      <a:r>
                        <a:rPr lang="en-US" sz="4000" b="0" i="0" u="none" strike="noStrike" cap="none" dirty="0" err="1">
                          <a:solidFill>
                            <a:schemeClr val="tx1"/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Calibri"/>
                          <a:sym typeface="Arial"/>
                        </a:rPr>
                        <a:t>zúqiú</a:t>
                      </a:r>
                      <a:r>
                        <a:rPr lang="en-US" sz="4000" b="0" i="0" u="none" strike="noStrike" cap="none" dirty="0">
                          <a:solidFill>
                            <a:schemeClr val="tx1"/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Calibri"/>
                          <a:sym typeface="Arial"/>
                        </a:rPr>
                        <a:t> </a:t>
                      </a:r>
                    </a:p>
                    <a:p>
                      <a:r>
                        <a:rPr lang="zh-CN" altLang="en-US" sz="4400" b="0" i="0" u="none" strike="noStrike" cap="none" dirty="0">
                          <a:solidFill>
                            <a:schemeClr val="tx1"/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Calibri"/>
                          <a:sym typeface="Arial"/>
                        </a:rPr>
                        <a:t>打 篮球      打羽 毛 球     打 乒乓  球         踢足球</a:t>
                      </a:r>
                      <a:endParaRPr lang="en-US" sz="4400" b="0" i="0" u="none" strike="noStrike" cap="none" dirty="0">
                        <a:solidFill>
                          <a:schemeClr val="tx1"/>
                        </a:solidFill>
                        <a:latin typeface="SimSun" panose="02010600030101010101" pitchFamily="2" charset="-122"/>
                        <a:ea typeface="SimSun" panose="02010600030101010101" pitchFamily="2" charset="-122"/>
                        <a:cs typeface="Calibri"/>
                        <a:sym typeface="Arial"/>
                      </a:endParaRPr>
                    </a:p>
                    <a:p>
                      <a:r>
                        <a:rPr lang="en-US" sz="4400" b="0" i="0" u="none" strike="noStrike" cap="none" dirty="0">
                          <a:solidFill>
                            <a:schemeClr val="tx1"/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Calibri"/>
                          <a:sym typeface="Arial"/>
                        </a:rPr>
                        <a:t> 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547647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39"/>
          <p:cNvSpPr txBox="1"/>
          <p:nvPr/>
        </p:nvSpPr>
        <p:spPr>
          <a:xfrm>
            <a:off x="4656279" y="2365088"/>
            <a:ext cx="7496156" cy="2002279"/>
          </a:xfrm>
          <a:prstGeom prst="rect">
            <a:avLst/>
          </a:prstGeom>
          <a:solidFill>
            <a:srgbClr val="D6E3B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216249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2800"/>
              <a:buFont typeface="SimSun"/>
              <a:buNone/>
            </a:pPr>
            <a:r>
              <a:rPr lang="en-US" sz="2800" b="1" i="0" u="none" strike="noStrike" cap="none" dirty="0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   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Nǐ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  de 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àihào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shì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shénme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?</a:t>
            </a:r>
            <a:endParaRPr dirty="0"/>
          </a:p>
          <a:p>
            <a:pPr marL="0" marR="0" lvl="0" indent="0" algn="l" rtl="0">
              <a:lnSpc>
                <a:spcPct val="137613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400"/>
              <a:buFont typeface="Calibri"/>
              <a:buNone/>
            </a:pPr>
            <a:r>
              <a:rPr lang="en-US" sz="4800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A: 你 的 </a:t>
            </a:r>
            <a:r>
              <a:rPr lang="en-US" sz="4800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爱好</a:t>
            </a:r>
            <a:r>
              <a:rPr lang="en-US" sz="4800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是 </a:t>
            </a:r>
            <a:r>
              <a:rPr lang="en-US" sz="4800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什么</a:t>
            </a:r>
            <a:r>
              <a:rPr lang="en-US" sz="4800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？</a:t>
            </a:r>
            <a:endParaRPr sz="4800" dirty="0">
              <a:solidFill>
                <a:srgbClr val="2E2F30"/>
              </a:solidFill>
              <a:latin typeface="SimSun" panose="02010600030101010101" pitchFamily="2" charset="-122"/>
              <a:ea typeface="SimSun" panose="02010600030101010101" pitchFamily="2" charset="-122"/>
              <a:cs typeface="Calibri"/>
              <a:sym typeface="Calibri"/>
            </a:endParaRPr>
          </a:p>
        </p:txBody>
      </p:sp>
      <p:sp>
        <p:nvSpPr>
          <p:cNvPr id="593" name="Google Shape;593;p39"/>
          <p:cNvSpPr txBox="1"/>
          <p:nvPr/>
        </p:nvSpPr>
        <p:spPr>
          <a:xfrm>
            <a:off x="7374320" y="4534046"/>
            <a:ext cx="7496156" cy="1865126"/>
          </a:xfrm>
          <a:prstGeom prst="rect">
            <a:avLst/>
          </a:prstGeom>
          <a:solidFill>
            <a:srgbClr val="EAF1DD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216249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2800"/>
              <a:buFont typeface="SimSun"/>
              <a:buNone/>
            </a:pPr>
            <a:r>
              <a:rPr lang="en-US" sz="2800" b="0" i="0" u="none" strike="noStrike" cap="none" dirty="0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   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Wǒ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  de 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àihào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shì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 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kàn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diànyǐnɡ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.</a:t>
            </a:r>
            <a:endParaRPr dirty="0"/>
          </a:p>
          <a:p>
            <a:pPr marL="0" marR="0" lvl="0" indent="0" algn="l" rtl="0">
              <a:lnSpc>
                <a:spcPct val="137613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400"/>
              <a:buFont typeface="Calibri"/>
              <a:buNone/>
            </a:pPr>
            <a:r>
              <a:rPr lang="en-US" sz="4400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B: 我 的 </a:t>
            </a:r>
            <a:r>
              <a:rPr lang="en-US" sz="4400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爱好</a:t>
            </a:r>
            <a:r>
              <a:rPr lang="en-US" sz="4400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是 看 </a:t>
            </a:r>
            <a:r>
              <a:rPr lang="en-US" sz="4400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电影</a:t>
            </a:r>
            <a:r>
              <a:rPr lang="en-US" sz="4400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。</a:t>
            </a:r>
            <a:endParaRPr sz="4400" dirty="0">
              <a:solidFill>
                <a:srgbClr val="2E2F30"/>
              </a:solidFill>
              <a:latin typeface="SimSun" panose="02010600030101010101" pitchFamily="2" charset="-122"/>
              <a:ea typeface="SimSun" panose="02010600030101010101" pitchFamily="2" charset="-122"/>
              <a:cs typeface="Calibri"/>
              <a:sym typeface="Calibri"/>
            </a:endParaRPr>
          </a:p>
        </p:txBody>
      </p:sp>
      <p:pic>
        <p:nvPicPr>
          <p:cNvPr id="594" name="Google Shape;594;p3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715670" y="3395663"/>
            <a:ext cx="2896381" cy="2712066"/>
          </a:xfrm>
          <a:prstGeom prst="rect">
            <a:avLst/>
          </a:prstGeom>
          <a:noFill/>
          <a:ln>
            <a:noFill/>
          </a:ln>
        </p:spPr>
      </p:pic>
      <p:pic>
        <p:nvPicPr>
          <p:cNvPr id="595" name="Google Shape;595;p3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583054">
            <a:off x="16719083" y="2956755"/>
            <a:ext cx="1115858" cy="1075281"/>
          </a:xfrm>
          <a:prstGeom prst="rect">
            <a:avLst/>
          </a:prstGeom>
          <a:noFill/>
          <a:ln>
            <a:noFill/>
          </a:ln>
        </p:spPr>
      </p:pic>
      <p:pic>
        <p:nvPicPr>
          <p:cNvPr id="596" name="Google Shape;596;p3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5025281" y="3390900"/>
            <a:ext cx="2344338" cy="2344338"/>
          </a:xfrm>
          <a:prstGeom prst="rect">
            <a:avLst/>
          </a:prstGeom>
          <a:noFill/>
          <a:ln>
            <a:noFill/>
          </a:ln>
        </p:spPr>
      </p:pic>
      <p:pic>
        <p:nvPicPr>
          <p:cNvPr id="597" name="Google Shape;597;p39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38200" y="2380745"/>
            <a:ext cx="3097475" cy="2900363"/>
          </a:xfrm>
          <a:prstGeom prst="rect">
            <a:avLst/>
          </a:prstGeom>
          <a:noFill/>
          <a:ln>
            <a:noFill/>
          </a:ln>
        </p:spPr>
      </p:pic>
      <p:pic>
        <p:nvPicPr>
          <p:cNvPr id="598" name="Google Shape;598;p39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18381" y="2326482"/>
            <a:ext cx="813730" cy="760467"/>
          </a:xfrm>
          <a:prstGeom prst="rect">
            <a:avLst/>
          </a:prstGeom>
          <a:noFill/>
          <a:ln>
            <a:noFill/>
          </a:ln>
        </p:spPr>
      </p:pic>
      <p:pic>
        <p:nvPicPr>
          <p:cNvPr id="599" name="Google Shape;599;p39" descr="A picture containing vector graphics&#10;&#10;Description automatically generated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121216" y="2247900"/>
            <a:ext cx="2900363" cy="2900363"/>
          </a:xfrm>
          <a:prstGeom prst="rect">
            <a:avLst/>
          </a:prstGeom>
          <a:noFill/>
          <a:ln>
            <a:noFill/>
          </a:ln>
        </p:spPr>
      </p:pic>
      <p:sp>
        <p:nvSpPr>
          <p:cNvPr id="600" name="Google Shape;600;p39"/>
          <p:cNvSpPr txBox="1"/>
          <p:nvPr/>
        </p:nvSpPr>
        <p:spPr>
          <a:xfrm>
            <a:off x="533400" y="419100"/>
            <a:ext cx="4724400" cy="744948"/>
          </a:xfrm>
          <a:prstGeom prst="rect">
            <a:avLst/>
          </a:prstGeom>
          <a:solidFill>
            <a:srgbClr val="E5DFE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96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5046"/>
              <a:buFont typeface="Calibri"/>
              <a:buNone/>
            </a:pPr>
            <a:r>
              <a:rPr lang="en-US" sz="5046" b="1" i="0" u="none" strike="noStrike" cap="none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rPr>
              <a:t>练习Exercises</a:t>
            </a:r>
            <a:endParaRPr sz="5046" b="1" i="0" u="none" strike="noStrike" cap="none">
              <a:solidFill>
                <a:srgbClr val="2E2F3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" name="Google Shape;601;p39"/>
          <p:cNvSpPr txBox="1"/>
          <p:nvPr/>
        </p:nvSpPr>
        <p:spPr>
          <a:xfrm>
            <a:off x="6938429" y="1235310"/>
            <a:ext cx="5029200" cy="744948"/>
          </a:xfrm>
          <a:prstGeom prst="rect">
            <a:avLst/>
          </a:prstGeom>
          <a:solidFill>
            <a:srgbClr val="FBD4B4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96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5046"/>
              <a:buFont typeface="Calibri"/>
              <a:buNone/>
            </a:pPr>
            <a:r>
              <a:rPr lang="en-US" sz="5046" b="1" i="0" u="none" strike="noStrike" cap="none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rPr>
              <a:t>替换 Substitutions</a:t>
            </a:r>
            <a:endParaRPr sz="5046" b="1" i="0" u="none" strike="noStrike" cap="none">
              <a:solidFill>
                <a:srgbClr val="2E2F3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2" name="Google Shape;602;p39"/>
          <p:cNvSpPr txBox="1"/>
          <p:nvPr/>
        </p:nvSpPr>
        <p:spPr>
          <a:xfrm>
            <a:off x="1772354" y="6973692"/>
            <a:ext cx="1598085" cy="2002279"/>
          </a:xfrm>
          <a:prstGeom prst="rect">
            <a:avLst/>
          </a:prstGeom>
          <a:solidFill>
            <a:srgbClr val="FDE9D8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216249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2800"/>
              <a:buFont typeface="SimSun"/>
              <a:buNone/>
            </a:pPr>
            <a:r>
              <a:rPr lang="en-US" sz="2800" b="1" i="0" u="none" strike="noStrike" cap="none" dirty="0" err="1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chànɡɡē</a:t>
            </a:r>
            <a:endParaRPr dirty="0"/>
          </a:p>
          <a:p>
            <a:pPr marL="0" marR="0" lvl="0" indent="0" algn="ctr" rtl="0">
              <a:lnSpc>
                <a:spcPct val="137613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400"/>
              <a:buFont typeface="Calibri"/>
              <a:buNone/>
            </a:pPr>
            <a:r>
              <a:rPr lang="en-US" sz="5046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唱歌</a:t>
            </a:r>
            <a:endParaRPr sz="5046" dirty="0">
              <a:solidFill>
                <a:srgbClr val="2E2F30"/>
              </a:solidFill>
              <a:latin typeface="SimSun" panose="02010600030101010101" pitchFamily="2" charset="-122"/>
              <a:ea typeface="SimSun" panose="02010600030101010101" pitchFamily="2" charset="-122"/>
              <a:cs typeface="Calibri"/>
              <a:sym typeface="Calibri"/>
            </a:endParaRPr>
          </a:p>
        </p:txBody>
      </p:sp>
      <p:sp>
        <p:nvSpPr>
          <p:cNvPr id="603" name="Google Shape;603;p39"/>
          <p:cNvSpPr txBox="1"/>
          <p:nvPr/>
        </p:nvSpPr>
        <p:spPr>
          <a:xfrm>
            <a:off x="4195228" y="6989349"/>
            <a:ext cx="2281771" cy="1666225"/>
          </a:xfrm>
          <a:prstGeom prst="rect">
            <a:avLst/>
          </a:prstGeom>
          <a:solidFill>
            <a:srgbClr val="FBD4B4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7613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2800"/>
              <a:buFont typeface="SimSun"/>
              <a:buNone/>
            </a:pPr>
            <a:r>
              <a:rPr lang="en-US" sz="2800" b="1" i="0" u="none" strike="noStrike" cap="none" dirty="0" err="1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tīnɡ</a:t>
            </a:r>
            <a:r>
              <a:rPr lang="en-US" sz="2800" b="1" i="0" u="none" strike="noStrike" cap="none" dirty="0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 </a:t>
            </a:r>
            <a:r>
              <a:rPr lang="en-US" sz="2800" b="1" i="0" u="none" strike="noStrike" cap="none" dirty="0" err="1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yīnyuè</a:t>
            </a:r>
            <a:r>
              <a:rPr lang="en-US" sz="5046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听</a:t>
            </a:r>
            <a:r>
              <a:rPr lang="en-US" sz="5046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5046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音乐</a:t>
            </a:r>
            <a:endParaRPr sz="5046" dirty="0">
              <a:solidFill>
                <a:srgbClr val="2E2F30"/>
              </a:solidFill>
              <a:latin typeface="SimSun" panose="02010600030101010101" pitchFamily="2" charset="-122"/>
              <a:ea typeface="SimSun" panose="02010600030101010101" pitchFamily="2" charset="-122"/>
              <a:cs typeface="Calibri"/>
              <a:sym typeface="Calibri"/>
            </a:endParaRPr>
          </a:p>
        </p:txBody>
      </p:sp>
      <p:sp>
        <p:nvSpPr>
          <p:cNvPr id="604" name="Google Shape;604;p39"/>
          <p:cNvSpPr txBox="1"/>
          <p:nvPr/>
        </p:nvSpPr>
        <p:spPr>
          <a:xfrm>
            <a:off x="6937440" y="6989349"/>
            <a:ext cx="1447800" cy="1666225"/>
          </a:xfrm>
          <a:prstGeom prst="rect">
            <a:avLst/>
          </a:prstGeom>
          <a:solidFill>
            <a:srgbClr val="FDE9D8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7613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2800"/>
              <a:buFont typeface="SimSun"/>
              <a:buNone/>
            </a:pPr>
            <a:r>
              <a:rPr lang="en-US" sz="2800" b="1" i="0" u="none" strike="noStrike" cap="none" dirty="0" err="1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yóuyǒnɡ</a:t>
            </a:r>
            <a:r>
              <a:rPr lang="en-US" sz="5046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游泳</a:t>
            </a:r>
            <a:endParaRPr sz="5046" dirty="0">
              <a:solidFill>
                <a:srgbClr val="2E2F30"/>
              </a:solidFill>
              <a:latin typeface="SimSun" panose="02010600030101010101" pitchFamily="2" charset="-122"/>
              <a:ea typeface="SimSun" panose="02010600030101010101" pitchFamily="2" charset="-122"/>
              <a:cs typeface="Calibri"/>
              <a:sym typeface="Calibri"/>
            </a:endParaRPr>
          </a:p>
        </p:txBody>
      </p:sp>
      <p:sp>
        <p:nvSpPr>
          <p:cNvPr id="605" name="Google Shape;605;p39"/>
          <p:cNvSpPr txBox="1"/>
          <p:nvPr/>
        </p:nvSpPr>
        <p:spPr>
          <a:xfrm>
            <a:off x="8730940" y="6800733"/>
            <a:ext cx="2554569" cy="2002279"/>
          </a:xfrm>
          <a:prstGeom prst="rect">
            <a:avLst/>
          </a:prstGeom>
          <a:solidFill>
            <a:srgbClr val="FBD4B4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216249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2800"/>
              <a:buFont typeface="SimSun"/>
              <a:buNone/>
            </a:pPr>
            <a:r>
              <a:rPr lang="en-US" sz="2800" b="1" i="0" u="none" strike="noStrike" cap="none" dirty="0" err="1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xiě</a:t>
            </a:r>
            <a:r>
              <a:rPr lang="en-US" sz="2800" b="1" i="0" u="none" strike="noStrike" cap="none" dirty="0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 </a:t>
            </a:r>
            <a:r>
              <a:rPr lang="en-US" sz="2800" b="1" i="0" u="none" strike="noStrike" cap="none" dirty="0" err="1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shūfǎ</a:t>
            </a:r>
            <a:endParaRPr sz="2800" b="1" i="0" u="none" strike="noStrike" cap="none" dirty="0">
              <a:solidFill>
                <a:srgbClr val="2E2F30"/>
              </a:solidFill>
              <a:latin typeface="SimSun"/>
              <a:ea typeface="SimSun"/>
              <a:cs typeface="SimSun"/>
              <a:sym typeface="SimSun"/>
            </a:endParaRPr>
          </a:p>
          <a:p>
            <a:pPr marL="0" marR="0" lvl="0" indent="0" algn="ctr" rtl="0">
              <a:lnSpc>
                <a:spcPct val="137613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400"/>
              <a:buFont typeface="Calibri"/>
              <a:buNone/>
            </a:pPr>
            <a:r>
              <a:rPr lang="en-US" sz="5046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写 </a:t>
            </a:r>
            <a:r>
              <a:rPr lang="en-US" sz="5046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书法</a:t>
            </a:r>
            <a:endParaRPr sz="5046" dirty="0">
              <a:solidFill>
                <a:srgbClr val="2E2F30"/>
              </a:solidFill>
              <a:latin typeface="SimSun" panose="02010600030101010101" pitchFamily="2" charset="-122"/>
              <a:ea typeface="SimSun" panose="02010600030101010101" pitchFamily="2" charset="-122"/>
              <a:cs typeface="Calibri"/>
              <a:sym typeface="Calibri"/>
            </a:endParaRPr>
          </a:p>
        </p:txBody>
      </p:sp>
      <p:sp>
        <p:nvSpPr>
          <p:cNvPr id="606" name="Google Shape;606;p39"/>
          <p:cNvSpPr txBox="1"/>
          <p:nvPr/>
        </p:nvSpPr>
        <p:spPr>
          <a:xfrm>
            <a:off x="11631209" y="6973692"/>
            <a:ext cx="1447800" cy="1666225"/>
          </a:xfrm>
          <a:prstGeom prst="rect">
            <a:avLst/>
          </a:prstGeom>
          <a:solidFill>
            <a:srgbClr val="FDE9D8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7613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2800"/>
              <a:buFont typeface="SimSun"/>
              <a:buNone/>
            </a:pPr>
            <a:r>
              <a:rPr lang="en-US" sz="2800" b="1" i="0" u="none" strike="noStrike" cap="none" dirty="0" err="1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pǎobù</a:t>
            </a:r>
            <a:r>
              <a:rPr lang="en-US" sz="5046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跑步</a:t>
            </a:r>
            <a:endParaRPr sz="5046" dirty="0">
              <a:solidFill>
                <a:srgbClr val="2E2F30"/>
              </a:solidFill>
              <a:latin typeface="SimSun" panose="02010600030101010101" pitchFamily="2" charset="-122"/>
              <a:ea typeface="SimSun" panose="02010600030101010101" pitchFamily="2" charset="-122"/>
              <a:cs typeface="Calibri"/>
              <a:sym typeface="Calibri"/>
            </a:endParaRPr>
          </a:p>
        </p:txBody>
      </p:sp>
      <p:sp>
        <p:nvSpPr>
          <p:cNvPr id="607" name="Google Shape;607;p39"/>
          <p:cNvSpPr txBox="1"/>
          <p:nvPr/>
        </p:nvSpPr>
        <p:spPr>
          <a:xfrm>
            <a:off x="13611341" y="6979821"/>
            <a:ext cx="2281771" cy="1666225"/>
          </a:xfrm>
          <a:prstGeom prst="rect">
            <a:avLst/>
          </a:prstGeom>
          <a:solidFill>
            <a:srgbClr val="FBD4B4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7613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2800"/>
              <a:buFont typeface="SimSun"/>
              <a:buNone/>
            </a:pPr>
            <a:r>
              <a:rPr lang="en-US" sz="2800" b="1" i="0" u="none" strike="noStrike" cap="none" dirty="0" err="1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kàn</a:t>
            </a:r>
            <a:r>
              <a:rPr lang="en-US" sz="2800" b="1" i="0" u="none" strike="noStrike" cap="none" dirty="0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 </a:t>
            </a:r>
            <a:r>
              <a:rPr lang="en-US" sz="2800" b="1" i="0" u="none" strike="noStrike" cap="none" dirty="0" err="1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diànshì</a:t>
            </a:r>
            <a:r>
              <a:rPr lang="en-US" sz="5046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看</a:t>
            </a:r>
            <a:r>
              <a:rPr lang="en-US" sz="5046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5046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电视</a:t>
            </a:r>
            <a:endParaRPr sz="5046" dirty="0">
              <a:solidFill>
                <a:srgbClr val="2E2F30"/>
              </a:solidFill>
              <a:latin typeface="SimSun" panose="02010600030101010101" pitchFamily="2" charset="-122"/>
              <a:ea typeface="SimSun" panose="02010600030101010101" pitchFamily="2" charset="-122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p40"/>
          <p:cNvSpPr txBox="1"/>
          <p:nvPr/>
        </p:nvSpPr>
        <p:spPr>
          <a:xfrm>
            <a:off x="3935674" y="2395809"/>
            <a:ext cx="6988815" cy="1865126"/>
          </a:xfrm>
          <a:prstGeom prst="rect">
            <a:avLst/>
          </a:prstGeom>
          <a:solidFill>
            <a:srgbClr val="D6E3B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216249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2800"/>
              <a:buFont typeface="SimSun"/>
              <a:buNone/>
            </a:pPr>
            <a:r>
              <a:rPr lang="en-US" sz="2800" b="1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 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Nǐ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huì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dǎ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lánqiú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mɑ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? </a:t>
            </a:r>
            <a:endParaRPr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marL="0" marR="0" lvl="0" indent="0" algn="l" rtl="0">
              <a:lnSpc>
                <a:spcPct val="137613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400"/>
              <a:buFont typeface="Calibri"/>
              <a:buNone/>
            </a:pPr>
            <a:r>
              <a:rPr lang="en-US" sz="44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A:</a:t>
            </a:r>
            <a:r>
              <a:rPr lang="en-US" sz="4400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你会 </a:t>
            </a:r>
            <a:r>
              <a:rPr lang="en-US" sz="4400" b="1" i="0" u="sng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打 </a:t>
            </a:r>
            <a:r>
              <a:rPr lang="en-US" sz="4400" b="1" i="0" u="sng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篮球</a:t>
            </a:r>
            <a:r>
              <a:rPr lang="en-US" sz="4400" b="1" i="0" u="sng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4400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吗</a:t>
            </a:r>
            <a:r>
              <a:rPr lang="en-US" sz="44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？</a:t>
            </a:r>
            <a:endParaRPr sz="4400" b="0" i="0" u="none" strike="noStrike" cap="none" dirty="0">
              <a:solidFill>
                <a:srgbClr val="2E2F30"/>
              </a:solidFill>
              <a:latin typeface="SimSun" panose="02010600030101010101" pitchFamily="2" charset="-122"/>
              <a:ea typeface="SimSun" panose="02010600030101010101" pitchFamily="2" charset="-122"/>
              <a:cs typeface="Calibri"/>
              <a:sym typeface="Calibri"/>
            </a:endParaRPr>
          </a:p>
        </p:txBody>
      </p:sp>
      <p:sp>
        <p:nvSpPr>
          <p:cNvPr id="613" name="Google Shape;613;p40"/>
          <p:cNvSpPr txBox="1"/>
          <p:nvPr/>
        </p:nvSpPr>
        <p:spPr>
          <a:xfrm>
            <a:off x="4021579" y="4637743"/>
            <a:ext cx="12055075" cy="1865126"/>
          </a:xfrm>
          <a:prstGeom prst="rect">
            <a:avLst/>
          </a:prstGeom>
          <a:solidFill>
            <a:srgbClr val="EAF1DD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216249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2800"/>
              <a:buFont typeface="SimSun"/>
              <a:buNone/>
            </a:pPr>
            <a:r>
              <a:rPr lang="en-US" sz="2800" b="1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  </a:t>
            </a:r>
            <a:r>
              <a:rPr lang="en-US" sz="2800" b="1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Wǒ</a:t>
            </a:r>
            <a:r>
              <a:rPr lang="en-US" sz="2800" b="1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</a:t>
            </a:r>
            <a:r>
              <a:rPr lang="en-US" sz="2800" b="1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huì</a:t>
            </a:r>
            <a:r>
              <a:rPr lang="en-US" sz="2800" b="1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2800" b="1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dǎ</a:t>
            </a:r>
            <a:r>
              <a:rPr lang="en-US" sz="2800" b="1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2800" b="1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lánqiú</a:t>
            </a:r>
            <a:r>
              <a:rPr lang="en-US" sz="2800" b="1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. /   </a:t>
            </a:r>
            <a:r>
              <a:rPr lang="en-US" sz="2800" b="1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Wǒ</a:t>
            </a:r>
            <a:r>
              <a:rPr lang="en-US" sz="2800" b="1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</a:t>
            </a:r>
            <a:r>
              <a:rPr lang="en-US" sz="2800" b="1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bú</a:t>
            </a:r>
            <a:r>
              <a:rPr lang="en-US" sz="2800" b="1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</a:t>
            </a:r>
            <a:r>
              <a:rPr lang="en-US" sz="2800" b="1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huì</a:t>
            </a:r>
            <a:r>
              <a:rPr lang="en-US" sz="2800" b="1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2800" b="1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dǎ</a:t>
            </a:r>
            <a:r>
              <a:rPr lang="en-US" sz="2800" b="1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</a:t>
            </a:r>
            <a:r>
              <a:rPr lang="en-US" sz="2800" b="1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lánqiú</a:t>
            </a:r>
            <a:r>
              <a:rPr lang="en-US" sz="2800" b="1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.</a:t>
            </a:r>
            <a:endParaRPr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marL="0" marR="0" lvl="0" indent="0" algn="l" rtl="0">
              <a:lnSpc>
                <a:spcPct val="137613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400"/>
              <a:buFont typeface="Calibri"/>
              <a:buNone/>
            </a:pPr>
            <a:r>
              <a:rPr lang="en-US" sz="36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B: </a:t>
            </a:r>
            <a:r>
              <a:rPr lang="en-US" sz="4400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我 </a:t>
            </a:r>
            <a:r>
              <a:rPr lang="en-US" sz="4400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会</a:t>
            </a:r>
            <a:r>
              <a:rPr lang="en-US" sz="4400" b="1" i="0" u="sng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打</a:t>
            </a:r>
            <a:r>
              <a:rPr lang="en-US" sz="4400" b="1" i="0" u="sng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4400" b="1" i="0" u="sng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篮球</a:t>
            </a:r>
            <a:r>
              <a:rPr lang="en-US" sz="44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。/</a:t>
            </a:r>
            <a:r>
              <a:rPr lang="en-US" sz="4400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我不</a:t>
            </a:r>
            <a:r>
              <a:rPr lang="en-US" sz="4400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4400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会</a:t>
            </a:r>
            <a:r>
              <a:rPr lang="en-US" sz="4400" b="1" i="0" u="sng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打</a:t>
            </a:r>
            <a:r>
              <a:rPr lang="en-US" sz="4400" b="1" i="0" u="sng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4400" b="1" i="0" u="sng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篮球</a:t>
            </a:r>
            <a:r>
              <a:rPr lang="en-US" sz="44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。</a:t>
            </a:r>
            <a:endParaRPr sz="4400" b="0" i="0" u="none" strike="noStrike" cap="none" dirty="0">
              <a:solidFill>
                <a:srgbClr val="2E2F30"/>
              </a:solidFill>
              <a:latin typeface="SimSun" panose="02010600030101010101" pitchFamily="2" charset="-122"/>
              <a:ea typeface="SimSun" panose="02010600030101010101" pitchFamily="2" charset="-122"/>
              <a:cs typeface="Calibri"/>
              <a:sym typeface="Calibri"/>
            </a:endParaRPr>
          </a:p>
        </p:txBody>
      </p:sp>
      <p:pic>
        <p:nvPicPr>
          <p:cNvPr id="614" name="Google Shape;614;p4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715670" y="3395663"/>
            <a:ext cx="2896381" cy="2712066"/>
          </a:xfrm>
          <a:prstGeom prst="rect">
            <a:avLst/>
          </a:prstGeom>
          <a:noFill/>
          <a:ln>
            <a:noFill/>
          </a:ln>
        </p:spPr>
      </p:pic>
      <p:pic>
        <p:nvPicPr>
          <p:cNvPr id="615" name="Google Shape;615;p4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583054">
            <a:off x="16719083" y="2956755"/>
            <a:ext cx="1115858" cy="1075281"/>
          </a:xfrm>
          <a:prstGeom prst="rect">
            <a:avLst/>
          </a:prstGeom>
          <a:noFill/>
          <a:ln>
            <a:noFill/>
          </a:ln>
        </p:spPr>
      </p:pic>
      <p:pic>
        <p:nvPicPr>
          <p:cNvPr id="616" name="Google Shape;616;p4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5025281" y="3390900"/>
            <a:ext cx="2344338" cy="2344338"/>
          </a:xfrm>
          <a:prstGeom prst="rect">
            <a:avLst/>
          </a:prstGeom>
          <a:noFill/>
          <a:ln>
            <a:noFill/>
          </a:ln>
        </p:spPr>
      </p:pic>
      <p:pic>
        <p:nvPicPr>
          <p:cNvPr id="617" name="Google Shape;617;p40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38200" y="2380745"/>
            <a:ext cx="3097475" cy="2900363"/>
          </a:xfrm>
          <a:prstGeom prst="rect">
            <a:avLst/>
          </a:prstGeom>
          <a:noFill/>
          <a:ln>
            <a:noFill/>
          </a:ln>
        </p:spPr>
      </p:pic>
      <p:pic>
        <p:nvPicPr>
          <p:cNvPr id="618" name="Google Shape;618;p40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18381" y="2326482"/>
            <a:ext cx="813730" cy="760467"/>
          </a:xfrm>
          <a:prstGeom prst="rect">
            <a:avLst/>
          </a:prstGeom>
          <a:noFill/>
          <a:ln>
            <a:noFill/>
          </a:ln>
        </p:spPr>
      </p:pic>
      <p:pic>
        <p:nvPicPr>
          <p:cNvPr id="619" name="Google Shape;619;p40" descr="A picture containing vector graphics&#10;&#10;Description automatically generated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121216" y="2247900"/>
            <a:ext cx="2900363" cy="2900363"/>
          </a:xfrm>
          <a:prstGeom prst="rect">
            <a:avLst/>
          </a:prstGeom>
          <a:noFill/>
          <a:ln>
            <a:noFill/>
          </a:ln>
        </p:spPr>
      </p:pic>
      <p:sp>
        <p:nvSpPr>
          <p:cNvPr id="620" name="Google Shape;620;p40"/>
          <p:cNvSpPr txBox="1"/>
          <p:nvPr/>
        </p:nvSpPr>
        <p:spPr>
          <a:xfrm>
            <a:off x="533400" y="419100"/>
            <a:ext cx="4724400" cy="744948"/>
          </a:xfrm>
          <a:prstGeom prst="rect">
            <a:avLst/>
          </a:prstGeom>
          <a:solidFill>
            <a:srgbClr val="E5DFE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96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5046"/>
              <a:buFont typeface="Calibri"/>
              <a:buNone/>
            </a:pPr>
            <a:r>
              <a:rPr lang="en-US" sz="5046" b="1" i="0" u="none" strike="noStrike" cap="none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rPr>
              <a:t>练习Exercises</a:t>
            </a:r>
            <a:endParaRPr sz="5046" b="1" i="0" u="none" strike="noStrike" cap="none">
              <a:solidFill>
                <a:srgbClr val="2E2F3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1" name="Google Shape;621;p40"/>
          <p:cNvSpPr txBox="1"/>
          <p:nvPr/>
        </p:nvSpPr>
        <p:spPr>
          <a:xfrm>
            <a:off x="6938429" y="1235310"/>
            <a:ext cx="5029200" cy="744948"/>
          </a:xfrm>
          <a:prstGeom prst="rect">
            <a:avLst/>
          </a:prstGeom>
          <a:solidFill>
            <a:srgbClr val="FBD4B4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96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5046"/>
              <a:buFont typeface="Calibri"/>
              <a:buNone/>
            </a:pPr>
            <a:r>
              <a:rPr lang="en-US" sz="5046" b="1" i="0" u="none" strike="noStrike" cap="none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rPr>
              <a:t>替换 Substitutions</a:t>
            </a:r>
            <a:endParaRPr sz="5046" b="1" i="0" u="none" strike="noStrike" cap="none">
              <a:solidFill>
                <a:srgbClr val="2E2F3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2" name="Google Shape;622;p40"/>
          <p:cNvSpPr txBox="1"/>
          <p:nvPr/>
        </p:nvSpPr>
        <p:spPr>
          <a:xfrm>
            <a:off x="2706935" y="7012661"/>
            <a:ext cx="1669037" cy="2814810"/>
          </a:xfrm>
          <a:prstGeom prst="rect">
            <a:avLst/>
          </a:prstGeom>
          <a:solidFill>
            <a:srgbClr val="FDE9D8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216249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2800"/>
              <a:buFont typeface="SimSun"/>
              <a:buNone/>
            </a:pPr>
            <a:r>
              <a:rPr lang="en-US" sz="320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  <a:sym typeface="SimSun"/>
              </a:rPr>
              <a:t>chànɡɡē</a:t>
            </a:r>
            <a:endParaRPr sz="3200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marL="0" marR="0" lvl="0" indent="0" algn="ctr" rtl="0">
              <a:lnSpc>
                <a:spcPct val="137613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400"/>
              <a:buFont typeface="Calibri"/>
              <a:buNone/>
            </a:pPr>
            <a:r>
              <a:rPr lang="en-US" sz="5046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唱歌</a:t>
            </a:r>
            <a:endParaRPr lang="en-US" sz="5046" dirty="0">
              <a:solidFill>
                <a:srgbClr val="2E2F30"/>
              </a:solidFill>
              <a:latin typeface="SimSun" panose="02010600030101010101" pitchFamily="2" charset="-122"/>
              <a:ea typeface="SimSun" panose="02010600030101010101" pitchFamily="2" charset="-122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37613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400"/>
              <a:buFont typeface="Calibri"/>
              <a:buNone/>
            </a:pPr>
            <a:r>
              <a:rPr lang="en-US" sz="3200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To sing</a:t>
            </a:r>
            <a:endParaRPr sz="3200" i="0" u="none" strike="noStrike" cap="none" dirty="0">
              <a:solidFill>
                <a:srgbClr val="2E2F30"/>
              </a:solidFill>
              <a:latin typeface="SimSun" panose="02010600030101010101" pitchFamily="2" charset="-122"/>
              <a:ea typeface="SimSun" panose="02010600030101010101" pitchFamily="2" charset="-122"/>
              <a:cs typeface="Calibri"/>
              <a:sym typeface="Calibri"/>
            </a:endParaRPr>
          </a:p>
        </p:txBody>
      </p:sp>
      <p:sp>
        <p:nvSpPr>
          <p:cNvPr id="623" name="Google Shape;623;p40"/>
          <p:cNvSpPr txBox="1"/>
          <p:nvPr/>
        </p:nvSpPr>
        <p:spPr>
          <a:xfrm>
            <a:off x="5334543" y="7145646"/>
            <a:ext cx="3046907" cy="2681824"/>
          </a:xfrm>
          <a:prstGeom prst="rect">
            <a:avLst/>
          </a:prstGeom>
          <a:solidFill>
            <a:srgbClr val="FBD4B4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7613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2800"/>
              <a:buFont typeface="SimSun"/>
              <a:buNone/>
            </a:pPr>
            <a:r>
              <a:rPr lang="en-US" sz="320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  <a:sym typeface="SimSun"/>
              </a:rPr>
              <a:t>dǎ</a:t>
            </a:r>
            <a:r>
              <a:rPr lang="en-US" sz="320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  <a:sym typeface="SimSun"/>
              </a:rPr>
              <a:t> </a:t>
            </a:r>
            <a:r>
              <a:rPr lang="en-US" sz="320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  <a:sym typeface="SimSun"/>
              </a:rPr>
              <a:t>wǎnɡqiú</a:t>
            </a:r>
            <a:endParaRPr lang="en-US" sz="3200" i="0" u="none" strike="noStrike" cap="none" dirty="0">
              <a:solidFill>
                <a:srgbClr val="2E2F30"/>
              </a:solidFill>
              <a:latin typeface="SimSun" panose="02010600030101010101" pitchFamily="2" charset="-122"/>
              <a:ea typeface="SimSun" panose="02010600030101010101" pitchFamily="2" charset="-122"/>
              <a:cs typeface="Times New Roman" panose="02020603050405020304" pitchFamily="18" charset="0"/>
              <a:sym typeface="SimSun"/>
            </a:endParaRPr>
          </a:p>
          <a:p>
            <a:pPr marL="0" marR="0" lvl="0" indent="0" algn="ctr" rtl="0">
              <a:lnSpc>
                <a:spcPct val="137613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2800"/>
              <a:buFont typeface="SimSun"/>
              <a:buNone/>
            </a:pPr>
            <a:r>
              <a:rPr lang="en-US" sz="5046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打 </a:t>
            </a:r>
            <a:r>
              <a:rPr lang="en-US" sz="5046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网球</a:t>
            </a:r>
            <a:endParaRPr sz="5046" dirty="0">
              <a:solidFill>
                <a:srgbClr val="2E2F30"/>
              </a:solidFill>
              <a:latin typeface="SimSun" panose="02010600030101010101" pitchFamily="2" charset="-122"/>
              <a:ea typeface="SimSun" panose="02010600030101010101" pitchFamily="2" charset="-122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89218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3200"/>
              <a:buFont typeface="Times New Roman"/>
              <a:buNone/>
            </a:pPr>
            <a:r>
              <a:rPr lang="en-US" sz="320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/>
                <a:sym typeface="Times New Roman"/>
              </a:rPr>
              <a:t>Play tennis</a:t>
            </a:r>
            <a:endParaRPr sz="320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624" name="Google Shape;624;p40"/>
          <p:cNvSpPr txBox="1"/>
          <p:nvPr/>
        </p:nvSpPr>
        <p:spPr>
          <a:xfrm>
            <a:off x="9813409" y="7271225"/>
            <a:ext cx="1950533" cy="2430665"/>
          </a:xfrm>
          <a:prstGeom prst="rect">
            <a:avLst/>
          </a:prstGeom>
          <a:solidFill>
            <a:srgbClr val="FDE9D8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7613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2800"/>
              <a:buFont typeface="SimSun"/>
              <a:buNone/>
            </a:pPr>
            <a:r>
              <a:rPr lang="en-US" altLang="zh-CN" sz="320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  <a:sym typeface="SimSun"/>
              </a:rPr>
              <a:t>t</a:t>
            </a:r>
            <a:r>
              <a:rPr lang="en-US" sz="320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  <a:sym typeface="SimSun"/>
              </a:rPr>
              <a:t>iàowǔ</a:t>
            </a:r>
            <a:br>
              <a:rPr lang="en-US" sz="320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  <a:sym typeface="SimSun"/>
              </a:rPr>
            </a:br>
            <a:r>
              <a:rPr lang="en-US" sz="5046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跳舞</a:t>
            </a:r>
            <a:endParaRPr lang="en-US" sz="5046" dirty="0">
              <a:solidFill>
                <a:srgbClr val="2E2F30"/>
              </a:solidFill>
              <a:latin typeface="SimSun" panose="02010600030101010101" pitchFamily="2" charset="-122"/>
              <a:ea typeface="SimSun" panose="02010600030101010101" pitchFamily="2" charset="-122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37613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2800"/>
              <a:buFont typeface="SimSun"/>
              <a:buNone/>
            </a:pPr>
            <a:r>
              <a:rPr lang="en-US" sz="3200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To dance</a:t>
            </a:r>
            <a:endParaRPr sz="3200" i="0" u="none" strike="noStrike" cap="none" dirty="0">
              <a:solidFill>
                <a:srgbClr val="2E2F30"/>
              </a:solidFill>
              <a:latin typeface="SimSun" panose="02010600030101010101" pitchFamily="2" charset="-122"/>
              <a:ea typeface="SimSun" panose="02010600030101010101" pitchFamily="2" charset="-122"/>
              <a:cs typeface="Calibri"/>
              <a:sym typeface="Calibri"/>
            </a:endParaRPr>
          </a:p>
        </p:txBody>
      </p:sp>
      <p:sp>
        <p:nvSpPr>
          <p:cNvPr id="625" name="Google Shape;625;p40"/>
          <p:cNvSpPr txBox="1"/>
          <p:nvPr/>
        </p:nvSpPr>
        <p:spPr>
          <a:xfrm>
            <a:off x="13045315" y="7214792"/>
            <a:ext cx="3413885" cy="2681824"/>
          </a:xfrm>
          <a:prstGeom prst="rect">
            <a:avLst/>
          </a:prstGeom>
          <a:solidFill>
            <a:srgbClr val="FBD4B4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7613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2800"/>
              <a:buFont typeface="SimSun"/>
              <a:buNone/>
            </a:pPr>
            <a:r>
              <a:rPr lang="en-US" sz="320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  <a:sym typeface="SimSun"/>
              </a:rPr>
              <a:t>dǎ</a:t>
            </a:r>
            <a:r>
              <a:rPr lang="en-US" sz="320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  <a:sym typeface="SimSun"/>
              </a:rPr>
              <a:t> </a:t>
            </a:r>
            <a:r>
              <a:rPr lang="en-US" sz="320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  <a:sym typeface="SimSun"/>
              </a:rPr>
              <a:t>Tàijíquán</a:t>
            </a:r>
            <a:endParaRPr lang="en-US" sz="3200" i="0" u="none" strike="noStrike" cap="none" dirty="0">
              <a:solidFill>
                <a:srgbClr val="2E2F30"/>
              </a:solidFill>
              <a:latin typeface="SimSun" panose="02010600030101010101" pitchFamily="2" charset="-122"/>
              <a:ea typeface="SimSun" panose="02010600030101010101" pitchFamily="2" charset="-122"/>
              <a:cs typeface="Times New Roman" panose="02020603050405020304" pitchFamily="18" charset="0"/>
              <a:sym typeface="SimSun"/>
            </a:endParaRPr>
          </a:p>
          <a:p>
            <a:pPr marL="0" marR="0" lvl="0" indent="0" algn="ctr" rtl="0">
              <a:lnSpc>
                <a:spcPct val="137613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2800"/>
              <a:buFont typeface="SimSun"/>
              <a:buNone/>
            </a:pPr>
            <a:r>
              <a:rPr lang="en-US" sz="5046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打 </a:t>
            </a:r>
            <a:r>
              <a:rPr lang="en-US" sz="5046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太极拳</a:t>
            </a:r>
            <a:endParaRPr sz="5046" dirty="0">
              <a:solidFill>
                <a:srgbClr val="2E2F30"/>
              </a:solidFill>
              <a:latin typeface="SimSun" panose="02010600030101010101" pitchFamily="2" charset="-122"/>
              <a:ea typeface="SimSun" panose="02010600030101010101" pitchFamily="2" charset="-122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89218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3200"/>
              <a:buFont typeface="Times New Roman"/>
              <a:buNone/>
            </a:pPr>
            <a:r>
              <a:rPr lang="en-US" sz="320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/>
                <a:sym typeface="Times New Roman"/>
              </a:rPr>
              <a:t>Play Tai Chi</a:t>
            </a:r>
            <a:endParaRPr sz="320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0" name="Google Shape;630;p4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107787" y="2223088"/>
            <a:ext cx="3102676" cy="2905233"/>
          </a:xfrm>
          <a:prstGeom prst="rect">
            <a:avLst/>
          </a:prstGeom>
          <a:noFill/>
          <a:ln>
            <a:noFill/>
          </a:ln>
        </p:spPr>
      </p:pic>
      <p:pic>
        <p:nvPicPr>
          <p:cNvPr id="631" name="Google Shape;631;p4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61938" y="3086100"/>
            <a:ext cx="3102676" cy="2905233"/>
          </a:xfrm>
          <a:prstGeom prst="rect">
            <a:avLst/>
          </a:prstGeom>
          <a:noFill/>
          <a:ln>
            <a:noFill/>
          </a:ln>
        </p:spPr>
      </p:pic>
      <p:pic>
        <p:nvPicPr>
          <p:cNvPr id="632" name="Google Shape;632;p4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767245" y="1714500"/>
            <a:ext cx="3102676" cy="2905233"/>
          </a:xfrm>
          <a:prstGeom prst="rect">
            <a:avLst/>
          </a:prstGeom>
          <a:noFill/>
          <a:ln>
            <a:noFill/>
          </a:ln>
        </p:spPr>
      </p:pic>
      <p:pic>
        <p:nvPicPr>
          <p:cNvPr id="633" name="Google Shape;633;p41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rot="-4492300">
            <a:off x="12701686" y="-4339117"/>
            <a:ext cx="8353228" cy="6606644"/>
          </a:xfrm>
          <a:prstGeom prst="rect">
            <a:avLst/>
          </a:prstGeom>
          <a:noFill/>
          <a:ln>
            <a:noFill/>
          </a:ln>
        </p:spPr>
      </p:pic>
      <p:pic>
        <p:nvPicPr>
          <p:cNvPr id="634" name="Google Shape;634;p41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 rot="-526884">
            <a:off x="16891188" y="-1180052"/>
            <a:ext cx="8616526" cy="7378879"/>
          </a:xfrm>
          <a:prstGeom prst="rect">
            <a:avLst/>
          </a:prstGeom>
          <a:noFill/>
          <a:ln>
            <a:noFill/>
          </a:ln>
        </p:spPr>
      </p:pic>
      <p:pic>
        <p:nvPicPr>
          <p:cNvPr id="635" name="Google Shape;635;p41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07712" y="346651"/>
            <a:ext cx="1235317" cy="1897833"/>
          </a:xfrm>
          <a:prstGeom prst="rect">
            <a:avLst/>
          </a:prstGeom>
          <a:noFill/>
          <a:ln>
            <a:noFill/>
          </a:ln>
        </p:spPr>
      </p:pic>
      <p:pic>
        <p:nvPicPr>
          <p:cNvPr id="636" name="Google Shape;636;p41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 rot="912104">
            <a:off x="9041932" y="3303032"/>
            <a:ext cx="645364" cy="603122"/>
          </a:xfrm>
          <a:prstGeom prst="rect">
            <a:avLst/>
          </a:prstGeom>
          <a:noFill/>
          <a:ln>
            <a:noFill/>
          </a:ln>
        </p:spPr>
      </p:pic>
      <p:pic>
        <p:nvPicPr>
          <p:cNvPr id="637" name="Google Shape;637;p41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3415058" y="4194643"/>
            <a:ext cx="454864" cy="425091"/>
          </a:xfrm>
          <a:prstGeom prst="rect">
            <a:avLst/>
          </a:prstGeom>
          <a:noFill/>
          <a:ln>
            <a:noFill/>
          </a:ln>
        </p:spPr>
      </p:pic>
      <p:pic>
        <p:nvPicPr>
          <p:cNvPr id="638" name="Google Shape;638;p41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 rot="648513">
            <a:off x="1804371" y="3737487"/>
            <a:ext cx="725008" cy="698644"/>
          </a:xfrm>
          <a:prstGeom prst="rect">
            <a:avLst/>
          </a:prstGeom>
          <a:noFill/>
          <a:ln>
            <a:noFill/>
          </a:ln>
        </p:spPr>
      </p:pic>
      <p:sp>
        <p:nvSpPr>
          <p:cNvPr id="639" name="Google Shape;639;p41"/>
          <p:cNvSpPr txBox="1"/>
          <p:nvPr/>
        </p:nvSpPr>
        <p:spPr>
          <a:xfrm>
            <a:off x="2438400" y="1197713"/>
            <a:ext cx="5662154" cy="757515"/>
          </a:xfrm>
          <a:prstGeom prst="rect">
            <a:avLst/>
          </a:prstGeom>
          <a:solidFill>
            <a:srgbClr val="FBD4B4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96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5046"/>
              <a:buFont typeface="Calibri"/>
              <a:buNone/>
            </a:pPr>
            <a:r>
              <a:rPr lang="en-US" sz="5046" b="1" i="0" u="none" strike="noStrike" cap="none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rPr>
              <a:t>Do not forget to do:</a:t>
            </a:r>
            <a:endParaRPr sz="5046" b="1" i="0" u="none" strike="noStrike" cap="none">
              <a:solidFill>
                <a:srgbClr val="2E2F3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0" name="Google Shape;640;p41"/>
          <p:cNvSpPr txBox="1"/>
          <p:nvPr/>
        </p:nvSpPr>
        <p:spPr>
          <a:xfrm>
            <a:off x="1144525" y="2918189"/>
            <a:ext cx="5029200" cy="757515"/>
          </a:xfrm>
          <a:prstGeom prst="rect">
            <a:avLst/>
          </a:prstGeom>
          <a:solidFill>
            <a:srgbClr val="F2DADA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96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5046"/>
              <a:buFont typeface="Calibri"/>
              <a:buNone/>
            </a:pPr>
            <a:r>
              <a:rPr lang="en-US" sz="5046" b="1" i="0" u="none" strike="noStrike" cap="none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rPr>
              <a:t>Homework</a:t>
            </a:r>
            <a:endParaRPr sz="5046" b="1" i="0" u="none" strike="noStrike" cap="none">
              <a:solidFill>
                <a:srgbClr val="2E2F3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1" name="Google Shape;641;p41"/>
          <p:cNvSpPr txBox="1"/>
          <p:nvPr/>
        </p:nvSpPr>
        <p:spPr>
          <a:xfrm>
            <a:off x="5598304" y="4177128"/>
            <a:ext cx="4515543" cy="757515"/>
          </a:xfrm>
          <a:prstGeom prst="rect">
            <a:avLst/>
          </a:prstGeom>
          <a:solidFill>
            <a:srgbClr val="F2DADA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96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5046"/>
              <a:buFont typeface="Calibri"/>
              <a:buNone/>
            </a:pPr>
            <a:r>
              <a:rPr lang="en-US" sz="5046" b="1" i="0" u="none" strike="noStrike" cap="none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rPr>
              <a:t>MDL exercises</a:t>
            </a:r>
            <a:endParaRPr sz="5046" b="1" i="0" u="none" strike="noStrike" cap="none">
              <a:solidFill>
                <a:srgbClr val="2E2F3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2" name="Google Shape;642;p41"/>
          <p:cNvSpPr txBox="1"/>
          <p:nvPr/>
        </p:nvSpPr>
        <p:spPr>
          <a:xfrm>
            <a:off x="10363200" y="2788358"/>
            <a:ext cx="4515543" cy="757515"/>
          </a:xfrm>
          <a:prstGeom prst="rect">
            <a:avLst/>
          </a:prstGeom>
          <a:solidFill>
            <a:srgbClr val="F2DADA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96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5046"/>
              <a:buFont typeface="Calibri"/>
              <a:buNone/>
            </a:pPr>
            <a:r>
              <a:rPr lang="en-US" sz="5046" b="1" i="0" u="none" strike="noStrike" cap="none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rPr>
              <a:t>Writing</a:t>
            </a:r>
            <a:endParaRPr sz="5046" b="1" i="0" u="none" strike="noStrike" cap="none">
              <a:solidFill>
                <a:srgbClr val="2E2F3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43" name="Google Shape;643;p41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2984677" y="6683379"/>
            <a:ext cx="3102676" cy="2905233"/>
          </a:xfrm>
          <a:prstGeom prst="rect">
            <a:avLst/>
          </a:prstGeom>
          <a:noFill/>
          <a:ln>
            <a:noFill/>
          </a:ln>
        </p:spPr>
      </p:pic>
      <p:pic>
        <p:nvPicPr>
          <p:cNvPr id="644" name="Google Shape;644;p41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 rot="648513">
            <a:off x="2681261" y="8197778"/>
            <a:ext cx="725008" cy="698644"/>
          </a:xfrm>
          <a:prstGeom prst="rect">
            <a:avLst/>
          </a:prstGeom>
          <a:noFill/>
          <a:ln>
            <a:noFill/>
          </a:ln>
        </p:spPr>
      </p:pic>
      <p:sp>
        <p:nvSpPr>
          <p:cNvPr id="645" name="Google Shape;645;p41"/>
          <p:cNvSpPr txBox="1"/>
          <p:nvPr/>
        </p:nvSpPr>
        <p:spPr>
          <a:xfrm>
            <a:off x="907280" y="7270758"/>
            <a:ext cx="8051472" cy="757515"/>
          </a:xfrm>
          <a:prstGeom prst="rect">
            <a:avLst/>
          </a:prstGeom>
          <a:solidFill>
            <a:srgbClr val="F2DADA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96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5046"/>
              <a:buFont typeface="Calibri"/>
              <a:buNone/>
            </a:pPr>
            <a:r>
              <a:rPr lang="en-US" sz="5046" b="1" i="0" u="none" strike="noStrike" cap="none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rPr>
              <a:t>Prepare for the next lesson</a:t>
            </a:r>
            <a:endParaRPr sz="5046" b="1" i="0" u="none" strike="noStrike" cap="none">
              <a:solidFill>
                <a:srgbClr val="2E2F3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46" name="Google Shape;646;p41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11887200" y="6353066"/>
            <a:ext cx="3102676" cy="2905233"/>
          </a:xfrm>
          <a:prstGeom prst="rect">
            <a:avLst/>
          </a:prstGeom>
          <a:noFill/>
          <a:ln>
            <a:noFill/>
          </a:ln>
        </p:spPr>
      </p:pic>
      <p:pic>
        <p:nvPicPr>
          <p:cNvPr id="647" name="Google Shape;647;p41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4535013" y="8833209"/>
            <a:ext cx="454864" cy="425091"/>
          </a:xfrm>
          <a:prstGeom prst="rect">
            <a:avLst/>
          </a:prstGeom>
          <a:noFill/>
          <a:ln>
            <a:noFill/>
          </a:ln>
        </p:spPr>
      </p:pic>
      <p:sp>
        <p:nvSpPr>
          <p:cNvPr id="648" name="Google Shape;648;p41"/>
          <p:cNvSpPr txBox="1"/>
          <p:nvPr/>
        </p:nvSpPr>
        <p:spPr>
          <a:xfrm>
            <a:off x="9440762" y="7270758"/>
            <a:ext cx="8051472" cy="757515"/>
          </a:xfrm>
          <a:prstGeom prst="rect">
            <a:avLst/>
          </a:prstGeom>
          <a:solidFill>
            <a:srgbClr val="F2DADA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96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5046"/>
              <a:buFont typeface="Calibri"/>
              <a:buNone/>
            </a:pPr>
            <a:r>
              <a:rPr lang="en-US" sz="5046" b="1" i="0" u="none" strike="noStrike" cap="none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rPr>
              <a:t>Practice speaking skill</a:t>
            </a:r>
            <a:endParaRPr sz="5046" b="1" i="0" u="none" strike="noStrike" cap="none">
              <a:solidFill>
                <a:srgbClr val="2E2F3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573</TotalTime>
  <Words>1740</Words>
  <Application>Microsoft Office PowerPoint</Application>
  <PresentationFormat>自定义</PresentationFormat>
  <Paragraphs>366</Paragraphs>
  <Slides>42</Slides>
  <Notes>42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42</vt:i4>
      </vt:variant>
    </vt:vector>
  </HeadingPairs>
  <TitlesOfParts>
    <vt:vector size="48" baseType="lpstr">
      <vt:lpstr>SimSun</vt:lpstr>
      <vt:lpstr>Songti TC</vt:lpstr>
      <vt:lpstr>Arial</vt:lpstr>
      <vt:lpstr>Calibri</vt:lpstr>
      <vt:lpstr>Times New Roman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User</dc:creator>
  <cp:lastModifiedBy>Peng Liu</cp:lastModifiedBy>
  <cp:revision>16</cp:revision>
  <dcterms:created xsi:type="dcterms:W3CDTF">2006-08-16T00:00:00Z</dcterms:created>
  <dcterms:modified xsi:type="dcterms:W3CDTF">2026-07-31T02:35:44Z</dcterms:modified>
</cp:coreProperties>
</file>