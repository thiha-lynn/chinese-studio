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60"/>
  </p:notes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313" r:id="rId54"/>
    <p:sldId id="314" r:id="rId55"/>
    <p:sldId id="315" r:id="rId56"/>
    <p:sldId id="316" r:id="rId57"/>
    <p:sldId id="317" r:id="rId58"/>
    <p:sldId id="318" r:id="rId59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0" roundtripDataSignature="AMtx7mhn2H3Gy2Wyf32o4E0SXwGZasss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3B7109-A803-40E2-9C77-61494908DDE6}">
  <a:tblStyle styleId="{CA3B7109-A803-40E2-9C77-61494908DDE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96F2FB46-D5D2-4FA2-B1D0-B49998A0B9B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78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11" name="Google Shape;3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31" name="Google Shape;33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4" name="Google Shape;3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7" name="Google Shape;37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10" name="Google Shape;41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49" name="Google Shape;44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2" name="Google Shape;48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28" name="Google Shape;5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61" name="Google Shape;5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07" name="Google Shape;60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46" name="Google Shape;6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691" name="Google Shape;69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0" name="Google Shape;73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75" name="Google Shape;775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08" name="Google Shape;80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45" name="Google Shape;84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78" name="Google Shape;87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31" name="Google Shape;9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91" name="Google Shape;99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" name="Google Shape;102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25" name="Google Shape;102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59" name="Google Shape;105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3" name="Google Shape;109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45" name="Google Shape;114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3" name="Google Shape;115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9" name="Google Shape;1199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38" name="Google Shape;1238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1" name="Google Shape;1271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Google Shape;131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4" name="Google Shape;1314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47" name="Google Shape;1347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0" name="Google Shape;140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Google Shape;1452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53" name="Google Shape;1453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8" name="Google Shape;149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40" name="Google Shape;1540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0" name="Google Shape;1590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91" name="Google Shape;1591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36" name="Google Shape;1636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4" name="Google Shape;1674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5" name="Google Shape;1675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5" name="Google Shape;1715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54" name="Google Shape;175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" name="Google Shape;1792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3" name="Google Shape;1793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3" name="Google Shape;1833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1" name="Google Shape;1871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72" name="Google Shape;1872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1" name="Google Shape;1911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12" name="Google Shape;1912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1" name="Google Shape;1931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32" name="Google Shape;1932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53" name="Google Shape;195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9" name="Google Shape;1969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70" name="Google Shape;1970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7" name="Google Shape;2037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38" name="Google Shape;2038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3" name="Google Shape;210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4" name="Google Shape;210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1" name="Google Shape;2171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72" name="Google Shape;2172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9" name="Google Shape;2219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20" name="Google Shape;2220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7" name="Google Shape;2287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88" name="Google Shape;2288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353" name="Google Shape;2353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21" name="Google Shape;2421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8" name="Google Shape;2488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489" name="Google Shape;2489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37" name="Google Shape;2537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9" name="Google Shape;2569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70" name="Google Shape;2570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8" name="Google Shape;2608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09" name="Google Shape;260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8" name="Google Shape;2648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49" name="Google Shape;2649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1" name="Google Shape;2681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682" name="Google Shape;268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7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7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7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7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7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7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7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7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8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8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8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8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8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8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7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://www.iciba.com/bottle" TargetMode="External"/><Relationship Id="rId4" Type="http://schemas.openxmlformats.org/officeDocument/2006/relationships/hyperlink" Target="http://www.iciba.com/steamed_bun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jpg"/><Relationship Id="rId4" Type="http://schemas.openxmlformats.org/officeDocument/2006/relationships/image" Target="../media/image20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jpg"/><Relationship Id="rId5" Type="http://schemas.openxmlformats.org/officeDocument/2006/relationships/image" Target="../media/image25.jpg"/><Relationship Id="rId4" Type="http://schemas.openxmlformats.org/officeDocument/2006/relationships/image" Target="../media/image20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jpg"/><Relationship Id="rId5" Type="http://schemas.openxmlformats.org/officeDocument/2006/relationships/image" Target="../media/image22.jpg"/><Relationship Id="rId4" Type="http://schemas.openxmlformats.org/officeDocument/2006/relationships/image" Target="../media/image2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38.png"/><Relationship Id="rId5" Type="http://schemas.openxmlformats.org/officeDocument/2006/relationships/image" Target="../media/image46.png"/><Relationship Id="rId10" Type="http://schemas.openxmlformats.org/officeDocument/2006/relationships/image" Target="../media/image37.png"/><Relationship Id="rId4" Type="http://schemas.openxmlformats.org/officeDocument/2006/relationships/image" Target="../media/image45.png"/><Relationship Id="rId9" Type="http://schemas.openxmlformats.org/officeDocument/2006/relationships/image" Target="../media/image17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9" Type="http://schemas.openxmlformats.org/officeDocument/2006/relationships/image" Target="../media/image3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38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52.png"/><Relationship Id="rId5" Type="http://schemas.openxmlformats.org/officeDocument/2006/relationships/image" Target="../media/image17.png"/><Relationship Id="rId10" Type="http://schemas.openxmlformats.org/officeDocument/2006/relationships/image" Target="../media/image51.png"/><Relationship Id="rId4" Type="http://schemas.openxmlformats.org/officeDocument/2006/relationships/image" Target="../media/image37.png"/><Relationship Id="rId9" Type="http://schemas.openxmlformats.org/officeDocument/2006/relationships/image" Target="../media/image50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5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7.png"/><Relationship Id="rId9" Type="http://schemas.openxmlformats.org/officeDocument/2006/relationships/image" Target="../media/image5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10" Type="http://schemas.openxmlformats.org/officeDocument/2006/relationships/image" Target="../media/image53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10" Type="http://schemas.openxmlformats.org/officeDocument/2006/relationships/image" Target="../media/image53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10" Type="http://schemas.openxmlformats.org/officeDocument/2006/relationships/image" Target="../media/image53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10" Type="http://schemas.openxmlformats.org/officeDocument/2006/relationships/image" Target="../media/image53.png"/><Relationship Id="rId4" Type="http://schemas.openxmlformats.org/officeDocument/2006/relationships/image" Target="../media/image37.png"/><Relationship Id="rId9" Type="http://schemas.openxmlformats.org/officeDocument/2006/relationships/image" Target="../media/image39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17.png"/><Relationship Id="rId4" Type="http://schemas.openxmlformats.org/officeDocument/2006/relationships/image" Target="../media/image37.png"/><Relationship Id="rId9" Type="http://schemas.openxmlformats.org/officeDocument/2006/relationships/image" Target="../media/image5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17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10" Type="http://schemas.openxmlformats.org/officeDocument/2006/relationships/image" Target="../media/image60.png"/><Relationship Id="rId4" Type="http://schemas.openxmlformats.org/officeDocument/2006/relationships/image" Target="../media/image54.png"/><Relationship Id="rId9" Type="http://schemas.openxmlformats.org/officeDocument/2006/relationships/image" Target="../media/image5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13" Type="http://schemas.openxmlformats.org/officeDocument/2006/relationships/image" Target="../media/image67.png"/><Relationship Id="rId3" Type="http://schemas.openxmlformats.org/officeDocument/2006/relationships/image" Target="../media/image1.png"/><Relationship Id="rId7" Type="http://schemas.openxmlformats.org/officeDocument/2006/relationships/image" Target="../media/image62.png"/><Relationship Id="rId12" Type="http://schemas.openxmlformats.org/officeDocument/2006/relationships/image" Target="../media/image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1.png"/><Relationship Id="rId11" Type="http://schemas.openxmlformats.org/officeDocument/2006/relationships/image" Target="../media/image66.png"/><Relationship Id="rId5" Type="http://schemas.openxmlformats.org/officeDocument/2006/relationships/image" Target="../media/image17.png"/><Relationship Id="rId10" Type="http://schemas.openxmlformats.org/officeDocument/2006/relationships/image" Target="../media/image65.png"/><Relationship Id="rId4" Type="http://schemas.openxmlformats.org/officeDocument/2006/relationships/image" Target="../media/image35.png"/><Relationship Id="rId9" Type="http://schemas.openxmlformats.org/officeDocument/2006/relationships/image" Target="../media/image64.png"/><Relationship Id="rId14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3" name="Google Shape;313;p9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314" name="Google Shape;314;p9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9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6" name="Google Shape;316;p9"/>
          <p:cNvGrpSpPr/>
          <p:nvPr/>
        </p:nvGrpSpPr>
        <p:grpSpPr>
          <a:xfrm>
            <a:off x="2995221" y="2815288"/>
            <a:ext cx="12174743" cy="5984020"/>
            <a:chOff x="0" y="0"/>
            <a:chExt cx="6989944" cy="3435634"/>
          </a:xfrm>
        </p:grpSpPr>
        <p:sp>
          <p:nvSpPr>
            <p:cNvPr id="317" name="Google Shape;317;p9"/>
            <p:cNvSpPr/>
            <p:nvPr/>
          </p:nvSpPr>
          <p:spPr>
            <a:xfrm>
              <a:off x="80010" y="80010"/>
              <a:ext cx="6897234" cy="3342924"/>
            </a:xfrm>
            <a:custGeom>
              <a:avLst/>
              <a:gdLst/>
              <a:ahLst/>
              <a:cxnLst/>
              <a:rect l="l" t="t" r="r" b="b"/>
              <a:pathLst>
                <a:path w="6897234" h="3342924" extrusionOk="0">
                  <a:moveTo>
                    <a:pt x="0" y="3288314"/>
                  </a:moveTo>
                  <a:lnTo>
                    <a:pt x="0" y="3342924"/>
                  </a:lnTo>
                  <a:lnTo>
                    <a:pt x="6897234" y="3342924"/>
                  </a:lnTo>
                  <a:lnTo>
                    <a:pt x="6897234" y="0"/>
                  </a:lnTo>
                  <a:lnTo>
                    <a:pt x="6842624" y="0"/>
                  </a:lnTo>
                  <a:lnTo>
                    <a:pt x="6842624" y="3288314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9"/>
            <p:cNvSpPr/>
            <p:nvPr/>
          </p:nvSpPr>
          <p:spPr>
            <a:xfrm>
              <a:off x="67310" y="67310"/>
              <a:ext cx="6922634" cy="3368324"/>
            </a:xfrm>
            <a:custGeom>
              <a:avLst/>
              <a:gdLst/>
              <a:ahLst/>
              <a:cxnLst/>
              <a:rect l="l" t="t" r="r" b="b"/>
              <a:pathLst>
                <a:path w="6922634" h="3368324" extrusionOk="0">
                  <a:moveTo>
                    <a:pt x="6855324" y="0"/>
                  </a:moveTo>
                  <a:lnTo>
                    <a:pt x="6855324" y="12700"/>
                  </a:lnTo>
                  <a:lnTo>
                    <a:pt x="6909934" y="12700"/>
                  </a:lnTo>
                  <a:lnTo>
                    <a:pt x="6909934" y="3355624"/>
                  </a:lnTo>
                  <a:lnTo>
                    <a:pt x="12700" y="3355624"/>
                  </a:lnTo>
                  <a:lnTo>
                    <a:pt x="12700" y="3301014"/>
                  </a:lnTo>
                  <a:lnTo>
                    <a:pt x="0" y="3301014"/>
                  </a:lnTo>
                  <a:lnTo>
                    <a:pt x="0" y="3368324"/>
                  </a:lnTo>
                  <a:lnTo>
                    <a:pt x="6922634" y="3368324"/>
                  </a:lnTo>
                  <a:lnTo>
                    <a:pt x="692263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9"/>
            <p:cNvSpPr/>
            <p:nvPr/>
          </p:nvSpPr>
          <p:spPr>
            <a:xfrm>
              <a:off x="12700" y="12700"/>
              <a:ext cx="6897234" cy="3342924"/>
            </a:xfrm>
            <a:custGeom>
              <a:avLst/>
              <a:gdLst/>
              <a:ahLst/>
              <a:cxnLst/>
              <a:rect l="l" t="t" r="r" b="b"/>
              <a:pathLst>
                <a:path w="6897234" h="3342924" extrusionOk="0">
                  <a:moveTo>
                    <a:pt x="0" y="0"/>
                  </a:moveTo>
                  <a:lnTo>
                    <a:pt x="6897234" y="0"/>
                  </a:lnTo>
                  <a:lnTo>
                    <a:pt x="6897234" y="3342924"/>
                  </a:lnTo>
                  <a:lnTo>
                    <a:pt x="0" y="33429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9"/>
            <p:cNvSpPr/>
            <p:nvPr/>
          </p:nvSpPr>
          <p:spPr>
            <a:xfrm>
              <a:off x="0" y="0"/>
              <a:ext cx="6922634" cy="3368324"/>
            </a:xfrm>
            <a:custGeom>
              <a:avLst/>
              <a:gdLst/>
              <a:ahLst/>
              <a:cxnLst/>
              <a:rect l="l" t="t" r="r" b="b"/>
              <a:pathLst>
                <a:path w="6922634" h="3368324" extrusionOk="0">
                  <a:moveTo>
                    <a:pt x="80010" y="3368324"/>
                  </a:moveTo>
                  <a:lnTo>
                    <a:pt x="6922634" y="3368324"/>
                  </a:lnTo>
                  <a:lnTo>
                    <a:pt x="6922634" y="80010"/>
                  </a:lnTo>
                  <a:lnTo>
                    <a:pt x="6922634" y="67310"/>
                  </a:lnTo>
                  <a:lnTo>
                    <a:pt x="6922634" y="0"/>
                  </a:lnTo>
                  <a:lnTo>
                    <a:pt x="0" y="0"/>
                  </a:lnTo>
                  <a:lnTo>
                    <a:pt x="0" y="3368324"/>
                  </a:lnTo>
                  <a:lnTo>
                    <a:pt x="67310" y="3368324"/>
                  </a:lnTo>
                  <a:lnTo>
                    <a:pt x="80010" y="3368324"/>
                  </a:lnTo>
                  <a:close/>
                  <a:moveTo>
                    <a:pt x="12700" y="12700"/>
                  </a:moveTo>
                  <a:lnTo>
                    <a:pt x="6909934" y="12700"/>
                  </a:lnTo>
                  <a:lnTo>
                    <a:pt x="6909934" y="3355624"/>
                  </a:lnTo>
                  <a:lnTo>
                    <a:pt x="12700" y="3355624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1" name="Google Shape;321;p9"/>
          <p:cNvSpPr txBox="1"/>
          <p:nvPr/>
        </p:nvSpPr>
        <p:spPr>
          <a:xfrm>
            <a:off x="3696221" y="3271540"/>
            <a:ext cx="9257779" cy="5640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63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00"/>
              <a:buFont typeface="Arial"/>
              <a:buNone/>
            </a:pPr>
            <a:r>
              <a:rPr lang="en-US" sz="88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Lesson 3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22220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would you like to eat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ctr"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Dì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</a:t>
            </a: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sān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</a:t>
            </a: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kè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  </a:t>
            </a: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nǐ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</a:t>
            </a: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xiǎng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</a:t>
            </a: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chī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</a:t>
            </a:r>
            <a:r>
              <a:rPr lang="en-US" sz="4400" b="1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shén</a:t>
            </a:r>
            <a:r>
              <a:rPr lang="en-US" sz="44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SimSun"/>
              </a:rPr>
              <a:t> me</a:t>
            </a:r>
            <a:endParaRPr sz="4400" b="1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</a:endParaRPr>
          </a:p>
          <a:p>
            <a:pPr algn="ctr">
              <a:lnSpc>
                <a:spcPct val="137613"/>
              </a:lnSpc>
              <a:buClr>
                <a:srgbClr val="2E2F30"/>
              </a:buClr>
              <a:buSzPts val="4400"/>
            </a:pPr>
            <a:r>
              <a:rPr lang="en-US" sz="4800" b="1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第 三 课   你  想   吃  什 么</a:t>
            </a:r>
            <a:endParaRPr sz="4800" b="1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</p:txBody>
      </p:sp>
      <p:pic>
        <p:nvPicPr>
          <p:cNvPr id="322" name="Google Shape;322;p9"/>
          <p:cNvPicPr preferRelativeResize="0"/>
          <p:nvPr/>
        </p:nvPicPr>
        <p:blipFill rotWithShape="1">
          <a:blip r:embed="rId4">
            <a:alphaModFix/>
          </a:blip>
          <a:srcRect b="86205"/>
          <a:stretch/>
        </p:blipFill>
        <p:spPr>
          <a:xfrm>
            <a:off x="12718221" y="8214031"/>
            <a:ext cx="1759779" cy="2822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3" name="Google Shape;323;p9"/>
          <p:cNvGrpSpPr/>
          <p:nvPr/>
        </p:nvGrpSpPr>
        <p:grpSpPr>
          <a:xfrm>
            <a:off x="13411353" y="4332618"/>
            <a:ext cx="2717122" cy="2740375"/>
            <a:chOff x="0" y="0"/>
            <a:chExt cx="1588770" cy="1602367"/>
          </a:xfrm>
        </p:grpSpPr>
        <p:sp>
          <p:nvSpPr>
            <p:cNvPr id="324" name="Google Shape;324;p9"/>
            <p:cNvSpPr/>
            <p:nvPr/>
          </p:nvSpPr>
          <p:spPr>
            <a:xfrm>
              <a:off x="6350" y="6350"/>
              <a:ext cx="1576070" cy="1589667"/>
            </a:xfrm>
            <a:custGeom>
              <a:avLst/>
              <a:gdLst/>
              <a:ahLst/>
              <a:cxnLst/>
              <a:rect l="l" t="t" r="r" b="b"/>
              <a:pathLst>
                <a:path w="1576070" h="1589667" extrusionOk="0">
                  <a:moveTo>
                    <a:pt x="1576070" y="271780"/>
                  </a:moveTo>
                  <a:lnTo>
                    <a:pt x="1576070" y="1589667"/>
                  </a:lnTo>
                  <a:lnTo>
                    <a:pt x="0" y="1589667"/>
                  </a:lnTo>
                  <a:lnTo>
                    <a:pt x="0" y="0"/>
                  </a:lnTo>
                  <a:lnTo>
                    <a:pt x="1304290" y="0"/>
                  </a:lnTo>
                  <a:close/>
                </a:path>
              </a:pathLst>
            </a:custGeom>
            <a:solidFill>
              <a:srgbClr val="D1F3C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9"/>
            <p:cNvSpPr/>
            <p:nvPr/>
          </p:nvSpPr>
          <p:spPr>
            <a:xfrm>
              <a:off x="0" y="0"/>
              <a:ext cx="1588770" cy="1602367"/>
            </a:xfrm>
            <a:custGeom>
              <a:avLst/>
              <a:gdLst/>
              <a:ahLst/>
              <a:cxnLst/>
              <a:rect l="l" t="t" r="r" b="b"/>
              <a:pathLst>
                <a:path w="1588770" h="1602367" extrusionOk="0">
                  <a:moveTo>
                    <a:pt x="1588770" y="1602367"/>
                  </a:moveTo>
                  <a:lnTo>
                    <a:pt x="0" y="1602367"/>
                  </a:lnTo>
                  <a:lnTo>
                    <a:pt x="0" y="0"/>
                  </a:lnTo>
                  <a:lnTo>
                    <a:pt x="1313180" y="0"/>
                  </a:lnTo>
                  <a:lnTo>
                    <a:pt x="1588770" y="275590"/>
                  </a:lnTo>
                  <a:cubicBezTo>
                    <a:pt x="1588770" y="275590"/>
                    <a:pt x="1588770" y="1602367"/>
                    <a:pt x="1588770" y="1602367"/>
                  </a:cubicBezTo>
                  <a:close/>
                  <a:moveTo>
                    <a:pt x="12700" y="1589667"/>
                  </a:moveTo>
                  <a:lnTo>
                    <a:pt x="1576070" y="1589667"/>
                  </a:lnTo>
                  <a:lnTo>
                    <a:pt x="1576070" y="280670"/>
                  </a:lnTo>
                  <a:lnTo>
                    <a:pt x="1308100" y="12700"/>
                  </a:lnTo>
                  <a:lnTo>
                    <a:pt x="12700" y="12700"/>
                  </a:lnTo>
                  <a:lnTo>
                    <a:pt x="12700" y="15896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26" name="Google Shape;326;p9"/>
          <p:cNvSpPr txBox="1"/>
          <p:nvPr/>
        </p:nvSpPr>
        <p:spPr>
          <a:xfrm>
            <a:off x="1028700" y="1181100"/>
            <a:ext cx="3933043" cy="39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Chinese 2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7" name="Google Shape;327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259563" y="3154303"/>
            <a:ext cx="1520971" cy="17212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9" descr="Graphical user interface, website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583762" y="4548433"/>
            <a:ext cx="2283822" cy="228382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1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334" name="Google Shape;334;p1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1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36" name="Google Shape;336;p10"/>
          <p:cNvGrpSpPr/>
          <p:nvPr/>
        </p:nvGrpSpPr>
        <p:grpSpPr>
          <a:xfrm>
            <a:off x="685800" y="38100"/>
            <a:ext cx="16916494" cy="10287000"/>
            <a:chOff x="0" y="0"/>
            <a:chExt cx="3995786" cy="3753742"/>
          </a:xfrm>
        </p:grpSpPr>
        <p:sp>
          <p:nvSpPr>
            <p:cNvPr id="337" name="Google Shape;337;p10"/>
            <p:cNvSpPr/>
            <p:nvPr/>
          </p:nvSpPr>
          <p:spPr>
            <a:xfrm>
              <a:off x="80010" y="80010"/>
              <a:ext cx="3903076" cy="3661032"/>
            </a:xfrm>
            <a:custGeom>
              <a:avLst/>
              <a:gdLst/>
              <a:ahLst/>
              <a:cxnLst/>
              <a:rect l="l" t="t" r="r" b="b"/>
              <a:pathLst>
                <a:path w="3903076" h="3661032" extrusionOk="0">
                  <a:moveTo>
                    <a:pt x="0" y="3606422"/>
                  </a:moveTo>
                  <a:lnTo>
                    <a:pt x="0" y="3661032"/>
                  </a:lnTo>
                  <a:lnTo>
                    <a:pt x="3903076" y="3661032"/>
                  </a:lnTo>
                  <a:lnTo>
                    <a:pt x="3903076" y="0"/>
                  </a:lnTo>
                  <a:lnTo>
                    <a:pt x="3848465" y="0"/>
                  </a:lnTo>
                  <a:lnTo>
                    <a:pt x="3848465" y="3606422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10"/>
            <p:cNvSpPr/>
            <p:nvPr/>
          </p:nvSpPr>
          <p:spPr>
            <a:xfrm>
              <a:off x="67310" y="67310"/>
              <a:ext cx="3928476" cy="3686432"/>
            </a:xfrm>
            <a:custGeom>
              <a:avLst/>
              <a:gdLst/>
              <a:ahLst/>
              <a:cxnLst/>
              <a:rect l="l" t="t" r="r" b="b"/>
              <a:pathLst>
                <a:path w="3928476" h="3686432" extrusionOk="0">
                  <a:moveTo>
                    <a:pt x="3861165" y="0"/>
                  </a:moveTo>
                  <a:lnTo>
                    <a:pt x="3861165" y="12700"/>
                  </a:lnTo>
                  <a:lnTo>
                    <a:pt x="3915776" y="12700"/>
                  </a:lnTo>
                  <a:lnTo>
                    <a:pt x="3915776" y="3673732"/>
                  </a:lnTo>
                  <a:lnTo>
                    <a:pt x="12700" y="3673732"/>
                  </a:lnTo>
                  <a:lnTo>
                    <a:pt x="12700" y="3619122"/>
                  </a:lnTo>
                  <a:lnTo>
                    <a:pt x="0" y="3619122"/>
                  </a:lnTo>
                  <a:lnTo>
                    <a:pt x="0" y="3686432"/>
                  </a:lnTo>
                  <a:lnTo>
                    <a:pt x="3928476" y="3686432"/>
                  </a:lnTo>
                  <a:lnTo>
                    <a:pt x="392847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10"/>
            <p:cNvSpPr/>
            <p:nvPr/>
          </p:nvSpPr>
          <p:spPr>
            <a:xfrm>
              <a:off x="12700" y="12700"/>
              <a:ext cx="3903075" cy="3661032"/>
            </a:xfrm>
            <a:custGeom>
              <a:avLst/>
              <a:gdLst/>
              <a:ahLst/>
              <a:cxnLst/>
              <a:rect l="l" t="t" r="r" b="b"/>
              <a:pathLst>
                <a:path w="3903075" h="3661032" extrusionOk="0">
                  <a:moveTo>
                    <a:pt x="0" y="0"/>
                  </a:moveTo>
                  <a:lnTo>
                    <a:pt x="3903075" y="0"/>
                  </a:lnTo>
                  <a:lnTo>
                    <a:pt x="3903075" y="3661032"/>
                  </a:lnTo>
                  <a:lnTo>
                    <a:pt x="0" y="366103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10"/>
            <p:cNvSpPr/>
            <p:nvPr/>
          </p:nvSpPr>
          <p:spPr>
            <a:xfrm>
              <a:off x="0" y="0"/>
              <a:ext cx="3928476" cy="3686432"/>
            </a:xfrm>
            <a:custGeom>
              <a:avLst/>
              <a:gdLst/>
              <a:ahLst/>
              <a:cxnLst/>
              <a:rect l="l" t="t" r="r" b="b"/>
              <a:pathLst>
                <a:path w="3928476" h="3686432" extrusionOk="0">
                  <a:moveTo>
                    <a:pt x="80010" y="3686432"/>
                  </a:moveTo>
                  <a:lnTo>
                    <a:pt x="3928476" y="3686432"/>
                  </a:lnTo>
                  <a:lnTo>
                    <a:pt x="3928476" y="80010"/>
                  </a:lnTo>
                  <a:lnTo>
                    <a:pt x="3928476" y="67310"/>
                  </a:lnTo>
                  <a:lnTo>
                    <a:pt x="3928476" y="0"/>
                  </a:lnTo>
                  <a:lnTo>
                    <a:pt x="0" y="0"/>
                  </a:lnTo>
                  <a:lnTo>
                    <a:pt x="0" y="3686432"/>
                  </a:lnTo>
                  <a:lnTo>
                    <a:pt x="67310" y="3686432"/>
                  </a:lnTo>
                  <a:lnTo>
                    <a:pt x="80010" y="3686432"/>
                  </a:lnTo>
                  <a:close/>
                  <a:moveTo>
                    <a:pt x="12700" y="12700"/>
                  </a:moveTo>
                  <a:lnTo>
                    <a:pt x="3915775" y="12700"/>
                  </a:lnTo>
                  <a:lnTo>
                    <a:pt x="3915775" y="3673732"/>
                  </a:lnTo>
                  <a:lnTo>
                    <a:pt x="12700" y="3673732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341" name="Google Shape;341;p10"/>
          <p:cNvGraphicFramePr/>
          <p:nvPr>
            <p:extLst>
              <p:ext uri="{D42A27DB-BD31-4B8C-83A1-F6EECF244321}">
                <p14:modId xmlns:p14="http://schemas.microsoft.com/office/powerpoint/2010/main" val="2078662802"/>
              </p:ext>
            </p:extLst>
          </p:nvPr>
        </p:nvGraphicFramePr>
        <p:xfrm>
          <a:off x="990600" y="419100"/>
          <a:ext cx="16040100" cy="9416415"/>
        </p:xfrm>
        <a:graphic>
          <a:graphicData uri="http://schemas.openxmlformats.org/drawingml/2006/table">
            <a:tbl>
              <a:tblPr firstRow="1" bandRow="1">
                <a:noFill/>
                <a:tableStyleId>{CA3B7109-A803-40E2-9C77-61494908DDE6}</a:tableStyleId>
              </a:tblPr>
              <a:tblGrid>
                <a:gridCol w="746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1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18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125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饭店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restaurant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53339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SimSun"/>
                        <a:buNone/>
                      </a:pPr>
                      <a:r>
                        <a:rPr lang="en-US" sz="3200" b="0" i="0" u="none" strike="noStrike" cap="none">
                          <a:solidFill>
                            <a:srgbClr val="000000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找</a:t>
                      </a:r>
                      <a:endParaRPr sz="3200" b="0" i="0" u="none" strike="noStrike" cap="none">
                        <a:solidFill>
                          <a:srgbClr val="000000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F497A"/>
                        </a:buClr>
                        <a:buSzPts val="2800"/>
                        <a:buFont typeface="Times New Roman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give the change</a:t>
                      </a:r>
                      <a:endParaRPr sz="1400" u="none" strike="noStrike" cap="none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7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服务员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waiter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18</a:t>
                      </a:r>
                      <a:endParaRPr sz="2800" b="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衣服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clothes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要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i="0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need</a:t>
                      </a:r>
                      <a:endParaRPr sz="2800" b="1" i="0" u="none" strike="noStrike" cap="none">
                        <a:solidFill>
                          <a:srgbClr val="5F497A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19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试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try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盘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measure word a dish of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颜色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color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饺子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dumpling</a:t>
                      </a:r>
                      <a:endParaRPr sz="18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21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红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red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碗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measure word a bowl of</a:t>
                      </a:r>
                      <a:endParaRPr sz="18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22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黑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black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面条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noodles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23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白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white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馒头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sng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steamed bun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24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灰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grey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喝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drink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25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种 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type; kind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428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 dirty="0" err="1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啤酒</a:t>
                      </a:r>
                      <a:r>
                        <a:rPr lang="en-US" sz="32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 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beer</a:t>
                      </a:r>
                      <a:endParaRPr sz="18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26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一共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all; total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 dirty="0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瓶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altLang="zh-CN" sz="2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</a:t>
                      </a:r>
                      <a:r>
                        <a:rPr lang="en-US" sz="2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 word a </a:t>
                      </a:r>
                      <a:r>
                        <a:rPr lang="en-US" sz="2800" b="1" u="sng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  <a:hlinkClick r:id="rId5">
                            <a:extLst>
                              <a:ext uri="{A12FA001-AC4F-418D-AE19-62706E023703}">
                                <ahyp:hlinkClr xmlns:ahyp="http://schemas.microsoft.com/office/drawing/2018/hyperlinkcolor" val="tx"/>
                              </a:ext>
                            </a:extLst>
                          </a:hlinkClick>
                        </a:rPr>
                        <a:t>bottle</a:t>
                      </a:r>
                      <a:r>
                        <a:rPr lang="en-US" sz="2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of</a:t>
                      </a:r>
                      <a:endParaRPr sz="18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27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贵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expensive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菜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 dirty="0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food; dish</a:t>
                      </a:r>
                      <a:endParaRPr sz="1800" b="1" u="none" strike="noStrike" cap="none" dirty="0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28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便宜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cheap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齐</a:t>
                      </a:r>
                      <a:endParaRPr sz="32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all together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29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有（一）点儿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little bit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</a:t>
                      </a:r>
                      <a:endParaRPr/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钱</a:t>
                      </a:r>
                      <a:endParaRPr sz="32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money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（一）点儿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little bit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704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</a:t>
                      </a:r>
                      <a:endParaRPr sz="1400" u="none" strike="noStrike" cap="none"/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块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 unit of RMB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</a:t>
                      </a: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多少 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09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how much; how many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1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</a:t>
                      </a: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17145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0" u="none" strike="noStrike" cap="none">
                          <a:solidFill>
                            <a:schemeClr val="dk1"/>
                          </a:solidFill>
                          <a:latin typeface="SimSun"/>
                          <a:ea typeface="SimSun"/>
                          <a:cs typeface="SimSun"/>
                          <a:sym typeface="SimSun"/>
                        </a:rPr>
                        <a:t>给</a:t>
                      </a:r>
                      <a:endParaRPr sz="2000" b="0" u="none" strike="noStrike" cap="none">
                        <a:solidFill>
                          <a:schemeClr val="dk1"/>
                        </a:solidFill>
                        <a:latin typeface="SimSun"/>
                        <a:ea typeface="SimSun"/>
                        <a:cs typeface="SimSun"/>
                        <a:sym typeface="SimSun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8097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r>
                        <a:rPr lang="en-US" sz="2800" b="1" u="none" strike="noStrike" cap="none">
                          <a:solidFill>
                            <a:srgbClr val="5F497A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to give </a:t>
                      </a:r>
                      <a:endParaRPr sz="1800" b="1" u="none" strike="noStrike" cap="none">
                        <a:solidFill>
                          <a:srgbClr val="5F497A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800"/>
                        <a:buFont typeface="Arial"/>
                        <a:buNone/>
                      </a:pPr>
                      <a:endParaRPr sz="2800" u="none" strike="noStrike" cap="non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 dirty="0"/>
                    </a:p>
                  </a:txBody>
                  <a:tcPr marL="0" marR="0" marT="0" marB="0">
                    <a:solidFill>
                      <a:srgbClr val="DA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6" name="Google Shape;346;p11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347" name="Google Shape;347;p11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11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49" name="Google Shape;349;p11"/>
          <p:cNvGrpSpPr/>
          <p:nvPr/>
        </p:nvGrpSpPr>
        <p:grpSpPr>
          <a:xfrm>
            <a:off x="786844" y="574460"/>
            <a:ext cx="12447340" cy="2010265"/>
            <a:chOff x="0" y="0"/>
            <a:chExt cx="9318553" cy="1154163"/>
          </a:xfrm>
        </p:grpSpPr>
        <p:sp>
          <p:nvSpPr>
            <p:cNvPr id="350" name="Google Shape;350;p11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11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11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11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4" name="Google Shape;354;p11"/>
          <p:cNvSpPr txBox="1"/>
          <p:nvPr/>
        </p:nvSpPr>
        <p:spPr>
          <a:xfrm>
            <a:off x="1007137" y="961293"/>
            <a:ext cx="11931555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Arial"/>
              <a:buNone/>
            </a:pPr>
            <a:r>
              <a:rPr lang="en-US" sz="72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饭店 n. fàndiàn restaurant   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55" name="Google Shape;355;p11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356" name="Google Shape;356;p11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7" name="Google Shape;357;p11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11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11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11"/>
          <p:cNvGrpSpPr/>
          <p:nvPr/>
        </p:nvGrpSpPr>
        <p:grpSpPr>
          <a:xfrm>
            <a:off x="786844" y="565193"/>
            <a:ext cx="12357430" cy="396099"/>
            <a:chOff x="0" y="0"/>
            <a:chExt cx="27809146" cy="4631804"/>
          </a:xfrm>
        </p:grpSpPr>
        <p:sp>
          <p:nvSpPr>
            <p:cNvPr id="361" name="Google Shape;361;p11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11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3" name="Google Shape;363;p11"/>
          <p:cNvGrpSpPr/>
          <p:nvPr/>
        </p:nvGrpSpPr>
        <p:grpSpPr>
          <a:xfrm>
            <a:off x="959494" y="690071"/>
            <a:ext cx="997090" cy="220246"/>
            <a:chOff x="0" y="0"/>
            <a:chExt cx="1137813" cy="265048"/>
          </a:xfrm>
        </p:grpSpPr>
        <p:grpSp>
          <p:nvGrpSpPr>
            <p:cNvPr id="364" name="Google Shape;364;p11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365" name="Google Shape;365;p1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1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7" name="Google Shape;367;p11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368" name="Google Shape;368;p1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1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0" name="Google Shape;370;p11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371" name="Google Shape;371;p1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1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3" name="Google Shape;373;p11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4" name="Google Shape;374;p11" descr="A picture containing text, wall, indoo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2908761"/>
            <a:ext cx="7079980" cy="70799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9" name="Google Shape;379;p12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380" name="Google Shape;380;p12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12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82" name="Google Shape;382;p12"/>
          <p:cNvGrpSpPr/>
          <p:nvPr/>
        </p:nvGrpSpPr>
        <p:grpSpPr>
          <a:xfrm>
            <a:off x="600256" y="667065"/>
            <a:ext cx="13449300" cy="2010265"/>
            <a:chOff x="0" y="0"/>
            <a:chExt cx="9318553" cy="1154163"/>
          </a:xfrm>
        </p:grpSpPr>
        <p:sp>
          <p:nvSpPr>
            <p:cNvPr id="383" name="Google Shape;383;p12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12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12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12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87" name="Google Shape;387;p12"/>
          <p:cNvSpPr txBox="1"/>
          <p:nvPr/>
        </p:nvSpPr>
        <p:spPr>
          <a:xfrm>
            <a:off x="809747" y="1181059"/>
            <a:ext cx="123825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服务员 n. fúwùyuán waiter   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8" name="Google Shape;388;p12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389" name="Google Shape;389;p12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12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12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12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12"/>
          <p:cNvGrpSpPr/>
          <p:nvPr/>
        </p:nvGrpSpPr>
        <p:grpSpPr>
          <a:xfrm>
            <a:off x="594292" y="662765"/>
            <a:ext cx="13428768" cy="391132"/>
            <a:chOff x="0" y="0"/>
            <a:chExt cx="27809146" cy="4631804"/>
          </a:xfrm>
        </p:grpSpPr>
        <p:sp>
          <p:nvSpPr>
            <p:cNvPr id="394" name="Google Shape;394;p12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DDE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12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B6DDE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6" name="Google Shape;396;p12"/>
          <p:cNvGrpSpPr/>
          <p:nvPr/>
        </p:nvGrpSpPr>
        <p:grpSpPr>
          <a:xfrm>
            <a:off x="819182" y="782676"/>
            <a:ext cx="997090" cy="220246"/>
            <a:chOff x="0" y="0"/>
            <a:chExt cx="1137813" cy="265048"/>
          </a:xfrm>
        </p:grpSpPr>
        <p:grpSp>
          <p:nvGrpSpPr>
            <p:cNvPr id="397" name="Google Shape;397;p12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398" name="Google Shape;398;p1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9" name="Google Shape;399;p1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0" name="Google Shape;400;p12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401" name="Google Shape;401;p1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" name="Google Shape;402;p1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3" name="Google Shape;403;p12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404" name="Google Shape;404;p1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5" name="Google Shape;405;p1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06" name="Google Shape;406;p12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7" name="Google Shape;407;p12" descr="A picture containing toy, doll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72200" y="3122925"/>
            <a:ext cx="6729412" cy="67294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2" name="Google Shape;412;p18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413" name="Google Shape;413;p18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8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5" name="Google Shape;415;p18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416" name="Google Shape;416;p18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18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8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18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0" name="Google Shape;420;p18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1" name="Google Shape;421;p18"/>
          <p:cNvGrpSpPr/>
          <p:nvPr/>
        </p:nvGrpSpPr>
        <p:grpSpPr>
          <a:xfrm>
            <a:off x="844165" y="194801"/>
            <a:ext cx="12436650" cy="2010265"/>
            <a:chOff x="0" y="0"/>
            <a:chExt cx="9318553" cy="1154163"/>
          </a:xfrm>
        </p:grpSpPr>
        <p:sp>
          <p:nvSpPr>
            <p:cNvPr id="422" name="Google Shape;422;p18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18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18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8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6" name="Google Shape;426;p18"/>
          <p:cNvSpPr txBox="1"/>
          <p:nvPr/>
        </p:nvSpPr>
        <p:spPr>
          <a:xfrm>
            <a:off x="1053655" y="708795"/>
            <a:ext cx="12382560" cy="12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要 v. </a:t>
            </a:r>
            <a:r>
              <a:rPr lang="en-US" sz="7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yào  need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7" name="Google Shape;427;p18"/>
          <p:cNvGrpSpPr/>
          <p:nvPr/>
        </p:nvGrpSpPr>
        <p:grpSpPr>
          <a:xfrm>
            <a:off x="838200" y="190500"/>
            <a:ext cx="12369731" cy="401057"/>
            <a:chOff x="0" y="0"/>
            <a:chExt cx="27809146" cy="4631804"/>
          </a:xfrm>
        </p:grpSpPr>
        <p:sp>
          <p:nvSpPr>
            <p:cNvPr id="428" name="Google Shape;428;p18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8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30" name="Google Shape;430;p18"/>
          <p:cNvGrpSpPr/>
          <p:nvPr/>
        </p:nvGrpSpPr>
        <p:grpSpPr>
          <a:xfrm>
            <a:off x="1053655" y="292710"/>
            <a:ext cx="997090" cy="220246"/>
            <a:chOff x="0" y="0"/>
            <a:chExt cx="1137813" cy="265048"/>
          </a:xfrm>
        </p:grpSpPr>
        <p:grpSp>
          <p:nvGrpSpPr>
            <p:cNvPr id="431" name="Google Shape;431;p18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432" name="Google Shape;432;p1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4" name="Google Shape;434;p18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435" name="Google Shape;435;p1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18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438" name="Google Shape;438;p1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9" name="Google Shape;439;p1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40" name="Google Shape;440;p18" descr="Graphical user interface, websit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21583" y="2640062"/>
            <a:ext cx="6594225" cy="65942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441" name="Google Shape;441;p18"/>
          <p:cNvGrpSpPr/>
          <p:nvPr/>
        </p:nvGrpSpPr>
        <p:grpSpPr>
          <a:xfrm>
            <a:off x="9089815" y="4982059"/>
            <a:ext cx="8381998" cy="2676041"/>
            <a:chOff x="0" y="0"/>
            <a:chExt cx="4528753" cy="4148748"/>
          </a:xfrm>
        </p:grpSpPr>
        <p:sp>
          <p:nvSpPr>
            <p:cNvPr id="442" name="Google Shape;442;p18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8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8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6" name="Google Shape;446;p18"/>
          <p:cNvSpPr txBox="1"/>
          <p:nvPr/>
        </p:nvSpPr>
        <p:spPr>
          <a:xfrm>
            <a:off x="9367303" y="5195756"/>
            <a:ext cx="8092800" cy="181620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Nǐ   yào   </a:t>
            </a:r>
            <a:r>
              <a:rPr lang="en-US" sz="2800" b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chī</a:t>
            </a: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shénme?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你 要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吃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什么？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Times New Roman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would you like to eat?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oogle Shape;451;p13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452" name="Google Shape;452;p13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13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4" name="Google Shape;454;p13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455" name="Google Shape;455;p13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p13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0" name="Google Shape;460;p13"/>
          <p:cNvGrpSpPr/>
          <p:nvPr/>
        </p:nvGrpSpPr>
        <p:grpSpPr>
          <a:xfrm>
            <a:off x="509811" y="318627"/>
            <a:ext cx="13449300" cy="2010265"/>
            <a:chOff x="0" y="0"/>
            <a:chExt cx="9318553" cy="1154163"/>
          </a:xfrm>
        </p:grpSpPr>
        <p:sp>
          <p:nvSpPr>
            <p:cNvPr id="461" name="Google Shape;461;p13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5" name="Google Shape;465;p13"/>
          <p:cNvSpPr txBox="1"/>
          <p:nvPr/>
        </p:nvSpPr>
        <p:spPr>
          <a:xfrm>
            <a:off x="719302" y="832621"/>
            <a:ext cx="123825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饺子 n. jiǎozi dumpling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6" name="Google Shape;466;p13"/>
          <p:cNvGrpSpPr/>
          <p:nvPr/>
        </p:nvGrpSpPr>
        <p:grpSpPr>
          <a:xfrm>
            <a:off x="503847" y="314327"/>
            <a:ext cx="13428768" cy="391132"/>
            <a:chOff x="0" y="0"/>
            <a:chExt cx="27809146" cy="4631804"/>
          </a:xfrm>
        </p:grpSpPr>
        <p:sp>
          <p:nvSpPr>
            <p:cNvPr id="467" name="Google Shape;467;p13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9" name="Google Shape;469;p13"/>
          <p:cNvGrpSpPr/>
          <p:nvPr/>
        </p:nvGrpSpPr>
        <p:grpSpPr>
          <a:xfrm>
            <a:off x="728737" y="434238"/>
            <a:ext cx="997090" cy="220246"/>
            <a:chOff x="0" y="0"/>
            <a:chExt cx="1137813" cy="265048"/>
          </a:xfrm>
        </p:grpSpPr>
        <p:grpSp>
          <p:nvGrpSpPr>
            <p:cNvPr id="470" name="Google Shape;470;p13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471" name="Google Shape;471;p1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2" name="Google Shape;472;p1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3" name="Google Shape;473;p13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474" name="Google Shape;474;p1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5" name="Google Shape;475;p1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76" name="Google Shape;476;p13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477" name="Google Shape;477;p1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8" name="Google Shape;478;p1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479" name="Google Shape;479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0" y="2721998"/>
            <a:ext cx="6958012" cy="6958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4" name="Google Shape;484;p14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485" name="Google Shape;485;p14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14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87" name="Google Shape;487;p14"/>
          <p:cNvGrpSpPr/>
          <p:nvPr/>
        </p:nvGrpSpPr>
        <p:grpSpPr>
          <a:xfrm>
            <a:off x="-267296" y="1506556"/>
            <a:ext cx="18330944" cy="2500947"/>
            <a:chOff x="0" y="0"/>
            <a:chExt cx="9318553" cy="1154163"/>
          </a:xfrm>
        </p:grpSpPr>
        <p:sp>
          <p:nvSpPr>
            <p:cNvPr id="488" name="Google Shape;488;p14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4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4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4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92" name="Google Shape;492;p14"/>
          <p:cNvSpPr txBox="1"/>
          <p:nvPr/>
        </p:nvSpPr>
        <p:spPr>
          <a:xfrm>
            <a:off x="304800" y="1803438"/>
            <a:ext cx="17678400" cy="12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盘 meas. pán a measure word a plate of  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93" name="Google Shape;493;p14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494" name="Google Shape;494;p14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4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4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4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98" name="Google Shape;498;p14"/>
          <p:cNvGrpSpPr/>
          <p:nvPr/>
        </p:nvGrpSpPr>
        <p:grpSpPr>
          <a:xfrm>
            <a:off x="176241" y="959853"/>
            <a:ext cx="17678400" cy="811973"/>
            <a:chOff x="0" y="0"/>
            <a:chExt cx="27809146" cy="4631804"/>
          </a:xfrm>
        </p:grpSpPr>
        <p:sp>
          <p:nvSpPr>
            <p:cNvPr id="499" name="Google Shape;499;p14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4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01" name="Google Shape;501;p14"/>
          <p:cNvGrpSpPr/>
          <p:nvPr/>
        </p:nvGrpSpPr>
        <p:grpSpPr>
          <a:xfrm>
            <a:off x="952046" y="1373443"/>
            <a:ext cx="997090" cy="220246"/>
            <a:chOff x="0" y="0"/>
            <a:chExt cx="1137813" cy="265048"/>
          </a:xfrm>
        </p:grpSpPr>
        <p:grpSp>
          <p:nvGrpSpPr>
            <p:cNvPr id="502" name="Google Shape;502;p14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503" name="Google Shape;503;p1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4" name="Google Shape;504;p1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5" name="Google Shape;505;p14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506" name="Google Shape;506;p1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7" name="Google Shape;507;p1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8" name="Google Shape;508;p14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509" name="Google Shape;509;p1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0" name="Google Shape;510;p1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1" name="Google Shape;511;p14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12" name="Google Shape;512;p14" descr="A picture containing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86134" y="8033885"/>
            <a:ext cx="2077513" cy="2077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13" name="Google Shape;513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66627" y="3844566"/>
            <a:ext cx="5879460" cy="587946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514" name="Google Shape;514;p14"/>
          <p:cNvGrpSpPr/>
          <p:nvPr/>
        </p:nvGrpSpPr>
        <p:grpSpPr>
          <a:xfrm>
            <a:off x="7467600" y="4627028"/>
            <a:ext cx="6172199" cy="2007821"/>
            <a:chOff x="0" y="0"/>
            <a:chExt cx="4528753" cy="4148748"/>
          </a:xfrm>
        </p:grpSpPr>
        <p:sp>
          <p:nvSpPr>
            <p:cNvPr id="515" name="Google Shape;515;p14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14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14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14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19" name="Google Shape;519;p14"/>
          <p:cNvSpPr txBox="1"/>
          <p:nvPr/>
        </p:nvSpPr>
        <p:spPr>
          <a:xfrm>
            <a:off x="7906141" y="4811108"/>
            <a:ext cx="4953146" cy="186140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pán jiǎozi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一</a:t>
            </a: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盘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饺子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520" name="Google Shape;520;p14"/>
          <p:cNvGrpSpPr/>
          <p:nvPr/>
        </p:nvGrpSpPr>
        <p:grpSpPr>
          <a:xfrm>
            <a:off x="9144000" y="7210787"/>
            <a:ext cx="6172199" cy="2007821"/>
            <a:chOff x="0" y="0"/>
            <a:chExt cx="4528753" cy="4148748"/>
          </a:xfrm>
        </p:grpSpPr>
        <p:sp>
          <p:nvSpPr>
            <p:cNvPr id="521" name="Google Shape;521;p14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14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14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14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5" name="Google Shape;525;p14"/>
          <p:cNvSpPr txBox="1"/>
          <p:nvPr/>
        </p:nvSpPr>
        <p:spPr>
          <a:xfrm>
            <a:off x="8989219" y="7394867"/>
            <a:ext cx="5546468" cy="186140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Liǎnɡ pán jiǎozi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两</a:t>
            </a: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盘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饺子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oogle Shape;530;p15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531" name="Google Shape;531;p15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15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33" name="Google Shape;533;p15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534" name="Google Shape;534;p15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15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15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15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38" name="Google Shape;538;p15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39" name="Google Shape;539;p15"/>
          <p:cNvGrpSpPr/>
          <p:nvPr/>
        </p:nvGrpSpPr>
        <p:grpSpPr>
          <a:xfrm>
            <a:off x="629678" y="286668"/>
            <a:ext cx="13449300" cy="2010265"/>
            <a:chOff x="0" y="0"/>
            <a:chExt cx="9318553" cy="1154163"/>
          </a:xfrm>
        </p:grpSpPr>
        <p:sp>
          <p:nvSpPr>
            <p:cNvPr id="540" name="Google Shape;540;p15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15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15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15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44" name="Google Shape;544;p15"/>
          <p:cNvSpPr txBox="1"/>
          <p:nvPr/>
        </p:nvSpPr>
        <p:spPr>
          <a:xfrm>
            <a:off x="839169" y="800662"/>
            <a:ext cx="123825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面条 n. miàntiáo noodles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45" name="Google Shape;545;p15"/>
          <p:cNvGrpSpPr/>
          <p:nvPr/>
        </p:nvGrpSpPr>
        <p:grpSpPr>
          <a:xfrm>
            <a:off x="623714" y="282368"/>
            <a:ext cx="13428768" cy="391132"/>
            <a:chOff x="0" y="0"/>
            <a:chExt cx="27809146" cy="4631804"/>
          </a:xfrm>
        </p:grpSpPr>
        <p:sp>
          <p:nvSpPr>
            <p:cNvPr id="546" name="Google Shape;546;p15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15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48" name="Google Shape;548;p15"/>
          <p:cNvGrpSpPr/>
          <p:nvPr/>
        </p:nvGrpSpPr>
        <p:grpSpPr>
          <a:xfrm>
            <a:off x="848604" y="402279"/>
            <a:ext cx="997090" cy="220246"/>
            <a:chOff x="0" y="0"/>
            <a:chExt cx="1137813" cy="265048"/>
          </a:xfrm>
        </p:grpSpPr>
        <p:grpSp>
          <p:nvGrpSpPr>
            <p:cNvPr id="549" name="Google Shape;549;p15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550" name="Google Shape;550;p1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2" name="Google Shape;552;p15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553" name="Google Shape;553;p1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55" name="Google Shape;555;p15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556" name="Google Shape;556;p1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58" name="Google Shape;558;p15" descr="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2819792"/>
            <a:ext cx="6660530" cy="666053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3" name="Google Shape;563;p16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564" name="Google Shape;564;p16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16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66" name="Google Shape;566;p16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567" name="Google Shape;567;p16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16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16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16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1" name="Google Shape;571;p16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2" name="Google Shape;572;p16"/>
          <p:cNvGrpSpPr/>
          <p:nvPr/>
        </p:nvGrpSpPr>
        <p:grpSpPr>
          <a:xfrm>
            <a:off x="579151" y="1181100"/>
            <a:ext cx="17202698" cy="2010265"/>
            <a:chOff x="0" y="0"/>
            <a:chExt cx="9318553" cy="1154163"/>
          </a:xfrm>
        </p:grpSpPr>
        <p:sp>
          <p:nvSpPr>
            <p:cNvPr id="573" name="Google Shape;573;p16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4" name="Google Shape;574;p16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5" name="Google Shape;575;p16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6" name="Google Shape;576;p16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7" name="Google Shape;577;p16"/>
          <p:cNvSpPr txBox="1"/>
          <p:nvPr/>
        </p:nvSpPr>
        <p:spPr>
          <a:xfrm>
            <a:off x="608142" y="1695094"/>
            <a:ext cx="176784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碗 meas. wǎn a measure word a bowl of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78" name="Google Shape;578;p16"/>
          <p:cNvGrpSpPr/>
          <p:nvPr/>
        </p:nvGrpSpPr>
        <p:grpSpPr>
          <a:xfrm>
            <a:off x="579149" y="1181098"/>
            <a:ext cx="17101885" cy="418879"/>
            <a:chOff x="0" y="0"/>
            <a:chExt cx="27809146" cy="4631804"/>
          </a:xfrm>
        </p:grpSpPr>
        <p:sp>
          <p:nvSpPr>
            <p:cNvPr id="579" name="Google Shape;579;p16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0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16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CCC0D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581" name="Google Shape;581;p16"/>
          <p:cNvGrpSpPr/>
          <p:nvPr/>
        </p:nvGrpSpPr>
        <p:grpSpPr>
          <a:xfrm>
            <a:off x="807750" y="1296711"/>
            <a:ext cx="997090" cy="220246"/>
            <a:chOff x="0" y="0"/>
            <a:chExt cx="1137813" cy="265048"/>
          </a:xfrm>
        </p:grpSpPr>
        <p:grpSp>
          <p:nvGrpSpPr>
            <p:cNvPr id="582" name="Google Shape;582;p16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583" name="Google Shape;583;p1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4" name="Google Shape;584;p1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5" name="Google Shape;585;p16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586" name="Google Shape;586;p1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8" name="Google Shape;588;p16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589" name="Google Shape;589;p1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591" name="Google Shape;591;p16" descr="A picture containing text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0985" y="7995072"/>
            <a:ext cx="2177415" cy="217741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592" name="Google Shape;592;p16" descr="Ico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365837" y="3624790"/>
            <a:ext cx="6436065" cy="643606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593" name="Google Shape;593;p16"/>
          <p:cNvGrpSpPr/>
          <p:nvPr/>
        </p:nvGrpSpPr>
        <p:grpSpPr>
          <a:xfrm>
            <a:off x="1965160" y="4107014"/>
            <a:ext cx="6172199" cy="2007821"/>
            <a:chOff x="0" y="0"/>
            <a:chExt cx="4528753" cy="4148748"/>
          </a:xfrm>
        </p:grpSpPr>
        <p:sp>
          <p:nvSpPr>
            <p:cNvPr id="594" name="Google Shape;594;p1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8" name="Google Shape;598;p16"/>
          <p:cNvSpPr txBox="1"/>
          <p:nvPr/>
        </p:nvSpPr>
        <p:spPr>
          <a:xfrm>
            <a:off x="1599656" y="4291094"/>
            <a:ext cx="5757191" cy="1893028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wǎn miàntiáo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一</a:t>
            </a: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碗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面条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599" name="Google Shape;599;p16"/>
          <p:cNvGrpSpPr/>
          <p:nvPr/>
        </p:nvGrpSpPr>
        <p:grpSpPr>
          <a:xfrm>
            <a:off x="4876800" y="7063058"/>
            <a:ext cx="6172199" cy="2007821"/>
            <a:chOff x="0" y="0"/>
            <a:chExt cx="4528753" cy="4148748"/>
          </a:xfrm>
        </p:grpSpPr>
        <p:sp>
          <p:nvSpPr>
            <p:cNvPr id="600" name="Google Shape;600;p1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1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4" name="Google Shape;604;p16"/>
          <p:cNvSpPr txBox="1"/>
          <p:nvPr/>
        </p:nvSpPr>
        <p:spPr>
          <a:xfrm>
            <a:off x="5510340" y="7247138"/>
            <a:ext cx="5229155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Liǎnɡ wǎn miàntiáo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两</a:t>
            </a: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碗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面条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17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610" name="Google Shape;610;p17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7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17"/>
          <p:cNvGrpSpPr/>
          <p:nvPr/>
        </p:nvGrpSpPr>
        <p:grpSpPr>
          <a:xfrm>
            <a:off x="493407" y="295421"/>
            <a:ext cx="13449300" cy="2010265"/>
            <a:chOff x="0" y="0"/>
            <a:chExt cx="9318553" cy="1154163"/>
          </a:xfrm>
        </p:grpSpPr>
        <p:sp>
          <p:nvSpPr>
            <p:cNvPr id="613" name="Google Shape;613;p17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7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7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17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7" name="Google Shape;617;p17"/>
          <p:cNvSpPr txBox="1"/>
          <p:nvPr/>
        </p:nvSpPr>
        <p:spPr>
          <a:xfrm>
            <a:off x="981337" y="809415"/>
            <a:ext cx="12637520" cy="12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馒头 n. mántou steamed buns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18" name="Google Shape;618;p17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619" name="Google Shape;619;p17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7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17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7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3" name="Google Shape;623;p17"/>
          <p:cNvGrpSpPr/>
          <p:nvPr/>
        </p:nvGrpSpPr>
        <p:grpSpPr>
          <a:xfrm>
            <a:off x="487443" y="291121"/>
            <a:ext cx="13428768" cy="391132"/>
            <a:chOff x="0" y="0"/>
            <a:chExt cx="27809146" cy="4631804"/>
          </a:xfrm>
        </p:grpSpPr>
        <p:sp>
          <p:nvSpPr>
            <p:cNvPr id="624" name="Google Shape;624;p17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7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26" name="Google Shape;626;p17"/>
          <p:cNvGrpSpPr/>
          <p:nvPr/>
        </p:nvGrpSpPr>
        <p:grpSpPr>
          <a:xfrm>
            <a:off x="712333" y="411032"/>
            <a:ext cx="997090" cy="220246"/>
            <a:chOff x="0" y="0"/>
            <a:chExt cx="1137813" cy="265048"/>
          </a:xfrm>
        </p:grpSpPr>
        <p:grpSp>
          <p:nvGrpSpPr>
            <p:cNvPr id="627" name="Google Shape;627;p17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628" name="Google Shape;628;p1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29" name="Google Shape;629;p1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0" name="Google Shape;630;p17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631" name="Google Shape;631;p1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2" name="Google Shape;632;p1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33" name="Google Shape;633;p17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634" name="Google Shape;634;p1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35" name="Google Shape;635;p1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36" name="Google Shape;636;p17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7" name="Google Shape;637;p17" descr="Logo, company nam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91200" y="2496365"/>
            <a:ext cx="7103144" cy="7103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638" name="Google Shape;638;p17"/>
          <p:cNvGrpSpPr/>
          <p:nvPr/>
        </p:nvGrpSpPr>
        <p:grpSpPr>
          <a:xfrm>
            <a:off x="729961" y="4607410"/>
            <a:ext cx="4419599" cy="2007821"/>
            <a:chOff x="0" y="0"/>
            <a:chExt cx="4528753" cy="4148748"/>
          </a:xfrm>
        </p:grpSpPr>
        <p:sp>
          <p:nvSpPr>
            <p:cNvPr id="639" name="Google Shape;639;p1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43" name="Google Shape;643;p17"/>
          <p:cNvSpPr txBox="1"/>
          <p:nvPr/>
        </p:nvSpPr>
        <p:spPr>
          <a:xfrm>
            <a:off x="-154114" y="4877930"/>
            <a:ext cx="5867234" cy="1446550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liǎng gè mán tou</a:t>
            </a:r>
            <a:endParaRPr sz="40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两个馒头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8" name="Google Shape;648;p2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649" name="Google Shape;649;p2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2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51" name="Google Shape;651;p20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652" name="Google Shape;652;p20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20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20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20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56" name="Google Shape;656;p20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57" name="Google Shape;657;p20"/>
          <p:cNvGrpSpPr/>
          <p:nvPr/>
        </p:nvGrpSpPr>
        <p:grpSpPr>
          <a:xfrm>
            <a:off x="1034595" y="342900"/>
            <a:ext cx="7354313" cy="2010265"/>
            <a:chOff x="0" y="0"/>
            <a:chExt cx="9318553" cy="1154163"/>
          </a:xfrm>
        </p:grpSpPr>
        <p:sp>
          <p:nvSpPr>
            <p:cNvPr id="658" name="Google Shape;658;p20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20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20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20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2" name="Google Shape;662;p20"/>
          <p:cNvSpPr txBox="1"/>
          <p:nvPr/>
        </p:nvSpPr>
        <p:spPr>
          <a:xfrm>
            <a:off x="1461044" y="970330"/>
            <a:ext cx="669235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喝 v. hē drink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3" name="Google Shape;663;p20"/>
          <p:cNvGrpSpPr/>
          <p:nvPr/>
        </p:nvGrpSpPr>
        <p:grpSpPr>
          <a:xfrm>
            <a:off x="1028631" y="338600"/>
            <a:ext cx="7340231" cy="518294"/>
            <a:chOff x="0" y="0"/>
            <a:chExt cx="27809146" cy="4631804"/>
          </a:xfrm>
        </p:grpSpPr>
        <p:sp>
          <p:nvSpPr>
            <p:cNvPr id="664" name="Google Shape;664;p20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20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66" name="Google Shape;666;p20"/>
          <p:cNvGrpSpPr/>
          <p:nvPr/>
        </p:nvGrpSpPr>
        <p:grpSpPr>
          <a:xfrm>
            <a:off x="1253521" y="458511"/>
            <a:ext cx="997090" cy="220246"/>
            <a:chOff x="0" y="0"/>
            <a:chExt cx="1137813" cy="265048"/>
          </a:xfrm>
        </p:grpSpPr>
        <p:grpSp>
          <p:nvGrpSpPr>
            <p:cNvPr id="667" name="Google Shape;667;p20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668" name="Google Shape;668;p2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9" name="Google Shape;669;p2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0" name="Google Shape;670;p20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671" name="Google Shape;671;p2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2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73" name="Google Shape;673;p20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674" name="Google Shape;674;p2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5" name="Google Shape;675;p2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676" name="Google Shape;676;p20" descr="Logo&#10;&#10;Description automatically generated with medium confidenc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5500" y="2628900"/>
            <a:ext cx="6805612" cy="68056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677" name="Google Shape;677;p20"/>
          <p:cNvGrpSpPr/>
          <p:nvPr/>
        </p:nvGrpSpPr>
        <p:grpSpPr>
          <a:xfrm>
            <a:off x="9677400" y="2750382"/>
            <a:ext cx="4419599" cy="2007821"/>
            <a:chOff x="0" y="0"/>
            <a:chExt cx="4528753" cy="4148748"/>
          </a:xfrm>
        </p:grpSpPr>
        <p:sp>
          <p:nvSpPr>
            <p:cNvPr id="678" name="Google Shape;678;p20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0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0" name="Google Shape;680;p20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0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2" name="Google Shape;682;p20"/>
          <p:cNvSpPr txBox="1"/>
          <p:nvPr/>
        </p:nvSpPr>
        <p:spPr>
          <a:xfrm>
            <a:off x="9920074" y="3020902"/>
            <a:ext cx="353717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Hē shuǐ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喝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水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683" name="Google Shape;683;p20"/>
          <p:cNvGrpSpPr/>
          <p:nvPr/>
        </p:nvGrpSpPr>
        <p:grpSpPr>
          <a:xfrm>
            <a:off x="10744200" y="5829300"/>
            <a:ext cx="4419599" cy="2007821"/>
            <a:chOff x="0" y="0"/>
            <a:chExt cx="4528753" cy="4148748"/>
          </a:xfrm>
        </p:grpSpPr>
        <p:sp>
          <p:nvSpPr>
            <p:cNvPr id="684" name="Google Shape;684;p20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20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0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0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88" name="Google Shape;688;p20"/>
          <p:cNvSpPr txBox="1"/>
          <p:nvPr/>
        </p:nvSpPr>
        <p:spPr>
          <a:xfrm>
            <a:off x="10940825" y="6013380"/>
            <a:ext cx="3537176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Hē    niúnǎi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喝 </a:t>
            </a:r>
            <a:r>
              <a:rPr lang="en-US" sz="5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牛奶</a:t>
            </a:r>
            <a:endParaRPr sz="5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3" name="Google Shape;693;p21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694" name="Google Shape;694;p21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21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96" name="Google Shape;696;p21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697" name="Google Shape;697;p21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21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21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21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1" name="Google Shape;701;p21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2" name="Google Shape;702;p21"/>
          <p:cNvGrpSpPr/>
          <p:nvPr/>
        </p:nvGrpSpPr>
        <p:grpSpPr>
          <a:xfrm>
            <a:off x="1066800" y="1032308"/>
            <a:ext cx="13449300" cy="2010265"/>
            <a:chOff x="0" y="0"/>
            <a:chExt cx="9318553" cy="1154163"/>
          </a:xfrm>
        </p:grpSpPr>
        <p:sp>
          <p:nvSpPr>
            <p:cNvPr id="703" name="Google Shape;703;p21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21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1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21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7" name="Google Shape;707;p21"/>
          <p:cNvSpPr txBox="1"/>
          <p:nvPr/>
        </p:nvSpPr>
        <p:spPr>
          <a:xfrm>
            <a:off x="1276291" y="1546302"/>
            <a:ext cx="1238256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啤酒 n. píjiǔ  beer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08" name="Google Shape;708;p21"/>
          <p:cNvGrpSpPr/>
          <p:nvPr/>
        </p:nvGrpSpPr>
        <p:grpSpPr>
          <a:xfrm>
            <a:off x="1060836" y="1028008"/>
            <a:ext cx="13428768" cy="391132"/>
            <a:chOff x="0" y="0"/>
            <a:chExt cx="27809146" cy="4631804"/>
          </a:xfrm>
        </p:grpSpPr>
        <p:sp>
          <p:nvSpPr>
            <p:cNvPr id="709" name="Google Shape;709;p21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21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11" name="Google Shape;711;p21"/>
          <p:cNvGrpSpPr/>
          <p:nvPr/>
        </p:nvGrpSpPr>
        <p:grpSpPr>
          <a:xfrm>
            <a:off x="1285726" y="1147919"/>
            <a:ext cx="997090" cy="220246"/>
            <a:chOff x="0" y="0"/>
            <a:chExt cx="1137813" cy="265048"/>
          </a:xfrm>
        </p:grpSpPr>
        <p:grpSp>
          <p:nvGrpSpPr>
            <p:cNvPr id="712" name="Google Shape;712;p21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713" name="Google Shape;713;p2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2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5" name="Google Shape;715;p21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716" name="Google Shape;716;p2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2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18" name="Google Shape;718;p21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719" name="Google Shape;719;p2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0" name="Google Shape;720;p2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721" name="Google Shape;721;p21" descr="A picture containing beverage, container, glas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94613" y="3413641"/>
            <a:ext cx="6119812" cy="6119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722" name="Google Shape;722;p21"/>
          <p:cNvGrpSpPr/>
          <p:nvPr/>
        </p:nvGrpSpPr>
        <p:grpSpPr>
          <a:xfrm>
            <a:off x="9999353" y="5366416"/>
            <a:ext cx="4419599" cy="2007821"/>
            <a:chOff x="0" y="0"/>
            <a:chExt cx="4528753" cy="4148748"/>
          </a:xfrm>
        </p:grpSpPr>
        <p:sp>
          <p:nvSpPr>
            <p:cNvPr id="723" name="Google Shape;723;p21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21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21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21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7" name="Google Shape;727;p21"/>
          <p:cNvSpPr txBox="1"/>
          <p:nvPr/>
        </p:nvSpPr>
        <p:spPr>
          <a:xfrm>
            <a:off x="10119248" y="5550496"/>
            <a:ext cx="3613905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Hē   píjiǔ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喝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啤酒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2" name="Google Shape;732;p22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733" name="Google Shape;733;p22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22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35" name="Google Shape;735;p22"/>
          <p:cNvGrpSpPr/>
          <p:nvPr/>
        </p:nvGrpSpPr>
        <p:grpSpPr>
          <a:xfrm>
            <a:off x="375351" y="1033001"/>
            <a:ext cx="17537297" cy="2010265"/>
            <a:chOff x="0" y="0"/>
            <a:chExt cx="9318553" cy="1154163"/>
          </a:xfrm>
        </p:grpSpPr>
        <p:sp>
          <p:nvSpPr>
            <p:cNvPr id="736" name="Google Shape;736;p22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22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22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22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40" name="Google Shape;740;p22"/>
          <p:cNvSpPr txBox="1"/>
          <p:nvPr/>
        </p:nvSpPr>
        <p:spPr>
          <a:xfrm>
            <a:off x="603951" y="1546995"/>
            <a:ext cx="169926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瓶 meas. </a:t>
            </a:r>
            <a:r>
              <a:rPr lang="en-US" sz="60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pínɡ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66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 measure word a bottle of</a:t>
            </a:r>
            <a:endParaRPr sz="6999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41" name="Google Shape;741;p22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742" name="Google Shape;742;p22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22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22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22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6" name="Google Shape;746;p22"/>
          <p:cNvGrpSpPr/>
          <p:nvPr/>
        </p:nvGrpSpPr>
        <p:grpSpPr>
          <a:xfrm>
            <a:off x="324578" y="1028700"/>
            <a:ext cx="17461394" cy="518295"/>
            <a:chOff x="0" y="0"/>
            <a:chExt cx="27809146" cy="4631804"/>
          </a:xfrm>
        </p:grpSpPr>
        <p:sp>
          <p:nvSpPr>
            <p:cNvPr id="747" name="Google Shape;747;p22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22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49" name="Google Shape;749;p22"/>
          <p:cNvGrpSpPr/>
          <p:nvPr/>
        </p:nvGrpSpPr>
        <p:grpSpPr>
          <a:xfrm>
            <a:off x="603951" y="1148612"/>
            <a:ext cx="997090" cy="220246"/>
            <a:chOff x="0" y="0"/>
            <a:chExt cx="1137813" cy="265048"/>
          </a:xfrm>
        </p:grpSpPr>
        <p:grpSp>
          <p:nvGrpSpPr>
            <p:cNvPr id="750" name="Google Shape;750;p22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751" name="Google Shape;751;p2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2" name="Google Shape;752;p2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3" name="Google Shape;753;p22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754" name="Google Shape;754;p2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5" name="Google Shape;755;p2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6" name="Google Shape;756;p22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757" name="Google Shape;757;p2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8" name="Google Shape;758;p2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59" name="Google Shape;759;p22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0" name="Google Shape;760;p22" descr="A picture containing beverage, container, glas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71094" y="3350888"/>
            <a:ext cx="6119812" cy="61198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761" name="Google Shape;761;p22"/>
          <p:cNvGrpSpPr/>
          <p:nvPr/>
        </p:nvGrpSpPr>
        <p:grpSpPr>
          <a:xfrm>
            <a:off x="1828800" y="3939296"/>
            <a:ext cx="4419599" cy="2007821"/>
            <a:chOff x="0" y="0"/>
            <a:chExt cx="4528753" cy="4148748"/>
          </a:xfrm>
        </p:grpSpPr>
        <p:sp>
          <p:nvSpPr>
            <p:cNvPr id="762" name="Google Shape;762;p22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22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22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22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7" name="Google Shape;767;p22"/>
          <p:cNvGrpSpPr/>
          <p:nvPr/>
        </p:nvGrpSpPr>
        <p:grpSpPr>
          <a:xfrm>
            <a:off x="5105400" y="6640879"/>
            <a:ext cx="4419599" cy="2007821"/>
            <a:chOff x="0" y="0"/>
            <a:chExt cx="4528753" cy="4148748"/>
          </a:xfrm>
        </p:grpSpPr>
        <p:sp>
          <p:nvSpPr>
            <p:cNvPr id="768" name="Google Shape;768;p22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2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22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22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72" name="Google Shape;772;p22"/>
          <p:cNvSpPr txBox="1"/>
          <p:nvPr/>
        </p:nvSpPr>
        <p:spPr>
          <a:xfrm>
            <a:off x="5049149" y="6824959"/>
            <a:ext cx="394245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Liǎnɡ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pínɡ</a:t>
            </a:r>
            <a:r>
              <a:rPr lang="en-US" sz="2800" b="0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2800" b="0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píjiǔ</a:t>
            </a:r>
            <a:endParaRPr sz="2800" b="0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两</a:t>
            </a:r>
            <a:r>
              <a:rPr lang="en-US" sz="5400" b="1" i="0" u="none" strike="noStrike" cap="none" dirty="0" err="1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瓶</a:t>
            </a:r>
            <a:r>
              <a:rPr lang="en-US" sz="5400" b="1" i="0" u="none" strike="noStrike" cap="none" dirty="0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 dirty="0" err="1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啤酒</a:t>
            </a:r>
            <a:endParaRPr sz="54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7" name="Google Shape;777;p23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778" name="Google Shape;778;p23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9" name="Google Shape;779;p23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80" name="Google Shape;780;p23"/>
          <p:cNvGrpSpPr/>
          <p:nvPr/>
        </p:nvGrpSpPr>
        <p:grpSpPr>
          <a:xfrm>
            <a:off x="914400" y="495300"/>
            <a:ext cx="10077450" cy="2010265"/>
            <a:chOff x="0" y="0"/>
            <a:chExt cx="9318553" cy="1154163"/>
          </a:xfrm>
        </p:grpSpPr>
        <p:sp>
          <p:nvSpPr>
            <p:cNvPr id="781" name="Google Shape;781;p23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23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23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23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5" name="Google Shape;785;p23"/>
          <p:cNvSpPr txBox="1"/>
          <p:nvPr/>
        </p:nvSpPr>
        <p:spPr>
          <a:xfrm>
            <a:off x="1402330" y="1009294"/>
            <a:ext cx="948472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菜 n. cài food; dish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86" name="Google Shape;786;p23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787" name="Google Shape;787;p23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8" name="Google Shape;788;p23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9" name="Google Shape;789;p23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0" name="Google Shape;790;p23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1" name="Google Shape;791;p23"/>
          <p:cNvGrpSpPr/>
          <p:nvPr/>
        </p:nvGrpSpPr>
        <p:grpSpPr>
          <a:xfrm>
            <a:off x="908436" y="490999"/>
            <a:ext cx="10004658" cy="401057"/>
            <a:chOff x="0" y="0"/>
            <a:chExt cx="27809146" cy="4631804"/>
          </a:xfrm>
        </p:grpSpPr>
        <p:sp>
          <p:nvSpPr>
            <p:cNvPr id="792" name="Google Shape;792;p23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23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94" name="Google Shape;794;p23"/>
          <p:cNvGrpSpPr/>
          <p:nvPr/>
        </p:nvGrpSpPr>
        <p:grpSpPr>
          <a:xfrm>
            <a:off x="1133326" y="610911"/>
            <a:ext cx="997090" cy="220246"/>
            <a:chOff x="0" y="0"/>
            <a:chExt cx="1137813" cy="265048"/>
          </a:xfrm>
        </p:grpSpPr>
        <p:grpSp>
          <p:nvGrpSpPr>
            <p:cNvPr id="795" name="Google Shape;795;p23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796" name="Google Shape;796;p2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7" name="Google Shape;797;p2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98" name="Google Shape;798;p23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799" name="Google Shape;799;p2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0" name="Google Shape;800;p2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1" name="Google Shape;801;p23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802" name="Google Shape;802;p2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3" name="Google Shape;803;p2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04" name="Google Shape;804;p23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05" name="Google Shape;805;p23" descr="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093720" y="6248208"/>
            <a:ext cx="4050280" cy="354152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766" name="Google Shape;766;p22"/>
          <p:cNvSpPr txBox="1"/>
          <p:nvPr/>
        </p:nvSpPr>
        <p:spPr>
          <a:xfrm>
            <a:off x="1000926" y="3557763"/>
            <a:ext cx="3396243" cy="1323439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Clr>
                <a:srgbClr val="2E2F30"/>
              </a:buClr>
              <a:buSzPts val="2800"/>
            </a:pP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zhōng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guó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cài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</a:p>
          <a:p>
            <a:pPr lvl="0" algn="ctr">
              <a:buClr>
                <a:srgbClr val="2E2F30"/>
              </a:buClr>
              <a:buSzPts val="2800"/>
            </a:pPr>
            <a:r>
              <a:rPr lang="zh-CN" altLang="en-US" sz="54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中国菜</a:t>
            </a:r>
            <a:endParaRPr sz="54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" name="Google Shape;766;p22">
            <a:extLst>
              <a:ext uri="{FF2B5EF4-FFF2-40B4-BE49-F238E27FC236}">
                <a16:creationId xmlns:a16="http://schemas.microsoft.com/office/drawing/2014/main" id="{8FF957A6-5604-A7D6-4F6A-1F5A2627B48B}"/>
              </a:ext>
            </a:extLst>
          </p:cNvPr>
          <p:cNvSpPr txBox="1"/>
          <p:nvPr/>
        </p:nvSpPr>
        <p:spPr>
          <a:xfrm>
            <a:off x="891627" y="6961543"/>
            <a:ext cx="3396243" cy="1569660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50000"/>
              </a:lnSpc>
              <a:buClr>
                <a:srgbClr val="2E2F30"/>
              </a:buClr>
              <a:buSzPts val="2800"/>
            </a:pP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tài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guó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cài</a:t>
            </a:r>
            <a:endParaRPr lang="en-US" sz="3200" dirty="0">
              <a:latin typeface="Aa楷书拼音" panose="00020600040101010101" pitchFamily="18" charset="-122"/>
              <a:ea typeface="Aa楷书拼音" panose="00020600040101010101" pitchFamily="18" charset="-122"/>
            </a:endParaRPr>
          </a:p>
          <a:p>
            <a:pPr lvl="0" algn="ctr">
              <a:buClr>
                <a:srgbClr val="2E2F30"/>
              </a:buClr>
              <a:buSzPts val="2800"/>
            </a:pPr>
            <a:r>
              <a:rPr lang="zh-CN" altLang="en-US" sz="54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泰国菜</a:t>
            </a:r>
            <a:endParaRPr sz="54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E36A85A-7A69-DFF5-09D5-A86B6705BD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2082" y="2554600"/>
            <a:ext cx="4303701" cy="3274555"/>
          </a:xfrm>
          <a:prstGeom prst="rect">
            <a:avLst/>
          </a:prstGeom>
        </p:spPr>
      </p:pic>
      <p:sp>
        <p:nvSpPr>
          <p:cNvPr id="5" name="Google Shape;766;p22">
            <a:extLst>
              <a:ext uri="{FF2B5EF4-FFF2-40B4-BE49-F238E27FC236}">
                <a16:creationId xmlns:a16="http://schemas.microsoft.com/office/drawing/2014/main" id="{C81E215F-EF88-15CF-75B4-6227721FB2C4}"/>
              </a:ext>
            </a:extLst>
          </p:cNvPr>
          <p:cNvSpPr txBox="1"/>
          <p:nvPr/>
        </p:nvSpPr>
        <p:spPr>
          <a:xfrm>
            <a:off x="10852144" y="4389451"/>
            <a:ext cx="6820166" cy="1323439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buClr>
                <a:srgbClr val="2E2F30"/>
              </a:buClr>
              <a:buSzPts val="2800"/>
            </a:pP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   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nǐ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xǐ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huān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chī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shén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me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cài</a:t>
            </a:r>
            <a:endParaRPr lang="en-US" sz="3200" dirty="0">
              <a:latin typeface="Aa楷书拼音" panose="00020600040101010101" pitchFamily="18" charset="-122"/>
              <a:ea typeface="Aa楷书拼音" panose="00020600040101010101" pitchFamily="18" charset="-122"/>
            </a:endParaRPr>
          </a:p>
          <a:p>
            <a:pPr lvl="0" algn="ctr">
              <a:buClr>
                <a:srgbClr val="2E2F30"/>
              </a:buClr>
              <a:buSzPts val="2800"/>
            </a:pPr>
            <a:r>
              <a:rPr lang="zh-CN" altLang="en-US" sz="54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你喜欢吃什么菜 ？</a:t>
            </a:r>
            <a:endParaRPr sz="54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24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811" name="Google Shape;811;p24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4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13" name="Google Shape;813;p24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814" name="Google Shape;814;p24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4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4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4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18" name="Google Shape;818;p24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19" name="Google Shape;819;p24"/>
          <p:cNvGrpSpPr/>
          <p:nvPr/>
        </p:nvGrpSpPr>
        <p:grpSpPr>
          <a:xfrm>
            <a:off x="1676400" y="1056371"/>
            <a:ext cx="13449300" cy="2010265"/>
            <a:chOff x="0" y="0"/>
            <a:chExt cx="9318553" cy="1154163"/>
          </a:xfrm>
        </p:grpSpPr>
        <p:sp>
          <p:nvSpPr>
            <p:cNvPr id="820" name="Google Shape;820;p24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4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4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4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24" name="Google Shape;824;p24"/>
          <p:cNvSpPr txBox="1"/>
          <p:nvPr/>
        </p:nvSpPr>
        <p:spPr>
          <a:xfrm>
            <a:off x="2267903" y="1570365"/>
            <a:ext cx="12057697" cy="12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齐 adj. qí  all served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25" name="Google Shape;825;p24"/>
          <p:cNvGrpSpPr/>
          <p:nvPr/>
        </p:nvGrpSpPr>
        <p:grpSpPr>
          <a:xfrm>
            <a:off x="1670436" y="1052071"/>
            <a:ext cx="13428768" cy="391132"/>
            <a:chOff x="0" y="0"/>
            <a:chExt cx="27809146" cy="4631804"/>
          </a:xfrm>
        </p:grpSpPr>
        <p:sp>
          <p:nvSpPr>
            <p:cNvPr id="826" name="Google Shape;826;p24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4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28" name="Google Shape;828;p24"/>
          <p:cNvGrpSpPr/>
          <p:nvPr/>
        </p:nvGrpSpPr>
        <p:grpSpPr>
          <a:xfrm>
            <a:off x="1895326" y="1171982"/>
            <a:ext cx="997090" cy="220246"/>
            <a:chOff x="0" y="0"/>
            <a:chExt cx="1137813" cy="265048"/>
          </a:xfrm>
        </p:grpSpPr>
        <p:grpSp>
          <p:nvGrpSpPr>
            <p:cNvPr id="829" name="Google Shape;829;p24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830" name="Google Shape;830;p2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1" name="Google Shape;831;p2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2" name="Google Shape;832;p24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833" name="Google Shape;833;p2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5" name="Google Shape;835;p24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836" name="Google Shape;836;p2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2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838" name="Google Shape;838;p24" descr="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07" y="3372594"/>
            <a:ext cx="5718677" cy="57186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839" name="Google Shape;839;p24"/>
          <p:cNvSpPr/>
          <p:nvPr/>
        </p:nvSpPr>
        <p:spPr>
          <a:xfrm>
            <a:off x="11037712" y="6155572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40" name="Google Shape;840;p2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31250" y="3900706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841" name="Google Shape;841;p24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763492" y="2955512"/>
            <a:ext cx="3452811" cy="3452811"/>
          </a:xfrm>
          <a:prstGeom prst="rect">
            <a:avLst/>
          </a:prstGeom>
          <a:noFill/>
          <a:ln>
            <a:noFill/>
          </a:ln>
        </p:spPr>
      </p:pic>
      <p:sp>
        <p:nvSpPr>
          <p:cNvPr id="842" name="Google Shape;842;p24"/>
          <p:cNvSpPr txBox="1"/>
          <p:nvPr/>
        </p:nvSpPr>
        <p:spPr>
          <a:xfrm>
            <a:off x="6750374" y="7012872"/>
            <a:ext cx="11275035" cy="278967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9218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 nǐmen   de   cài   shànɡ   qí  le.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服务员：你们 的   菜    上  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齐</a:t>
            </a: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了。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0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The food you ordered has all been served.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7" name="Google Shape;847;p25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848" name="Google Shape;848;p25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5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50" name="Google Shape;850;p25"/>
          <p:cNvGrpSpPr/>
          <p:nvPr/>
        </p:nvGrpSpPr>
        <p:grpSpPr>
          <a:xfrm>
            <a:off x="1371600" y="647700"/>
            <a:ext cx="8046518" cy="2010265"/>
            <a:chOff x="0" y="0"/>
            <a:chExt cx="9318553" cy="1154163"/>
          </a:xfrm>
        </p:grpSpPr>
        <p:sp>
          <p:nvSpPr>
            <p:cNvPr id="851" name="Google Shape;851;p25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25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25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25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55" name="Google Shape;855;p25"/>
          <p:cNvSpPr txBox="1"/>
          <p:nvPr/>
        </p:nvSpPr>
        <p:spPr>
          <a:xfrm>
            <a:off x="1623913" y="1216632"/>
            <a:ext cx="750038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钱 n. </a:t>
            </a:r>
            <a:r>
              <a:rPr lang="en-US" sz="7200" b="0" i="0" u="none" strike="noStrike" cap="none" dirty="0" err="1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qián</a:t>
            </a:r>
            <a:r>
              <a:rPr lang="en-US" sz="7200" b="0" i="0" u="none" strike="noStrike" cap="none" dirty="0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money</a:t>
            </a:r>
            <a:endParaRPr sz="6999" b="0" i="0" u="none" strike="noStrike" cap="none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56" name="Google Shape;856;p25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857" name="Google Shape;857;p25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25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25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25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1" name="Google Shape;861;p25"/>
          <p:cNvGrpSpPr/>
          <p:nvPr/>
        </p:nvGrpSpPr>
        <p:grpSpPr>
          <a:xfrm>
            <a:off x="1365636" y="643400"/>
            <a:ext cx="8005326" cy="573232"/>
            <a:chOff x="0" y="0"/>
            <a:chExt cx="27809146" cy="4631804"/>
          </a:xfrm>
        </p:grpSpPr>
        <p:sp>
          <p:nvSpPr>
            <p:cNvPr id="862" name="Google Shape;862;p25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25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64" name="Google Shape;864;p25"/>
          <p:cNvGrpSpPr/>
          <p:nvPr/>
        </p:nvGrpSpPr>
        <p:grpSpPr>
          <a:xfrm>
            <a:off x="1590526" y="763311"/>
            <a:ext cx="997090" cy="220246"/>
            <a:chOff x="0" y="0"/>
            <a:chExt cx="1137813" cy="265048"/>
          </a:xfrm>
        </p:grpSpPr>
        <p:grpSp>
          <p:nvGrpSpPr>
            <p:cNvPr id="865" name="Google Shape;865;p25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866" name="Google Shape;866;p2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7" name="Google Shape;867;p2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8" name="Google Shape;868;p25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869" name="Google Shape;869;p2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0" name="Google Shape;870;p2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71" name="Google Shape;871;p25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872" name="Google Shape;872;p2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3" name="Google Shape;873;p2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74" name="Google Shape;874;p25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5" name="Google Shape;875;p25" descr="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273553" y="3334870"/>
            <a:ext cx="6226400" cy="622617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" name="Google Shape;766;p22">
            <a:extLst>
              <a:ext uri="{FF2B5EF4-FFF2-40B4-BE49-F238E27FC236}">
                <a16:creationId xmlns:a16="http://schemas.microsoft.com/office/drawing/2014/main" id="{D724CCBB-F2A6-AC36-5D5C-965E81CF892F}"/>
              </a:ext>
            </a:extLst>
          </p:cNvPr>
          <p:cNvSpPr txBox="1"/>
          <p:nvPr/>
        </p:nvSpPr>
        <p:spPr>
          <a:xfrm>
            <a:off x="1139644" y="3631163"/>
            <a:ext cx="4234462" cy="1415772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buClr>
                <a:srgbClr val="2E2F30"/>
              </a:buClr>
              <a:buSzPts val="2800"/>
            </a:pP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méi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yǒu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qián</a:t>
            </a:r>
            <a:endParaRPr lang="en-US" sz="3200" dirty="0">
              <a:latin typeface="Aa楷书拼音" panose="00020600040101010101" pitchFamily="18" charset="-122"/>
              <a:ea typeface="Aa楷书拼音" panose="00020600040101010101" pitchFamily="18" charset="-122"/>
            </a:endParaRPr>
          </a:p>
          <a:p>
            <a:pPr lvl="0" algn="ctr">
              <a:buClr>
                <a:srgbClr val="2E2F30"/>
              </a:buClr>
              <a:buSzPts val="2800"/>
            </a:pPr>
            <a:r>
              <a:rPr lang="zh-CN" altLang="en-US" sz="6000" dirty="0">
                <a:latin typeface="+mn-ea"/>
                <a:ea typeface="+mn-ea"/>
              </a:rPr>
              <a:t>有钱</a:t>
            </a:r>
            <a:endParaRPr lang="en-US" sz="6000" dirty="0">
              <a:latin typeface="+mn-ea"/>
              <a:ea typeface="+mn-ea"/>
            </a:endParaRPr>
          </a:p>
        </p:txBody>
      </p:sp>
      <p:sp>
        <p:nvSpPr>
          <p:cNvPr id="3" name="Google Shape;766;p22">
            <a:extLst>
              <a:ext uri="{FF2B5EF4-FFF2-40B4-BE49-F238E27FC236}">
                <a16:creationId xmlns:a16="http://schemas.microsoft.com/office/drawing/2014/main" id="{F549E4DC-FDC4-DFB0-EC05-BE8B57F73D78}"/>
              </a:ext>
            </a:extLst>
          </p:cNvPr>
          <p:cNvSpPr txBox="1"/>
          <p:nvPr/>
        </p:nvSpPr>
        <p:spPr>
          <a:xfrm>
            <a:off x="1189457" y="5740071"/>
            <a:ext cx="4234462" cy="1415772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buClr>
                <a:srgbClr val="2E2F30"/>
              </a:buClr>
              <a:buSzPts val="2800"/>
            </a:pP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méi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yǒu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qián</a:t>
            </a:r>
            <a:endParaRPr lang="en-US" sz="3200" dirty="0">
              <a:latin typeface="Aa楷书拼音" panose="00020600040101010101" pitchFamily="18" charset="-122"/>
              <a:ea typeface="Aa楷书拼音" panose="00020600040101010101" pitchFamily="18" charset="-122"/>
            </a:endParaRPr>
          </a:p>
          <a:p>
            <a:pPr lvl="0" algn="ctr">
              <a:buClr>
                <a:srgbClr val="2E2F30"/>
              </a:buClr>
              <a:buSzPts val="2800"/>
            </a:pPr>
            <a:r>
              <a:rPr lang="zh-CN" altLang="en-US" sz="6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没有钱</a:t>
            </a:r>
            <a:endParaRPr sz="60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4" name="Google Shape;766;p22">
            <a:extLst>
              <a:ext uri="{FF2B5EF4-FFF2-40B4-BE49-F238E27FC236}">
                <a16:creationId xmlns:a16="http://schemas.microsoft.com/office/drawing/2014/main" id="{221EB865-ABDF-A2E4-8BAC-3FB66DCF2B91}"/>
              </a:ext>
            </a:extLst>
          </p:cNvPr>
          <p:cNvSpPr txBox="1"/>
          <p:nvPr/>
        </p:nvSpPr>
        <p:spPr>
          <a:xfrm>
            <a:off x="1382566" y="7962828"/>
            <a:ext cx="4234462" cy="1415772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buClr>
                <a:srgbClr val="2E2F30"/>
              </a:buClr>
              <a:buSzPts val="2800"/>
            </a:pP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nǐ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yǒu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 </a:t>
            </a:r>
            <a:r>
              <a:rPr lang="en-US" sz="3200" dirty="0" err="1">
                <a:latin typeface="Aa楷书拼音" panose="00020600040101010101" pitchFamily="18" charset="-122"/>
                <a:ea typeface="Aa楷书拼音" panose="00020600040101010101" pitchFamily="18" charset="-122"/>
              </a:rPr>
              <a:t>qián</a:t>
            </a:r>
            <a:r>
              <a:rPr lang="en-US" sz="3200" dirty="0">
                <a:latin typeface="Aa楷书拼音" panose="00020600040101010101" pitchFamily="18" charset="-122"/>
                <a:ea typeface="Aa楷书拼音" panose="00020600040101010101" pitchFamily="18" charset="-122"/>
              </a:rPr>
              <a:t> ma</a:t>
            </a:r>
          </a:p>
          <a:p>
            <a:pPr>
              <a:buClr>
                <a:srgbClr val="2E2F30"/>
              </a:buClr>
              <a:buSzPts val="2800"/>
            </a:pPr>
            <a:r>
              <a:rPr lang="zh-CN" altLang="en-US" sz="6000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你</a:t>
            </a:r>
            <a:r>
              <a:rPr lang="zh-CN" altLang="en-US" sz="6000" b="0" i="0" u="none" strike="noStrike" cap="none" dirty="0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有钱吗？</a:t>
            </a:r>
            <a:endParaRPr sz="6000" b="0" i="0" u="none" strike="noStrike" cap="none" dirty="0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0" name="Google Shape;880;p26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881" name="Google Shape;881;p26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2" name="Google Shape;882;p26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83" name="Google Shape;883;p26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884" name="Google Shape;884;p26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26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26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26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8" name="Google Shape;888;p26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9" name="Google Shape;889;p26"/>
          <p:cNvGrpSpPr/>
          <p:nvPr/>
        </p:nvGrpSpPr>
        <p:grpSpPr>
          <a:xfrm>
            <a:off x="580349" y="448645"/>
            <a:ext cx="13449300" cy="2010265"/>
            <a:chOff x="0" y="0"/>
            <a:chExt cx="9318553" cy="1154163"/>
          </a:xfrm>
        </p:grpSpPr>
        <p:sp>
          <p:nvSpPr>
            <p:cNvPr id="890" name="Google Shape;890;p26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26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26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26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4" name="Google Shape;894;p26"/>
          <p:cNvSpPr txBox="1"/>
          <p:nvPr/>
        </p:nvSpPr>
        <p:spPr>
          <a:xfrm>
            <a:off x="789839" y="962639"/>
            <a:ext cx="1434470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块 meas. kuài  a unit of RMB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5" name="Google Shape;895;p26"/>
          <p:cNvGrpSpPr/>
          <p:nvPr/>
        </p:nvGrpSpPr>
        <p:grpSpPr>
          <a:xfrm>
            <a:off x="574385" y="444345"/>
            <a:ext cx="13428768" cy="391132"/>
            <a:chOff x="0" y="0"/>
            <a:chExt cx="27809146" cy="4631804"/>
          </a:xfrm>
        </p:grpSpPr>
        <p:sp>
          <p:nvSpPr>
            <p:cNvPr id="896" name="Google Shape;896;p26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26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98" name="Google Shape;898;p26"/>
          <p:cNvGrpSpPr/>
          <p:nvPr/>
        </p:nvGrpSpPr>
        <p:grpSpPr>
          <a:xfrm>
            <a:off x="799275" y="564256"/>
            <a:ext cx="997090" cy="220246"/>
            <a:chOff x="0" y="0"/>
            <a:chExt cx="1137813" cy="265048"/>
          </a:xfrm>
        </p:grpSpPr>
        <p:grpSp>
          <p:nvGrpSpPr>
            <p:cNvPr id="899" name="Google Shape;899;p26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900" name="Google Shape;900;p2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2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2" name="Google Shape;902;p26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903" name="Google Shape;903;p2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4" name="Google Shape;904;p2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5" name="Google Shape;905;p26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906" name="Google Shape;906;p2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7" name="Google Shape;907;p2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908" name="Google Shape;908;p26" descr="A picture containing calend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2501" y="2882041"/>
            <a:ext cx="4711700" cy="477053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9" name="Google Shape;909;p26"/>
          <p:cNvGrpSpPr/>
          <p:nvPr/>
        </p:nvGrpSpPr>
        <p:grpSpPr>
          <a:xfrm>
            <a:off x="1981200" y="7805222"/>
            <a:ext cx="3581399" cy="2007821"/>
            <a:chOff x="0" y="0"/>
            <a:chExt cx="4528753" cy="4148748"/>
          </a:xfrm>
        </p:grpSpPr>
        <p:sp>
          <p:nvSpPr>
            <p:cNvPr id="910" name="Google Shape;910;p2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2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2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2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14" name="Google Shape;914;p26"/>
          <p:cNvSpPr txBox="1"/>
          <p:nvPr/>
        </p:nvSpPr>
        <p:spPr>
          <a:xfrm>
            <a:off x="2438400" y="7986998"/>
            <a:ext cx="2725421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Yí kuài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一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块</a:t>
            </a:r>
            <a:endParaRPr sz="54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915" name="Google Shape;915;p26"/>
          <p:cNvGrpSpPr/>
          <p:nvPr/>
        </p:nvGrpSpPr>
        <p:grpSpPr>
          <a:xfrm>
            <a:off x="13227437" y="7816327"/>
            <a:ext cx="3581399" cy="2007821"/>
            <a:chOff x="0" y="0"/>
            <a:chExt cx="4528753" cy="4148748"/>
          </a:xfrm>
        </p:grpSpPr>
        <p:sp>
          <p:nvSpPr>
            <p:cNvPr id="916" name="Google Shape;916;p2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2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2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2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0" name="Google Shape;920;p26"/>
          <p:cNvSpPr txBox="1"/>
          <p:nvPr/>
        </p:nvSpPr>
        <p:spPr>
          <a:xfrm>
            <a:off x="13608437" y="7998103"/>
            <a:ext cx="2742958" cy="18614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yuán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一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元</a:t>
            </a:r>
            <a:endParaRPr sz="54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921" name="Google Shape;921;p26" descr="Paus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11698159" y="8346769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2" name="Google Shape;922;p26" descr="Pause with solid fil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5400000">
            <a:off x="6096000" y="8343900"/>
            <a:ext cx="914400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3" name="Google Shape;923;p26"/>
          <p:cNvGrpSpPr/>
          <p:nvPr/>
        </p:nvGrpSpPr>
        <p:grpSpPr>
          <a:xfrm>
            <a:off x="7600599" y="7810500"/>
            <a:ext cx="3581399" cy="2007821"/>
            <a:chOff x="0" y="0"/>
            <a:chExt cx="4528753" cy="4148748"/>
          </a:xfrm>
        </p:grpSpPr>
        <p:sp>
          <p:nvSpPr>
            <p:cNvPr id="924" name="Google Shape;924;p2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2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2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2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8" name="Google Shape;928;p26"/>
          <p:cNvSpPr txBox="1"/>
          <p:nvPr/>
        </p:nvSpPr>
        <p:spPr>
          <a:xfrm>
            <a:off x="7981599" y="8039100"/>
            <a:ext cx="3218774" cy="1861407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Yí kuàiqián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一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块钱</a:t>
            </a:r>
            <a:endParaRPr sz="54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3" name="Google Shape;933;p27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934" name="Google Shape;934;p27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27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36" name="Google Shape;936;p27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937" name="Google Shape;937;p27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27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27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27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1" name="Google Shape;941;p27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2" name="Google Shape;942;p27"/>
          <p:cNvGrpSpPr/>
          <p:nvPr/>
        </p:nvGrpSpPr>
        <p:grpSpPr>
          <a:xfrm>
            <a:off x="580349" y="448645"/>
            <a:ext cx="13449300" cy="2010265"/>
            <a:chOff x="0" y="0"/>
            <a:chExt cx="9318553" cy="1154163"/>
          </a:xfrm>
        </p:grpSpPr>
        <p:sp>
          <p:nvSpPr>
            <p:cNvPr id="943" name="Google Shape;943;p27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27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7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27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47" name="Google Shape;947;p27"/>
          <p:cNvSpPr txBox="1"/>
          <p:nvPr/>
        </p:nvSpPr>
        <p:spPr>
          <a:xfrm>
            <a:off x="789839" y="962639"/>
            <a:ext cx="1434470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人民币 The Chinese currency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8" name="Google Shape;948;p27"/>
          <p:cNvGrpSpPr/>
          <p:nvPr/>
        </p:nvGrpSpPr>
        <p:grpSpPr>
          <a:xfrm>
            <a:off x="574385" y="444345"/>
            <a:ext cx="13428768" cy="391132"/>
            <a:chOff x="0" y="0"/>
            <a:chExt cx="27809146" cy="4631804"/>
          </a:xfrm>
        </p:grpSpPr>
        <p:sp>
          <p:nvSpPr>
            <p:cNvPr id="949" name="Google Shape;949;p27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7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51" name="Google Shape;951;p27"/>
          <p:cNvGrpSpPr/>
          <p:nvPr/>
        </p:nvGrpSpPr>
        <p:grpSpPr>
          <a:xfrm>
            <a:off x="799275" y="564256"/>
            <a:ext cx="997090" cy="220246"/>
            <a:chOff x="0" y="0"/>
            <a:chExt cx="1137813" cy="265048"/>
          </a:xfrm>
        </p:grpSpPr>
        <p:grpSp>
          <p:nvGrpSpPr>
            <p:cNvPr id="952" name="Google Shape;952;p27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953" name="Google Shape;953;p2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4" name="Google Shape;954;p2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5" name="Google Shape;955;p27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956" name="Google Shape;956;p2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7" name="Google Shape;957;p2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58" name="Google Shape;958;p27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959" name="Google Shape;959;p2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0" name="Google Shape;960;p2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961" name="Google Shape;961;p27" descr="A picture containing calend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b="48852"/>
          <a:stretch/>
        </p:blipFill>
        <p:spPr>
          <a:xfrm>
            <a:off x="3510459" y="5439229"/>
            <a:ext cx="3324598" cy="19448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2" name="Google Shape;962;p27"/>
          <p:cNvGrpSpPr/>
          <p:nvPr/>
        </p:nvGrpSpPr>
        <p:grpSpPr>
          <a:xfrm>
            <a:off x="1257037" y="2337888"/>
            <a:ext cx="15583160" cy="2881812"/>
            <a:chOff x="0" y="0"/>
            <a:chExt cx="4528753" cy="4148748"/>
          </a:xfrm>
        </p:grpSpPr>
        <p:sp>
          <p:nvSpPr>
            <p:cNvPr id="963" name="Google Shape;963;p2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2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2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2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7" name="Google Shape;967;p27"/>
          <p:cNvSpPr txBox="1"/>
          <p:nvPr/>
        </p:nvSpPr>
        <p:spPr>
          <a:xfrm>
            <a:off x="1600200" y="2578206"/>
            <a:ext cx="15255583" cy="2788456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SimSun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人民币有三个单位：元（块）、角（毛）和 分。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137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SimSun"/>
              <a:buNone/>
            </a:pPr>
            <a:r>
              <a:rPr lang="en-US" sz="4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There are three units of Chinese currency (RMB): 元（块）、角（毛）和 分。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68" name="Google Shape;968;p27"/>
          <p:cNvGrpSpPr/>
          <p:nvPr/>
        </p:nvGrpSpPr>
        <p:grpSpPr>
          <a:xfrm>
            <a:off x="2514600" y="8109174"/>
            <a:ext cx="3428999" cy="1834926"/>
            <a:chOff x="0" y="0"/>
            <a:chExt cx="4528753" cy="4148748"/>
          </a:xfrm>
        </p:grpSpPr>
        <p:sp>
          <p:nvSpPr>
            <p:cNvPr id="969" name="Google Shape;969;p2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2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2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2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3" name="Google Shape;973;p27"/>
          <p:cNvSpPr txBox="1"/>
          <p:nvPr/>
        </p:nvSpPr>
        <p:spPr>
          <a:xfrm>
            <a:off x="2841172" y="8222857"/>
            <a:ext cx="2697488" cy="164373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yuán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元（块）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974" name="Google Shape;974;p27"/>
          <p:cNvGrpSpPr/>
          <p:nvPr/>
        </p:nvGrpSpPr>
        <p:grpSpPr>
          <a:xfrm>
            <a:off x="7924800" y="8137750"/>
            <a:ext cx="3161461" cy="1778873"/>
            <a:chOff x="0" y="0"/>
            <a:chExt cx="4528753" cy="4148748"/>
          </a:xfrm>
        </p:grpSpPr>
        <p:sp>
          <p:nvSpPr>
            <p:cNvPr id="975" name="Google Shape;975;p2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6" name="Google Shape;976;p2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2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2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9" name="Google Shape;979;p27"/>
          <p:cNvSpPr txBox="1"/>
          <p:nvPr/>
        </p:nvSpPr>
        <p:spPr>
          <a:xfrm>
            <a:off x="7862434" y="8215688"/>
            <a:ext cx="2880090" cy="162506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jiǎo    (máo)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角（毛）</a:t>
            </a:r>
            <a:endParaRPr sz="4800" b="0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980" name="Google Shape;980;p27" descr="A picture containing text, coi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963738" y="5936598"/>
            <a:ext cx="3528170" cy="1757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1" name="Google Shape;981;p27" descr="A coin on a table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790033" y="5807901"/>
            <a:ext cx="3324598" cy="221196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2" name="Google Shape;982;p27"/>
          <p:cNvGrpSpPr/>
          <p:nvPr/>
        </p:nvGrpSpPr>
        <p:grpSpPr>
          <a:xfrm>
            <a:off x="12895095" y="8066623"/>
            <a:ext cx="3161461" cy="1778873"/>
            <a:chOff x="0" y="0"/>
            <a:chExt cx="4528753" cy="4148748"/>
          </a:xfrm>
        </p:grpSpPr>
        <p:sp>
          <p:nvSpPr>
            <p:cNvPr id="983" name="Google Shape;983;p2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4" name="Google Shape;984;p2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5" name="Google Shape;985;p2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6" name="Google Shape;986;p2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87" name="Google Shape;987;p27"/>
          <p:cNvSpPr txBox="1"/>
          <p:nvPr/>
        </p:nvSpPr>
        <p:spPr>
          <a:xfrm>
            <a:off x="12518452" y="8144561"/>
            <a:ext cx="3194367" cy="186140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fēn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分</a:t>
            </a:r>
            <a:endParaRPr sz="5400" b="0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988" name="Google Shape;988;p27" descr="A picture containing text, coin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30054" y="6056373"/>
            <a:ext cx="3123159" cy="1859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3" name="Google Shape;993;p28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994" name="Google Shape;994;p28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5" name="Google Shape;995;p28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" name="Google Shape;996;p28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997" name="Google Shape;997;p28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8" name="Google Shape;998;p28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28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1" name="Google Shape;1001;p28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02" name="Google Shape;1002;p28"/>
          <p:cNvGrpSpPr/>
          <p:nvPr/>
        </p:nvGrpSpPr>
        <p:grpSpPr>
          <a:xfrm>
            <a:off x="1676400" y="7505700"/>
            <a:ext cx="3900261" cy="1834926"/>
            <a:chOff x="0" y="0"/>
            <a:chExt cx="4528753" cy="4148748"/>
          </a:xfrm>
        </p:grpSpPr>
        <p:sp>
          <p:nvSpPr>
            <p:cNvPr id="1003" name="Google Shape;1003;p28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28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5" name="Google Shape;1005;p28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6" name="Google Shape;1006;p28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07" name="Google Shape;1007;p28"/>
          <p:cNvSpPr txBox="1"/>
          <p:nvPr/>
        </p:nvSpPr>
        <p:spPr>
          <a:xfrm>
            <a:off x="1957262" y="7619383"/>
            <a:ext cx="3214459" cy="162506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yuán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1元（块）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008" name="Google Shape;1008;p28"/>
          <p:cNvGrpSpPr/>
          <p:nvPr/>
        </p:nvGrpSpPr>
        <p:grpSpPr>
          <a:xfrm>
            <a:off x="7282907" y="7505700"/>
            <a:ext cx="3842292" cy="1778873"/>
            <a:chOff x="0" y="0"/>
            <a:chExt cx="4528753" cy="4148748"/>
          </a:xfrm>
        </p:grpSpPr>
        <p:sp>
          <p:nvSpPr>
            <p:cNvPr id="1009" name="Google Shape;1009;p28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0" name="Google Shape;1010;p28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1" name="Google Shape;1011;p28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3" name="Google Shape;1013;p28"/>
          <p:cNvSpPr txBox="1"/>
          <p:nvPr/>
        </p:nvSpPr>
        <p:spPr>
          <a:xfrm>
            <a:off x="7367349" y="7583638"/>
            <a:ext cx="3414113" cy="162506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wǔ  yuán 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5 元（块）</a:t>
            </a:r>
            <a:endParaRPr sz="4800" b="0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014" name="Google Shape;1014;p28"/>
          <p:cNvGrpSpPr/>
          <p:nvPr/>
        </p:nvGrpSpPr>
        <p:grpSpPr>
          <a:xfrm>
            <a:off x="12528157" y="7501622"/>
            <a:ext cx="4159642" cy="1778873"/>
            <a:chOff x="0" y="0"/>
            <a:chExt cx="4528753" cy="4148748"/>
          </a:xfrm>
        </p:grpSpPr>
        <p:sp>
          <p:nvSpPr>
            <p:cNvPr id="1015" name="Google Shape;1015;p28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28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28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28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9" name="Google Shape;1019;p28"/>
          <p:cNvSpPr txBox="1"/>
          <p:nvPr/>
        </p:nvSpPr>
        <p:spPr>
          <a:xfrm>
            <a:off x="12500051" y="7617569"/>
            <a:ext cx="3914106" cy="162506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shí  yuán 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10 元（块）</a:t>
            </a:r>
            <a:endParaRPr sz="4800" b="0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020" name="Google Shape;1020;p28" descr="A picture containing calend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447800" y="2576836"/>
            <a:ext cx="4035516" cy="4238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1" name="Google Shape;1021;p28" descr="Text, map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045514" y="2586862"/>
            <a:ext cx="4271900" cy="4228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2" name="Google Shape;1022;p28" descr="Text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455714" y="2580958"/>
            <a:ext cx="4271900" cy="4238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oogle Shape;1027;p29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028" name="Google Shape;1028;p29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9" name="Google Shape;1029;p29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0" name="Google Shape;1030;p29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031" name="Google Shape;1031;p29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29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29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29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5" name="Google Shape;1035;p29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36" name="Google Shape;1036;p29"/>
          <p:cNvGrpSpPr/>
          <p:nvPr/>
        </p:nvGrpSpPr>
        <p:grpSpPr>
          <a:xfrm>
            <a:off x="1534515" y="7281178"/>
            <a:ext cx="4278327" cy="1834926"/>
            <a:chOff x="0" y="0"/>
            <a:chExt cx="4528753" cy="4148748"/>
          </a:xfrm>
        </p:grpSpPr>
        <p:sp>
          <p:nvSpPr>
            <p:cNvPr id="1037" name="Google Shape;1037;p29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8" name="Google Shape;1038;p29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9" name="Google Shape;1039;p29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0" name="Google Shape;1040;p29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1" name="Google Shape;1041;p29"/>
          <p:cNvSpPr txBox="1"/>
          <p:nvPr/>
        </p:nvSpPr>
        <p:spPr>
          <a:xfrm>
            <a:off x="1676400" y="7394861"/>
            <a:ext cx="3895230" cy="162506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èr shí  yuán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20  元（块）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042" name="Google Shape;1042;p29"/>
          <p:cNvGrpSpPr/>
          <p:nvPr/>
        </p:nvGrpSpPr>
        <p:grpSpPr>
          <a:xfrm>
            <a:off x="6934200" y="7281178"/>
            <a:ext cx="4681942" cy="1778873"/>
            <a:chOff x="0" y="0"/>
            <a:chExt cx="4528753" cy="4148748"/>
          </a:xfrm>
        </p:grpSpPr>
        <p:sp>
          <p:nvSpPr>
            <p:cNvPr id="1043" name="Google Shape;1043;p29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4" name="Google Shape;1044;p29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29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29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7" name="Google Shape;1047;p29"/>
          <p:cNvSpPr txBox="1"/>
          <p:nvPr/>
        </p:nvSpPr>
        <p:spPr>
          <a:xfrm>
            <a:off x="7283428" y="7359116"/>
            <a:ext cx="3956296" cy="162506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wǔ shí  yuán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50  元（块）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048" name="Google Shape;1048;p29"/>
          <p:cNvGrpSpPr/>
          <p:nvPr/>
        </p:nvGrpSpPr>
        <p:grpSpPr>
          <a:xfrm>
            <a:off x="12469609" y="7277100"/>
            <a:ext cx="4635836" cy="1778873"/>
            <a:chOff x="0" y="0"/>
            <a:chExt cx="4528753" cy="4148748"/>
          </a:xfrm>
        </p:grpSpPr>
        <p:sp>
          <p:nvSpPr>
            <p:cNvPr id="1049" name="Google Shape;1049;p29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29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29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29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3" name="Google Shape;1053;p29"/>
          <p:cNvSpPr txBox="1"/>
          <p:nvPr/>
        </p:nvSpPr>
        <p:spPr>
          <a:xfrm>
            <a:off x="12617428" y="7393047"/>
            <a:ext cx="4259419" cy="162506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bǎi    yuán 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1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100  元（块）</a:t>
            </a:r>
            <a:endParaRPr sz="4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054" name="Google Shape;1054;p29" descr="Text, calenda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6991"/>
          <a:stretch/>
        </p:blipFill>
        <p:spPr>
          <a:xfrm>
            <a:off x="1392343" y="2921874"/>
            <a:ext cx="4722823" cy="3561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5" name="Google Shape;1055;p29" descr="Calendar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63342" y="2887435"/>
            <a:ext cx="4561316" cy="36305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6" name="Google Shape;1056;p29" descr="Calendar&#10;&#10;Description automatically generated with medium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482609" y="2729784"/>
            <a:ext cx="4344876" cy="3794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1" name="Google Shape;1061;p3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062" name="Google Shape;1062;p3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3" name="Google Shape;1063;p3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4" name="Google Shape;1064;p30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065" name="Google Shape;1065;p30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6" name="Google Shape;1066;p30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7" name="Google Shape;1067;p30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8" name="Google Shape;1068;p30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9" name="Google Shape;1069;p30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070" name="Google Shape;1070;p30"/>
          <p:cNvGrpSpPr/>
          <p:nvPr/>
        </p:nvGrpSpPr>
        <p:grpSpPr>
          <a:xfrm>
            <a:off x="2049819" y="7204978"/>
            <a:ext cx="3763023" cy="1834926"/>
            <a:chOff x="0" y="0"/>
            <a:chExt cx="4528753" cy="4148748"/>
          </a:xfrm>
        </p:grpSpPr>
        <p:sp>
          <p:nvSpPr>
            <p:cNvPr id="1071" name="Google Shape;1071;p30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2" name="Google Shape;1072;p30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3" name="Google Shape;1073;p30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4" name="Google Shape;1074;p30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5" name="Google Shape;1075;p30"/>
          <p:cNvSpPr txBox="1"/>
          <p:nvPr/>
        </p:nvSpPr>
        <p:spPr>
          <a:xfrm>
            <a:off x="2430608" y="7318661"/>
            <a:ext cx="3055792" cy="162506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yuán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1元（块）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076" name="Google Shape;1076;p30"/>
          <p:cNvGrpSpPr/>
          <p:nvPr/>
        </p:nvGrpSpPr>
        <p:grpSpPr>
          <a:xfrm>
            <a:off x="8001000" y="7204978"/>
            <a:ext cx="3421418" cy="1778873"/>
            <a:chOff x="0" y="0"/>
            <a:chExt cx="4528753" cy="4148748"/>
          </a:xfrm>
        </p:grpSpPr>
        <p:sp>
          <p:nvSpPr>
            <p:cNvPr id="1077" name="Google Shape;1077;p30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30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30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30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1" name="Google Shape;1081;p30"/>
          <p:cNvSpPr txBox="1"/>
          <p:nvPr/>
        </p:nvSpPr>
        <p:spPr>
          <a:xfrm>
            <a:off x="8304325" y="7282916"/>
            <a:ext cx="2820016" cy="162506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wǔ jiǎo    (máo)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5角（毛）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082" name="Google Shape;1082;p30"/>
          <p:cNvGrpSpPr/>
          <p:nvPr/>
        </p:nvGrpSpPr>
        <p:grpSpPr>
          <a:xfrm>
            <a:off x="12954000" y="7200900"/>
            <a:ext cx="3581399" cy="1778873"/>
            <a:chOff x="0" y="0"/>
            <a:chExt cx="4528753" cy="4148748"/>
          </a:xfrm>
        </p:grpSpPr>
        <p:sp>
          <p:nvSpPr>
            <p:cNvPr id="1083" name="Google Shape;1083;p30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30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30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30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87" name="Google Shape;1087;p30"/>
          <p:cNvSpPr txBox="1"/>
          <p:nvPr/>
        </p:nvSpPr>
        <p:spPr>
          <a:xfrm>
            <a:off x="13182600" y="7277100"/>
            <a:ext cx="3055581" cy="162506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jiǎo  (máo)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1角（毛）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088" name="Google Shape;1088;p30" descr="A picture containing text, coi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0200" y="3240825"/>
            <a:ext cx="4953000" cy="26275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9" name="Google Shape;1089;p30" descr="A picture containing text, coin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587980" y="3453063"/>
            <a:ext cx="4146822" cy="24013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0" name="Google Shape;1090;p30" descr="A pair of silver coins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629770" y="3467102"/>
            <a:ext cx="4146822" cy="24013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5" name="Google Shape;1095;p31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096" name="Google Shape;1096;p31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31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98" name="Google Shape;1098;p31"/>
          <p:cNvGrpSpPr/>
          <p:nvPr/>
        </p:nvGrpSpPr>
        <p:grpSpPr>
          <a:xfrm>
            <a:off x="928352" y="1453447"/>
            <a:ext cx="16140448" cy="2010265"/>
            <a:chOff x="0" y="0"/>
            <a:chExt cx="9318553" cy="1154163"/>
          </a:xfrm>
        </p:grpSpPr>
        <p:sp>
          <p:nvSpPr>
            <p:cNvPr id="1099" name="Google Shape;1099;p31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31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31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31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3" name="Google Shape;1103;p31"/>
          <p:cNvSpPr txBox="1"/>
          <p:nvPr/>
        </p:nvSpPr>
        <p:spPr>
          <a:xfrm>
            <a:off x="1060971" y="2068885"/>
            <a:ext cx="16007829" cy="12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SimSun"/>
              <a:buNone/>
            </a:pP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人民币的读法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to read Chinese currency.</a:t>
            </a:r>
            <a:endParaRPr sz="6999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04" name="Google Shape;1104;p31"/>
          <p:cNvGrpSpPr/>
          <p:nvPr/>
        </p:nvGrpSpPr>
        <p:grpSpPr>
          <a:xfrm>
            <a:off x="922388" y="1449146"/>
            <a:ext cx="16007828" cy="546333"/>
            <a:chOff x="0" y="0"/>
            <a:chExt cx="27809146" cy="4631804"/>
          </a:xfrm>
        </p:grpSpPr>
        <p:sp>
          <p:nvSpPr>
            <p:cNvPr id="1105" name="Google Shape;1105;p31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31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7" name="Google Shape;1107;p31"/>
          <p:cNvGrpSpPr/>
          <p:nvPr/>
        </p:nvGrpSpPr>
        <p:grpSpPr>
          <a:xfrm>
            <a:off x="1147278" y="1569058"/>
            <a:ext cx="997090" cy="220246"/>
            <a:chOff x="0" y="0"/>
            <a:chExt cx="1137813" cy="265048"/>
          </a:xfrm>
        </p:grpSpPr>
        <p:grpSp>
          <p:nvGrpSpPr>
            <p:cNvPr id="1108" name="Google Shape;1108;p31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109" name="Google Shape;1109;p3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3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1" name="Google Shape;1111;p31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112" name="Google Shape;1112;p3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3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14" name="Google Shape;1114;p31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115" name="Google Shape;1115;p3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3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117" name="Google Shape;1117;p31"/>
          <p:cNvGrpSpPr/>
          <p:nvPr/>
        </p:nvGrpSpPr>
        <p:grpSpPr>
          <a:xfrm>
            <a:off x="4390376" y="4343222"/>
            <a:ext cx="3763023" cy="1834926"/>
            <a:chOff x="0" y="0"/>
            <a:chExt cx="4528753" cy="4148748"/>
          </a:xfrm>
        </p:grpSpPr>
        <p:sp>
          <p:nvSpPr>
            <p:cNvPr id="1118" name="Google Shape;1118;p31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31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31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31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2" name="Google Shape;1122;p31"/>
          <p:cNvSpPr txBox="1"/>
          <p:nvPr/>
        </p:nvSpPr>
        <p:spPr>
          <a:xfrm>
            <a:off x="4771165" y="4456905"/>
            <a:ext cx="3055792" cy="162506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yuán (kuài)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1元（块）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123" name="Google Shape;1123;p31"/>
          <p:cNvGrpSpPr/>
          <p:nvPr/>
        </p:nvGrpSpPr>
        <p:grpSpPr>
          <a:xfrm>
            <a:off x="10972800" y="4343222"/>
            <a:ext cx="3912528" cy="1778873"/>
            <a:chOff x="0" y="0"/>
            <a:chExt cx="4528753" cy="4148748"/>
          </a:xfrm>
        </p:grpSpPr>
        <p:sp>
          <p:nvSpPr>
            <p:cNvPr id="1124" name="Google Shape;1124;p31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31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31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31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28" name="Google Shape;1128;p31"/>
          <p:cNvSpPr txBox="1"/>
          <p:nvPr/>
        </p:nvSpPr>
        <p:spPr>
          <a:xfrm>
            <a:off x="11276124" y="4421160"/>
            <a:ext cx="3232569" cy="1625060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shí jiǎo    (máo)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10角（毛）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129" name="Google Shape;1129;p31"/>
          <p:cNvGrpSpPr/>
          <p:nvPr/>
        </p:nvGrpSpPr>
        <p:grpSpPr>
          <a:xfrm>
            <a:off x="4470587" y="7011228"/>
            <a:ext cx="3581399" cy="1778873"/>
            <a:chOff x="0" y="0"/>
            <a:chExt cx="4528753" cy="4148748"/>
          </a:xfrm>
        </p:grpSpPr>
        <p:sp>
          <p:nvSpPr>
            <p:cNvPr id="1130" name="Google Shape;1130;p31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31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31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31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4" name="Google Shape;1134;p31"/>
          <p:cNvSpPr txBox="1"/>
          <p:nvPr/>
        </p:nvSpPr>
        <p:spPr>
          <a:xfrm>
            <a:off x="4699187" y="7087428"/>
            <a:ext cx="3055581" cy="162506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 </a:t>
            </a:r>
            <a:r>
              <a:rPr lang="en-US" sz="2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jiǎo</a:t>
            </a:r>
            <a:r>
              <a:rPr lang="en-US" sz="2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(máo)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48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1角（毛）</a:t>
            </a:r>
            <a:endParaRPr sz="48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135" name="Google Shape;1135;p31" descr="Pause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9076917" y="4904419"/>
            <a:ext cx="914400" cy="9144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6" name="Google Shape;1136;p31"/>
          <p:cNvGrpSpPr/>
          <p:nvPr/>
        </p:nvGrpSpPr>
        <p:grpSpPr>
          <a:xfrm>
            <a:off x="11041923" y="7022227"/>
            <a:ext cx="3581399" cy="1778873"/>
            <a:chOff x="0" y="0"/>
            <a:chExt cx="4528753" cy="4148748"/>
          </a:xfrm>
        </p:grpSpPr>
        <p:sp>
          <p:nvSpPr>
            <p:cNvPr id="1137" name="Google Shape;1137;p31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31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31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31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1" name="Google Shape;1141;p31"/>
          <p:cNvSpPr txBox="1"/>
          <p:nvPr/>
        </p:nvSpPr>
        <p:spPr>
          <a:xfrm>
            <a:off x="11270523" y="7098427"/>
            <a:ext cx="3055581" cy="1564531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shí fēn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10分</a:t>
            </a:r>
            <a:endParaRPr sz="54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142" name="Google Shape;1142;p31" descr="Pause with solid fil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5400000">
            <a:off x="9144000" y="7468946"/>
            <a:ext cx="914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7" name="Google Shape;1147;p32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148" name="Google Shape;1148;p32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32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150" name="Google Shape;1150;p32"/>
          <p:cNvGraphicFramePr/>
          <p:nvPr/>
        </p:nvGraphicFramePr>
        <p:xfrm>
          <a:off x="1824317" y="277424"/>
          <a:ext cx="14617300" cy="8625825"/>
        </p:xfrm>
        <a:graphic>
          <a:graphicData uri="http://schemas.openxmlformats.org/drawingml/2006/table">
            <a:tbl>
              <a:tblPr>
                <a:noFill/>
                <a:tableStyleId>{96F2FB46-D5D2-4FA2-B1D0-B49998A0B9BE}</a:tableStyleId>
              </a:tblPr>
              <a:tblGrid>
                <a:gridCol w="25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6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91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0.20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两毛</a:t>
                      </a:r>
                      <a:r>
                        <a:rPr lang="en-US" sz="36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/ 两角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liǎnɡ máo/ liǎnɡ jiǎo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2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2.20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两块二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liǎnɡ kuài’èr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2.22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两块二毛二（分）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liǎnɡ kuài’èr máo’èr（fēn）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1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5.00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五块</a:t>
                      </a:r>
                      <a:r>
                        <a:rPr lang="en-US" sz="36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/ 五元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wǔ kuài/ wǔ yuán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2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5.15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五块一毛五（分）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wǔ kuài yī máo wǔ（fēn）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2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20.10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二十块一（毛）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è</a:t>
                      </a: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r shí kuài yī（máo）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92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100.05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一百块零五分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yìbǎi kuài línɡwǔ（fēn）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45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105.00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 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一百零五块 </a:t>
                      </a:r>
                      <a:r>
                        <a:rPr lang="en-US" sz="36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/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一百零五元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yìbǎi línɡ wǔ kuài/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yìbǎi línɡ wǔ yuán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454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115.20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一百一十五块二</a:t>
                      </a:r>
                      <a:r>
                        <a:rPr lang="en-US" sz="36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/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一百一十五块两毛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yìbǎi yīshíwǔ kuài’èr/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1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yìbǎi yīshíwǔ kuài liǎnɡ máo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D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691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1,000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一千块</a:t>
                      </a:r>
                      <a:r>
                        <a:rPr lang="en-US" sz="36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/一千元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yìqiān kuài/ yìqiān yuán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2525" marR="62525" marT="0" marB="0">
                    <a:lnL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D4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5" name="Google Shape;1155;p33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156" name="Google Shape;1156;p33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33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58" name="Google Shape;1158;p33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159" name="Google Shape;1159;p33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33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33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33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3" name="Google Shape;1163;p33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4" name="Google Shape;1164;p33"/>
          <p:cNvGrpSpPr/>
          <p:nvPr/>
        </p:nvGrpSpPr>
        <p:grpSpPr>
          <a:xfrm>
            <a:off x="1066800" y="423400"/>
            <a:ext cx="9829800" cy="2010265"/>
            <a:chOff x="0" y="0"/>
            <a:chExt cx="9318553" cy="1154163"/>
          </a:xfrm>
        </p:grpSpPr>
        <p:sp>
          <p:nvSpPr>
            <p:cNvPr id="1165" name="Google Shape;1165;p33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33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33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3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69" name="Google Shape;1169;p33"/>
          <p:cNvSpPr txBox="1"/>
          <p:nvPr/>
        </p:nvSpPr>
        <p:spPr>
          <a:xfrm>
            <a:off x="1658303" y="937394"/>
            <a:ext cx="900969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给 v. ɡěi   to give 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70" name="Google Shape;1170;p33"/>
          <p:cNvGrpSpPr/>
          <p:nvPr/>
        </p:nvGrpSpPr>
        <p:grpSpPr>
          <a:xfrm>
            <a:off x="1060836" y="419100"/>
            <a:ext cx="9822368" cy="518294"/>
            <a:chOff x="0" y="0"/>
            <a:chExt cx="27809146" cy="4631804"/>
          </a:xfrm>
        </p:grpSpPr>
        <p:sp>
          <p:nvSpPr>
            <p:cNvPr id="1171" name="Google Shape;1171;p33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33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3" name="Google Shape;1173;p33"/>
          <p:cNvGrpSpPr/>
          <p:nvPr/>
        </p:nvGrpSpPr>
        <p:grpSpPr>
          <a:xfrm>
            <a:off x="1285726" y="539011"/>
            <a:ext cx="997090" cy="220246"/>
            <a:chOff x="0" y="0"/>
            <a:chExt cx="1137813" cy="265048"/>
          </a:xfrm>
        </p:grpSpPr>
        <p:grpSp>
          <p:nvGrpSpPr>
            <p:cNvPr id="1174" name="Google Shape;1174;p33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175" name="Google Shape;1175;p3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3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77" name="Google Shape;1177;p33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178" name="Google Shape;1178;p3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3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0" name="Google Shape;1180;p33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181" name="Google Shape;1181;p3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2" name="Google Shape;1182;p3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183" name="Google Shape;1183;p33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01343" y="3135547"/>
            <a:ext cx="4672012" cy="4672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184" name="Google Shape;1184;p33"/>
          <p:cNvGrpSpPr/>
          <p:nvPr/>
        </p:nvGrpSpPr>
        <p:grpSpPr>
          <a:xfrm>
            <a:off x="3856503" y="8074487"/>
            <a:ext cx="3458696" cy="1834926"/>
            <a:chOff x="0" y="0"/>
            <a:chExt cx="4528753" cy="4148748"/>
          </a:xfrm>
        </p:grpSpPr>
        <p:sp>
          <p:nvSpPr>
            <p:cNvPr id="1185" name="Google Shape;1185;p33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33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33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33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89" name="Google Shape;1189;p33"/>
          <p:cNvSpPr txBox="1"/>
          <p:nvPr/>
        </p:nvSpPr>
        <p:spPr>
          <a:xfrm>
            <a:off x="4150750" y="8188170"/>
            <a:ext cx="2809058" cy="156453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ɡěi   nǐ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给</a:t>
            </a: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你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1190" name="Google Shape;1190;p33" descr="Logo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193753" y="3172017"/>
            <a:ext cx="4635542" cy="463554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191" name="Google Shape;1191;p33"/>
          <p:cNvGrpSpPr/>
          <p:nvPr/>
        </p:nvGrpSpPr>
        <p:grpSpPr>
          <a:xfrm>
            <a:off x="11033945" y="8186491"/>
            <a:ext cx="3458696" cy="1834926"/>
            <a:chOff x="0" y="0"/>
            <a:chExt cx="4528753" cy="4148748"/>
          </a:xfrm>
        </p:grpSpPr>
        <p:sp>
          <p:nvSpPr>
            <p:cNvPr id="1192" name="Google Shape;1192;p33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33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33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33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6" name="Google Shape;1196;p33"/>
          <p:cNvSpPr txBox="1"/>
          <p:nvPr/>
        </p:nvSpPr>
        <p:spPr>
          <a:xfrm>
            <a:off x="11328192" y="8300174"/>
            <a:ext cx="2809058" cy="1564531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ɡěi   nǐ  qián</a:t>
            </a:r>
            <a:endParaRPr sz="2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00"/>
              <a:buFont typeface="SimSun"/>
              <a:buNone/>
            </a:pP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给</a:t>
            </a: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你 钱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1" name="Google Shape;1201;p34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202" name="Google Shape;1202;p34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3" name="Google Shape;1203;p34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04" name="Google Shape;1204;p34"/>
          <p:cNvGrpSpPr/>
          <p:nvPr/>
        </p:nvGrpSpPr>
        <p:grpSpPr>
          <a:xfrm>
            <a:off x="1524000" y="1044051"/>
            <a:ext cx="15455788" cy="2010265"/>
            <a:chOff x="0" y="0"/>
            <a:chExt cx="9318553" cy="1154163"/>
          </a:xfrm>
        </p:grpSpPr>
        <p:sp>
          <p:nvSpPr>
            <p:cNvPr id="1205" name="Google Shape;1205;p34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6" name="Google Shape;1206;p34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p34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p34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09" name="Google Shape;1209;p34"/>
          <p:cNvSpPr txBox="1"/>
          <p:nvPr/>
        </p:nvSpPr>
        <p:spPr>
          <a:xfrm>
            <a:off x="2073381" y="1562345"/>
            <a:ext cx="14906407" cy="129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找 v. zhǎo give back the change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0" name="Google Shape;1210;p34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211" name="Google Shape;1211;p34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2" name="Google Shape;1212;p34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3" name="Google Shape;1213;p34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4" name="Google Shape;1214;p34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5" name="Google Shape;1215;p34"/>
          <p:cNvGrpSpPr/>
          <p:nvPr/>
        </p:nvGrpSpPr>
        <p:grpSpPr>
          <a:xfrm>
            <a:off x="1524000" y="1044050"/>
            <a:ext cx="14690619" cy="518295"/>
            <a:chOff x="0" y="0"/>
            <a:chExt cx="27809146" cy="4631804"/>
          </a:xfrm>
        </p:grpSpPr>
        <p:sp>
          <p:nvSpPr>
            <p:cNvPr id="1216" name="Google Shape;1216;p34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7" name="Google Shape;1217;p34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18" name="Google Shape;1218;p34"/>
          <p:cNvGrpSpPr/>
          <p:nvPr/>
        </p:nvGrpSpPr>
        <p:grpSpPr>
          <a:xfrm>
            <a:off x="1804378" y="1163962"/>
            <a:ext cx="997090" cy="220246"/>
            <a:chOff x="0" y="0"/>
            <a:chExt cx="1137813" cy="265048"/>
          </a:xfrm>
        </p:grpSpPr>
        <p:grpSp>
          <p:nvGrpSpPr>
            <p:cNvPr id="1219" name="Google Shape;1219;p34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220" name="Google Shape;1220;p3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1" name="Google Shape;1221;p3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2" name="Google Shape;1222;p34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223" name="Google Shape;1223;p3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4" name="Google Shape;1224;p3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25" name="Google Shape;1225;p34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226" name="Google Shape;1226;p3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7" name="Google Shape;1227;p3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228" name="Google Shape;1228;p34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9" name="Google Shape;1229;p34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33540" y="3507334"/>
            <a:ext cx="6424612" cy="64246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230" name="Google Shape;1230;p34"/>
          <p:cNvGrpSpPr/>
          <p:nvPr/>
        </p:nvGrpSpPr>
        <p:grpSpPr>
          <a:xfrm>
            <a:off x="9144000" y="5600700"/>
            <a:ext cx="5864255" cy="1778873"/>
            <a:chOff x="0" y="0"/>
            <a:chExt cx="4528753" cy="4148748"/>
          </a:xfrm>
        </p:grpSpPr>
        <p:sp>
          <p:nvSpPr>
            <p:cNvPr id="1231" name="Google Shape;1231;p34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2" name="Google Shape;1232;p34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3" name="Google Shape;1233;p34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4" name="Google Shape;1234;p34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35" name="Google Shape;1235;p34"/>
          <p:cNvSpPr txBox="1"/>
          <p:nvPr/>
        </p:nvSpPr>
        <p:spPr>
          <a:xfrm>
            <a:off x="9444377" y="5676900"/>
            <a:ext cx="5109823" cy="1861407"/>
          </a:xfrm>
          <a:prstGeom prst="rect">
            <a:avLst/>
          </a:prstGeom>
          <a:solidFill>
            <a:srgbClr val="DAE5F1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Zhǎo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nǐ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sānshí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 </a:t>
            </a:r>
            <a:r>
              <a:rPr lang="en-US" sz="2800" b="0" i="0" u="none" strike="noStrike" cap="none" dirty="0" err="1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yuán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Arial"/>
              <a:buNone/>
            </a:pPr>
            <a:r>
              <a:rPr lang="en-US" sz="54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找</a:t>
            </a:r>
            <a:r>
              <a:rPr lang="en-US" sz="5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你 </a:t>
            </a:r>
            <a:r>
              <a:rPr lang="en-US" sz="5400" b="1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三十元</a:t>
            </a:r>
            <a:r>
              <a:rPr lang="en-US" sz="5400" b="1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5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40" name="Google Shape;1240;p35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241" name="Google Shape;1241;p35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5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3" name="Google Shape;1243;p35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244" name="Google Shape;1244;p35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5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5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5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8" name="Google Shape;1248;p35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49" name="Google Shape;1249;p35"/>
          <p:cNvGrpSpPr/>
          <p:nvPr/>
        </p:nvGrpSpPr>
        <p:grpSpPr>
          <a:xfrm>
            <a:off x="914400" y="266700"/>
            <a:ext cx="10923340" cy="2010265"/>
            <a:chOff x="0" y="0"/>
            <a:chExt cx="9318553" cy="1154163"/>
          </a:xfrm>
        </p:grpSpPr>
        <p:sp>
          <p:nvSpPr>
            <p:cNvPr id="1250" name="Google Shape;1250;p35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5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5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5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4" name="Google Shape;1254;p35"/>
          <p:cNvSpPr txBox="1"/>
          <p:nvPr/>
        </p:nvSpPr>
        <p:spPr>
          <a:xfrm>
            <a:off x="1075444" y="780694"/>
            <a:ext cx="10668508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衣服  n. yīfu   clothes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55" name="Google Shape;1255;p35"/>
          <p:cNvGrpSpPr/>
          <p:nvPr/>
        </p:nvGrpSpPr>
        <p:grpSpPr>
          <a:xfrm>
            <a:off x="914400" y="262400"/>
            <a:ext cx="10844438" cy="518294"/>
            <a:chOff x="0" y="0"/>
            <a:chExt cx="27809146" cy="4631804"/>
          </a:xfrm>
        </p:grpSpPr>
        <p:sp>
          <p:nvSpPr>
            <p:cNvPr id="1256" name="Google Shape;1256;p35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5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58" name="Google Shape;1258;p35"/>
          <p:cNvGrpSpPr/>
          <p:nvPr/>
        </p:nvGrpSpPr>
        <p:grpSpPr>
          <a:xfrm>
            <a:off x="1010850" y="382311"/>
            <a:ext cx="997090" cy="220246"/>
            <a:chOff x="0" y="0"/>
            <a:chExt cx="1137813" cy="265048"/>
          </a:xfrm>
        </p:grpSpPr>
        <p:grpSp>
          <p:nvGrpSpPr>
            <p:cNvPr id="1259" name="Google Shape;1259;p35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260" name="Google Shape;1260;p3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1" name="Google Shape;1261;p3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2" name="Google Shape;1262;p35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263" name="Google Shape;1263;p3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4" name="Google Shape;1264;p3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5" name="Google Shape;1265;p35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266" name="Google Shape;1266;p3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7" name="Google Shape;1267;p3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268" name="Google Shape;1268;p35" descr="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47108" y="2384176"/>
            <a:ext cx="7593784" cy="759378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73" name="Google Shape;1273;p36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274" name="Google Shape;1274;p36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36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76" name="Google Shape;1276;p36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277" name="Google Shape;1277;p36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6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6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1" name="Google Shape;1281;p36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2" name="Google Shape;1282;p36"/>
          <p:cNvGrpSpPr/>
          <p:nvPr/>
        </p:nvGrpSpPr>
        <p:grpSpPr>
          <a:xfrm>
            <a:off x="727164" y="419100"/>
            <a:ext cx="9067800" cy="2010265"/>
            <a:chOff x="0" y="0"/>
            <a:chExt cx="9318553" cy="1154163"/>
          </a:xfrm>
        </p:grpSpPr>
        <p:sp>
          <p:nvSpPr>
            <p:cNvPr id="1283" name="Google Shape;1283;p36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7" name="Google Shape;1287;p36"/>
          <p:cNvSpPr txBox="1"/>
          <p:nvPr/>
        </p:nvSpPr>
        <p:spPr>
          <a:xfrm>
            <a:off x="1032563" y="933094"/>
            <a:ext cx="8381401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试 v. shì   to try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88" name="Google Shape;1288;p36"/>
          <p:cNvGrpSpPr/>
          <p:nvPr/>
        </p:nvGrpSpPr>
        <p:grpSpPr>
          <a:xfrm>
            <a:off x="721200" y="414799"/>
            <a:ext cx="9002301" cy="423177"/>
            <a:chOff x="0" y="0"/>
            <a:chExt cx="27809146" cy="4631804"/>
          </a:xfrm>
        </p:grpSpPr>
        <p:sp>
          <p:nvSpPr>
            <p:cNvPr id="1289" name="Google Shape;1289;p36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91" name="Google Shape;1291;p36"/>
          <p:cNvGrpSpPr/>
          <p:nvPr/>
        </p:nvGrpSpPr>
        <p:grpSpPr>
          <a:xfrm>
            <a:off x="946090" y="534711"/>
            <a:ext cx="997090" cy="220246"/>
            <a:chOff x="0" y="0"/>
            <a:chExt cx="1137813" cy="265048"/>
          </a:xfrm>
        </p:grpSpPr>
        <p:grpSp>
          <p:nvGrpSpPr>
            <p:cNvPr id="1292" name="Google Shape;1292;p36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293" name="Google Shape;1293;p3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4" name="Google Shape;1294;p3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5" name="Google Shape;1295;p36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296" name="Google Shape;1296;p3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3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98" name="Google Shape;1298;p36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299" name="Google Shape;1299;p3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3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01" name="Google Shape;1301;p36" descr="Diagram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7571" y="5717693"/>
            <a:ext cx="3707087" cy="370708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02" name="Google Shape;1302;p36"/>
          <p:cNvSpPr txBox="1"/>
          <p:nvPr/>
        </p:nvSpPr>
        <p:spPr>
          <a:xfrm>
            <a:off x="7683277" y="3121895"/>
            <a:ext cx="7541448" cy="273305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kěyǐ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shìshi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mɑ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 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试试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吗？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Can I try on it?</a:t>
            </a:r>
            <a:endParaRPr sz="40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1303" name="Google Shape;1303;p36"/>
          <p:cNvSpPr txBox="1"/>
          <p:nvPr/>
        </p:nvSpPr>
        <p:spPr>
          <a:xfrm>
            <a:off x="7562542" y="6652842"/>
            <a:ext cx="6284674" cy="3006400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kěyǐ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</a:t>
            </a:r>
            <a:r>
              <a:rPr lang="en-US" sz="44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可以</a:t>
            </a: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4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4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4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Of course, you can.</a:t>
            </a:r>
            <a:endParaRPr sz="4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1304" name="Google Shape;1304;p36"/>
          <p:cNvSpPr/>
          <p:nvPr/>
        </p:nvSpPr>
        <p:spPr>
          <a:xfrm>
            <a:off x="4028935" y="5777740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5" name="Google Shape;1305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76317" y="3415540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6" name="Google Shape;1306;p36" descr="A person wearing a red shirt&#10;&#10;Description automatically generated with low confidence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762731" y="3206984"/>
            <a:ext cx="2724646" cy="2724646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36"/>
          <p:cNvSpPr/>
          <p:nvPr/>
        </p:nvSpPr>
        <p:spPr>
          <a:xfrm>
            <a:off x="13761522" y="8526520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08" name="Google Shape;1308;p3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755060" y="6271654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9" name="Google Shape;1309;p3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74183" y="3500576"/>
            <a:ext cx="815300" cy="8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0" name="Google Shape;1310;p3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726986" y="6308310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1" name="Google Shape;1311;p36" descr="A picture containing vector graphics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847216" y="6002552"/>
            <a:ext cx="2712067" cy="271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oogle Shape;1316;p37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317" name="Google Shape;1317;p37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7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9" name="Google Shape;1319;p37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320" name="Google Shape;1320;p37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7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37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37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4" name="Google Shape;1324;p37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25" name="Google Shape;1325;p37"/>
          <p:cNvGrpSpPr/>
          <p:nvPr/>
        </p:nvGrpSpPr>
        <p:grpSpPr>
          <a:xfrm>
            <a:off x="1771394" y="495300"/>
            <a:ext cx="11144250" cy="2010265"/>
            <a:chOff x="0" y="0"/>
            <a:chExt cx="9318553" cy="1154163"/>
          </a:xfrm>
        </p:grpSpPr>
        <p:sp>
          <p:nvSpPr>
            <p:cNvPr id="1326" name="Google Shape;1326;p37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37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37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37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30" name="Google Shape;1330;p37"/>
          <p:cNvSpPr txBox="1"/>
          <p:nvPr/>
        </p:nvSpPr>
        <p:spPr>
          <a:xfrm>
            <a:off x="2362897" y="1009294"/>
            <a:ext cx="1040034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颜色  n. yánsè   color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1" name="Google Shape;1331;p37"/>
          <p:cNvGrpSpPr/>
          <p:nvPr/>
        </p:nvGrpSpPr>
        <p:grpSpPr>
          <a:xfrm>
            <a:off x="1765431" y="491000"/>
            <a:ext cx="11054528" cy="518294"/>
            <a:chOff x="0" y="0"/>
            <a:chExt cx="27809146" cy="4631804"/>
          </a:xfrm>
        </p:grpSpPr>
        <p:sp>
          <p:nvSpPr>
            <p:cNvPr id="1332" name="Google Shape;1332;p37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37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4" name="Google Shape;1334;p37"/>
          <p:cNvGrpSpPr/>
          <p:nvPr/>
        </p:nvGrpSpPr>
        <p:grpSpPr>
          <a:xfrm>
            <a:off x="1990320" y="610911"/>
            <a:ext cx="997090" cy="220246"/>
            <a:chOff x="0" y="0"/>
            <a:chExt cx="1137813" cy="265048"/>
          </a:xfrm>
        </p:grpSpPr>
        <p:grpSp>
          <p:nvGrpSpPr>
            <p:cNvPr id="1335" name="Google Shape;1335;p37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336" name="Google Shape;1336;p3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7" name="Google Shape;1337;p3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38" name="Google Shape;1338;p37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339" name="Google Shape;1339;p3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0" name="Google Shape;1340;p3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1" name="Google Shape;1341;p37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342" name="Google Shape;1342;p3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3" name="Google Shape;1343;p3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44" name="Google Shape;1344;p37" descr="A picture containing 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39898" y="2823059"/>
            <a:ext cx="6940505" cy="694050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9" name="Google Shape;1349;p38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350" name="Google Shape;1350;p38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38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2" name="Google Shape;1352;p38"/>
          <p:cNvGrpSpPr/>
          <p:nvPr/>
        </p:nvGrpSpPr>
        <p:grpSpPr>
          <a:xfrm>
            <a:off x="626906" y="833695"/>
            <a:ext cx="7319502" cy="2010265"/>
            <a:chOff x="0" y="0"/>
            <a:chExt cx="9318553" cy="1154163"/>
          </a:xfrm>
        </p:grpSpPr>
        <p:sp>
          <p:nvSpPr>
            <p:cNvPr id="1353" name="Google Shape;1353;p38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38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38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38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57" name="Google Shape;1357;p38"/>
          <p:cNvSpPr txBox="1"/>
          <p:nvPr/>
        </p:nvSpPr>
        <p:spPr>
          <a:xfrm>
            <a:off x="1176288" y="1351989"/>
            <a:ext cx="6688272" cy="972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红色 n. hónɡsè red</a:t>
            </a: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58" name="Google Shape;1358;p38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359" name="Google Shape;1359;p38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38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38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38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3" name="Google Shape;1363;p38"/>
          <p:cNvGrpSpPr/>
          <p:nvPr/>
        </p:nvGrpSpPr>
        <p:grpSpPr>
          <a:xfrm>
            <a:off x="584012" y="833694"/>
            <a:ext cx="7299550" cy="470489"/>
            <a:chOff x="0" y="0"/>
            <a:chExt cx="27809146" cy="4631804"/>
          </a:xfrm>
        </p:grpSpPr>
        <p:sp>
          <p:nvSpPr>
            <p:cNvPr id="1364" name="Google Shape;1364;p38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38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66" name="Google Shape;1366;p38"/>
          <p:cNvGrpSpPr/>
          <p:nvPr/>
        </p:nvGrpSpPr>
        <p:grpSpPr>
          <a:xfrm>
            <a:off x="907284" y="953606"/>
            <a:ext cx="997090" cy="220246"/>
            <a:chOff x="0" y="0"/>
            <a:chExt cx="1137813" cy="265048"/>
          </a:xfrm>
        </p:grpSpPr>
        <p:grpSp>
          <p:nvGrpSpPr>
            <p:cNvPr id="1367" name="Google Shape;1367;p38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368" name="Google Shape;1368;p3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9" name="Google Shape;1369;p3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0" name="Google Shape;1370;p38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371" name="Google Shape;1371;p3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2" name="Google Shape;1372;p3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73" name="Google Shape;1373;p38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374" name="Google Shape;1374;p3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5" name="Google Shape;1375;p3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376" name="Google Shape;1376;p38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77" name="Google Shape;1377;p38"/>
          <p:cNvGrpSpPr/>
          <p:nvPr/>
        </p:nvGrpSpPr>
        <p:grpSpPr>
          <a:xfrm>
            <a:off x="9442710" y="1642601"/>
            <a:ext cx="8229600" cy="2010265"/>
            <a:chOff x="0" y="0"/>
            <a:chExt cx="9318553" cy="1154163"/>
          </a:xfrm>
        </p:grpSpPr>
        <p:sp>
          <p:nvSpPr>
            <p:cNvPr id="1378" name="Google Shape;1378;p38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38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38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38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82" name="Google Shape;1382;p38"/>
          <p:cNvSpPr txBox="1"/>
          <p:nvPr/>
        </p:nvSpPr>
        <p:spPr>
          <a:xfrm>
            <a:off x="10034213" y="2156595"/>
            <a:ext cx="7638097" cy="972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黑色 n. hēisè  black</a:t>
            </a: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3" name="Google Shape;1383;p38"/>
          <p:cNvGrpSpPr/>
          <p:nvPr/>
        </p:nvGrpSpPr>
        <p:grpSpPr>
          <a:xfrm>
            <a:off x="9436746" y="1638300"/>
            <a:ext cx="8176120" cy="401057"/>
            <a:chOff x="0" y="0"/>
            <a:chExt cx="27809146" cy="4631804"/>
          </a:xfrm>
        </p:grpSpPr>
        <p:sp>
          <p:nvSpPr>
            <p:cNvPr id="1384" name="Google Shape;1384;p38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38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86" name="Google Shape;1386;p38"/>
          <p:cNvGrpSpPr/>
          <p:nvPr/>
        </p:nvGrpSpPr>
        <p:grpSpPr>
          <a:xfrm>
            <a:off x="9661636" y="1758212"/>
            <a:ext cx="997090" cy="220246"/>
            <a:chOff x="0" y="0"/>
            <a:chExt cx="1137813" cy="265048"/>
          </a:xfrm>
        </p:grpSpPr>
        <p:grpSp>
          <p:nvGrpSpPr>
            <p:cNvPr id="1387" name="Google Shape;1387;p38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388" name="Google Shape;1388;p3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9" name="Google Shape;1389;p3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0" name="Google Shape;1390;p38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391" name="Google Shape;1391;p3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2" name="Google Shape;1392;p3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93" name="Google Shape;1393;p38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394" name="Google Shape;1394;p3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5" name="Google Shape;1395;p3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396" name="Google Shape;1396;p38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3932" y="3146446"/>
            <a:ext cx="5815012" cy="58150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97" name="Google Shape;1397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44145" y="3874051"/>
            <a:ext cx="5804155" cy="58041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2" name="Google Shape;1402;p39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403" name="Google Shape;1403;p39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39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5" name="Google Shape;1405;p39"/>
          <p:cNvGrpSpPr/>
          <p:nvPr/>
        </p:nvGrpSpPr>
        <p:grpSpPr>
          <a:xfrm>
            <a:off x="762000" y="699406"/>
            <a:ext cx="7776702" cy="2010265"/>
            <a:chOff x="0" y="0"/>
            <a:chExt cx="9318553" cy="1154163"/>
          </a:xfrm>
        </p:grpSpPr>
        <p:sp>
          <p:nvSpPr>
            <p:cNvPr id="1406" name="Google Shape;1406;p39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39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39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39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10" name="Google Shape;1410;p39"/>
          <p:cNvSpPr txBox="1"/>
          <p:nvPr/>
        </p:nvSpPr>
        <p:spPr>
          <a:xfrm>
            <a:off x="1311382" y="1217700"/>
            <a:ext cx="6922520" cy="972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白色 n. bái sè white</a:t>
            </a: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11" name="Google Shape;1411;p39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412" name="Google Shape;1412;p39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39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39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39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6" name="Google Shape;1416;p39"/>
          <p:cNvGrpSpPr/>
          <p:nvPr/>
        </p:nvGrpSpPr>
        <p:grpSpPr>
          <a:xfrm>
            <a:off x="772600" y="699405"/>
            <a:ext cx="7699332" cy="512182"/>
            <a:chOff x="0" y="0"/>
            <a:chExt cx="27809146" cy="4631804"/>
          </a:xfrm>
        </p:grpSpPr>
        <p:sp>
          <p:nvSpPr>
            <p:cNvPr id="1417" name="Google Shape;1417;p39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39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5DFE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19" name="Google Shape;1419;p39"/>
          <p:cNvGrpSpPr/>
          <p:nvPr/>
        </p:nvGrpSpPr>
        <p:grpSpPr>
          <a:xfrm>
            <a:off x="1042378" y="819317"/>
            <a:ext cx="997090" cy="220246"/>
            <a:chOff x="0" y="0"/>
            <a:chExt cx="1137813" cy="265048"/>
          </a:xfrm>
        </p:grpSpPr>
        <p:grpSp>
          <p:nvGrpSpPr>
            <p:cNvPr id="1420" name="Google Shape;1420;p39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421" name="Google Shape;1421;p3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2" name="Google Shape;1422;p3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3" name="Google Shape;1423;p39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424" name="Google Shape;1424;p3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5" name="Google Shape;1425;p3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6" name="Google Shape;1426;p39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427" name="Google Shape;1427;p3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8" name="Google Shape;1428;p3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29" name="Google Shape;1429;p39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0" name="Google Shape;1430;p39"/>
          <p:cNvGrpSpPr/>
          <p:nvPr/>
        </p:nvGrpSpPr>
        <p:grpSpPr>
          <a:xfrm>
            <a:off x="9378531" y="1429641"/>
            <a:ext cx="8229600" cy="2010265"/>
            <a:chOff x="0" y="0"/>
            <a:chExt cx="9318553" cy="1154163"/>
          </a:xfrm>
        </p:grpSpPr>
        <p:sp>
          <p:nvSpPr>
            <p:cNvPr id="1431" name="Google Shape;1431;p39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39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39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39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35" name="Google Shape;1435;p39"/>
          <p:cNvSpPr txBox="1"/>
          <p:nvPr/>
        </p:nvSpPr>
        <p:spPr>
          <a:xfrm>
            <a:off x="9745961" y="1943635"/>
            <a:ext cx="7557370" cy="972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灰色 n. huī sè   grey</a:t>
            </a:r>
            <a:endParaRPr sz="5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6" name="Google Shape;1436;p39"/>
          <p:cNvGrpSpPr/>
          <p:nvPr/>
        </p:nvGrpSpPr>
        <p:grpSpPr>
          <a:xfrm>
            <a:off x="9372567" y="1425341"/>
            <a:ext cx="8176120" cy="518294"/>
            <a:chOff x="0" y="0"/>
            <a:chExt cx="27809146" cy="4631804"/>
          </a:xfrm>
        </p:grpSpPr>
        <p:sp>
          <p:nvSpPr>
            <p:cNvPr id="1437" name="Google Shape;1437;p39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39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9" name="Google Shape;1439;p39"/>
          <p:cNvGrpSpPr/>
          <p:nvPr/>
        </p:nvGrpSpPr>
        <p:grpSpPr>
          <a:xfrm>
            <a:off x="9597457" y="1545252"/>
            <a:ext cx="997090" cy="220246"/>
            <a:chOff x="0" y="0"/>
            <a:chExt cx="1137813" cy="265048"/>
          </a:xfrm>
        </p:grpSpPr>
        <p:grpSp>
          <p:nvGrpSpPr>
            <p:cNvPr id="1440" name="Google Shape;1440;p39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441" name="Google Shape;1441;p3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2" name="Google Shape;1442;p3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3" name="Google Shape;1443;p39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444" name="Google Shape;1444;p3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5" name="Google Shape;1445;p3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46" name="Google Shape;1446;p39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447" name="Google Shape;1447;p3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8" name="Google Shape;1448;p3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449" name="Google Shape;1449;p39" descr="A picture containing icon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55543" y="3148103"/>
            <a:ext cx="6424612" cy="642461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50" name="Google Shape;1450;p39" descr="A picture containing plate&#10;&#10;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594547" y="3695700"/>
            <a:ext cx="6038293" cy="603829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5" name="Google Shape;1455;p4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456" name="Google Shape;1456;p4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58" name="Google Shape;1458;p40"/>
          <p:cNvGrpSpPr/>
          <p:nvPr/>
        </p:nvGrpSpPr>
        <p:grpSpPr>
          <a:xfrm>
            <a:off x="2357898" y="1264865"/>
            <a:ext cx="13449300" cy="2010265"/>
            <a:chOff x="0" y="0"/>
            <a:chExt cx="9318553" cy="1154163"/>
          </a:xfrm>
        </p:grpSpPr>
        <p:sp>
          <p:nvSpPr>
            <p:cNvPr id="1459" name="Google Shape;1459;p40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40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40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40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63" name="Google Shape;1463;p40"/>
          <p:cNvSpPr txBox="1"/>
          <p:nvPr/>
        </p:nvSpPr>
        <p:spPr>
          <a:xfrm>
            <a:off x="2907280" y="1783159"/>
            <a:ext cx="13315492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种 meas. zhǒnɡ type; kind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64" name="Google Shape;1464;p40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465" name="Google Shape;1465;p40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40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40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40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69" name="Google Shape;1469;p40"/>
          <p:cNvGrpSpPr/>
          <p:nvPr/>
        </p:nvGrpSpPr>
        <p:grpSpPr>
          <a:xfrm>
            <a:off x="2413386" y="1264865"/>
            <a:ext cx="13314995" cy="518294"/>
            <a:chOff x="0" y="0"/>
            <a:chExt cx="27809146" cy="4631804"/>
          </a:xfrm>
        </p:grpSpPr>
        <p:sp>
          <p:nvSpPr>
            <p:cNvPr id="1470" name="Google Shape;1470;p40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1" name="Google Shape;1471;p40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2" name="Google Shape;1472;p40"/>
          <p:cNvGrpSpPr/>
          <p:nvPr/>
        </p:nvGrpSpPr>
        <p:grpSpPr>
          <a:xfrm>
            <a:off x="2638276" y="1384776"/>
            <a:ext cx="997090" cy="220246"/>
            <a:chOff x="0" y="0"/>
            <a:chExt cx="1137813" cy="265048"/>
          </a:xfrm>
        </p:grpSpPr>
        <p:grpSp>
          <p:nvGrpSpPr>
            <p:cNvPr id="1473" name="Google Shape;1473;p40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474" name="Google Shape;1474;p4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5" name="Google Shape;1475;p4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6" name="Google Shape;1476;p40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477" name="Google Shape;1477;p4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8" name="Google Shape;1478;p4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79" name="Google Shape;1479;p40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480" name="Google Shape;1480;p4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1" name="Google Shape;1481;p4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82" name="Google Shape;1482;p40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83" name="Google Shape;1483;p40" descr="Logo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356308" y="3699095"/>
            <a:ext cx="2723970" cy="272397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84" name="Google Shape;1484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075448" y="2365346"/>
            <a:ext cx="2646055" cy="264605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485" name="Google Shape;1485;p40" descr="A picture containing icon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821155" y="5341969"/>
            <a:ext cx="2646056" cy="2646056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86" name="Google Shape;1486;p40"/>
          <p:cNvSpPr txBox="1"/>
          <p:nvPr/>
        </p:nvSpPr>
        <p:spPr>
          <a:xfrm>
            <a:off x="4370564" y="3793536"/>
            <a:ext cx="9792342" cy="252620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yǒu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jǐ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zhǒnɡ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yánsè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 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有几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种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颜色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？ 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How kinds of colors do you have?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1487" name="Google Shape;1487;p40"/>
          <p:cNvSpPr txBox="1"/>
          <p:nvPr/>
        </p:nvSpPr>
        <p:spPr>
          <a:xfrm>
            <a:off x="5500060" y="6871576"/>
            <a:ext cx="6856248" cy="2526204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yǒu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sān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zhǒnɡ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yánsè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B:有 三 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种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颜色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There are three colors.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1488" name="Google Shape;1488;p40"/>
          <p:cNvSpPr/>
          <p:nvPr/>
        </p:nvSpPr>
        <p:spPr>
          <a:xfrm>
            <a:off x="1604483" y="6219834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9" name="Google Shape;1489;p4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51865" y="3857634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0" name="Google Shape;1490;p40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38279" y="3649078"/>
            <a:ext cx="2724646" cy="2724646"/>
          </a:xfrm>
          <a:prstGeom prst="rect">
            <a:avLst/>
          </a:prstGeom>
          <a:noFill/>
          <a:ln>
            <a:noFill/>
          </a:ln>
        </p:spPr>
      </p:pic>
      <p:sp>
        <p:nvSpPr>
          <p:cNvPr id="1491" name="Google Shape;1491;p40"/>
          <p:cNvSpPr/>
          <p:nvPr/>
        </p:nvSpPr>
        <p:spPr>
          <a:xfrm>
            <a:off x="11337070" y="8968614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92" name="Google Shape;1492;p4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1330608" y="6713748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3" name="Google Shape;1493;p4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349731" y="3942670"/>
            <a:ext cx="815300" cy="8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4" name="Google Shape;1494;p4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1302534" y="6750404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5" name="Google Shape;1495;p40" descr="A picture containing vector graphics&#10;&#10;Description automatically generated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422764" y="6444646"/>
            <a:ext cx="2712067" cy="271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0" name="Google Shape;1500;p41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501" name="Google Shape;1501;p41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1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03" name="Google Shape;1503;p41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504" name="Google Shape;1504;p41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5" name="Google Shape;1505;p41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41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7" name="Google Shape;1507;p41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08" name="Google Shape;1508;p41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9" name="Google Shape;1509;p41"/>
          <p:cNvGrpSpPr/>
          <p:nvPr/>
        </p:nvGrpSpPr>
        <p:grpSpPr>
          <a:xfrm>
            <a:off x="1143000" y="1021992"/>
            <a:ext cx="13449300" cy="2010265"/>
            <a:chOff x="0" y="0"/>
            <a:chExt cx="9318553" cy="1154163"/>
          </a:xfrm>
        </p:grpSpPr>
        <p:sp>
          <p:nvSpPr>
            <p:cNvPr id="1510" name="Google Shape;1510;p41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1" name="Google Shape;1511;p41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2" name="Google Shape;1512;p41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3" name="Google Shape;1513;p41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4" name="Google Shape;1514;p41"/>
          <p:cNvSpPr txBox="1"/>
          <p:nvPr/>
        </p:nvSpPr>
        <p:spPr>
          <a:xfrm>
            <a:off x="1352490" y="1535986"/>
            <a:ext cx="14344709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一共 adv. yíɡònɡ  all; total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15" name="Google Shape;1515;p41"/>
          <p:cNvGrpSpPr/>
          <p:nvPr/>
        </p:nvGrpSpPr>
        <p:grpSpPr>
          <a:xfrm>
            <a:off x="1137036" y="1017692"/>
            <a:ext cx="13428768" cy="391132"/>
            <a:chOff x="0" y="0"/>
            <a:chExt cx="27809146" cy="4631804"/>
          </a:xfrm>
        </p:grpSpPr>
        <p:sp>
          <p:nvSpPr>
            <p:cNvPr id="1516" name="Google Shape;1516;p41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7" name="Google Shape;1517;p41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8" name="Google Shape;1518;p41"/>
          <p:cNvGrpSpPr/>
          <p:nvPr/>
        </p:nvGrpSpPr>
        <p:grpSpPr>
          <a:xfrm>
            <a:off x="1361926" y="1137603"/>
            <a:ext cx="997090" cy="220246"/>
            <a:chOff x="0" y="0"/>
            <a:chExt cx="1137813" cy="265048"/>
          </a:xfrm>
        </p:grpSpPr>
        <p:grpSp>
          <p:nvGrpSpPr>
            <p:cNvPr id="1519" name="Google Shape;1519;p41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520" name="Google Shape;1520;p4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1" name="Google Shape;1521;p4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2" name="Google Shape;1522;p41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523" name="Google Shape;1523;p4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4" name="Google Shape;1524;p4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25" name="Google Shape;1525;p41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526" name="Google Shape;1526;p4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7" name="Google Shape;1527;p4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28" name="Google Shape;1528;p41"/>
          <p:cNvSpPr txBox="1"/>
          <p:nvPr/>
        </p:nvSpPr>
        <p:spPr>
          <a:xfrm>
            <a:off x="5721478" y="4093859"/>
            <a:ext cx="9975721" cy="252620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yīfu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yíɡònɡ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duōshǎo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qián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?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A: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衣服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一共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多少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钱？</a:t>
            </a:r>
            <a:endParaRPr sz="4000" b="0" i="0" u="none" strike="noStrike" cap="none" dirty="0">
              <a:solidFill>
                <a:srgbClr val="2E2F30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How much does this (clothes) cost?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1529" name="Google Shape;1529;p41"/>
          <p:cNvSpPr txBox="1"/>
          <p:nvPr/>
        </p:nvSpPr>
        <p:spPr>
          <a:xfrm>
            <a:off x="5596783" y="6825296"/>
            <a:ext cx="8651603" cy="2526204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Yíɡònɡ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yì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bǎi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kuài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</a:t>
            </a:r>
            <a:r>
              <a:rPr lang="en-US" sz="32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qián</a:t>
            </a:r>
            <a:r>
              <a:rPr lang="en-US" sz="32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. 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B: </a:t>
            </a:r>
            <a:r>
              <a:rPr lang="en-US" sz="4000" b="1" i="0" u="none" strike="noStrike" cap="none" dirty="0" err="1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一共</a:t>
            </a:r>
            <a:r>
              <a:rPr lang="en-US" sz="4000" b="1" i="0" u="none" strike="noStrike" cap="none" dirty="0">
                <a:solidFill>
                  <a:srgbClr val="FF000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 </a:t>
            </a:r>
            <a:r>
              <a:rPr lang="en-US" sz="4000" b="0" i="0" u="none" strike="noStrike" cap="none" dirty="0">
                <a:solidFill>
                  <a:schemeClr val="dk1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 百 块  钱。</a:t>
            </a:r>
            <a:endParaRPr sz="4000" b="0" i="0" u="none" strike="noStrike" cap="none" dirty="0">
              <a:solidFill>
                <a:schemeClr val="dk1"/>
              </a:solidFill>
              <a:latin typeface="SimSun" panose="02010600030101010101" pitchFamily="2" charset="-122"/>
              <a:ea typeface="SimSun" panose="02010600030101010101" pitchFamily="2" charset="-122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Times New Roman"/>
                <a:sym typeface="Times New Roman"/>
              </a:rPr>
              <a:t>Total is 100 RMB.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  <p:sp>
        <p:nvSpPr>
          <p:cNvPr id="1530" name="Google Shape;1530;p41"/>
          <p:cNvSpPr/>
          <p:nvPr/>
        </p:nvSpPr>
        <p:spPr>
          <a:xfrm>
            <a:off x="2546377" y="6173471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1" name="Google Shape;1531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3759" y="3811271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2" name="Google Shape;1532;p41" descr="A person wearing a red shirt&#10;&#10;Description automatically generated with low confidenc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280173" y="3602715"/>
            <a:ext cx="2724646" cy="2724646"/>
          </a:xfrm>
          <a:prstGeom prst="rect">
            <a:avLst/>
          </a:prstGeom>
          <a:noFill/>
          <a:ln>
            <a:noFill/>
          </a:ln>
        </p:spPr>
      </p:pic>
      <p:sp>
        <p:nvSpPr>
          <p:cNvPr id="1533" name="Google Shape;1533;p41"/>
          <p:cNvSpPr/>
          <p:nvPr/>
        </p:nvSpPr>
        <p:spPr>
          <a:xfrm>
            <a:off x="13721681" y="8509735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34" name="Google Shape;1534;p4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947230" y="6732365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5" name="Google Shape;1535;p4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291625" y="3896307"/>
            <a:ext cx="815300" cy="8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6" name="Google Shape;1536;p4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5563254" y="6173471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7" name="Google Shape;1537;p41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148056" y="6518171"/>
            <a:ext cx="2712067" cy="271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42" name="Google Shape;1542;p42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543" name="Google Shape;1543;p42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2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45" name="Google Shape;1545;p42"/>
          <p:cNvGrpSpPr/>
          <p:nvPr/>
        </p:nvGrpSpPr>
        <p:grpSpPr>
          <a:xfrm>
            <a:off x="506151" y="290936"/>
            <a:ext cx="10519902" cy="2010265"/>
            <a:chOff x="0" y="0"/>
            <a:chExt cx="9318553" cy="1154163"/>
          </a:xfrm>
        </p:grpSpPr>
        <p:sp>
          <p:nvSpPr>
            <p:cNvPr id="1546" name="Google Shape;1546;p42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42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2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42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0" name="Google Shape;1550;p42"/>
          <p:cNvSpPr txBox="1"/>
          <p:nvPr/>
        </p:nvSpPr>
        <p:spPr>
          <a:xfrm>
            <a:off x="1055533" y="809230"/>
            <a:ext cx="974192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贵 adj. ɡuì expensive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51" name="Google Shape;1551;p42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552" name="Google Shape;1552;p42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42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42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2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6" name="Google Shape;1556;p42"/>
          <p:cNvGrpSpPr/>
          <p:nvPr/>
        </p:nvGrpSpPr>
        <p:grpSpPr>
          <a:xfrm>
            <a:off x="491815" y="290935"/>
            <a:ext cx="10443914" cy="512182"/>
            <a:chOff x="0" y="0"/>
            <a:chExt cx="27809146" cy="4631804"/>
          </a:xfrm>
        </p:grpSpPr>
        <p:sp>
          <p:nvSpPr>
            <p:cNvPr id="1557" name="Google Shape;1557;p42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2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9" name="Google Shape;1559;p42"/>
          <p:cNvGrpSpPr/>
          <p:nvPr/>
        </p:nvGrpSpPr>
        <p:grpSpPr>
          <a:xfrm>
            <a:off x="786529" y="410847"/>
            <a:ext cx="997090" cy="220246"/>
            <a:chOff x="0" y="0"/>
            <a:chExt cx="1137813" cy="265048"/>
          </a:xfrm>
        </p:grpSpPr>
        <p:grpSp>
          <p:nvGrpSpPr>
            <p:cNvPr id="1560" name="Google Shape;1560;p42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561" name="Google Shape;1561;p4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2" name="Google Shape;1562;p4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3" name="Google Shape;1563;p42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564" name="Google Shape;1564;p4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5" name="Google Shape;1565;p4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566" name="Google Shape;1566;p42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567" name="Google Shape;1567;p4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8" name="Google Shape;1568;p4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69" name="Google Shape;1569;p42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0" name="Google Shape;1570;p42" descr="A picture containing websit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90255" y="2612806"/>
            <a:ext cx="6264715" cy="62647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71" name="Google Shape;1571;p42"/>
          <p:cNvGrpSpPr/>
          <p:nvPr/>
        </p:nvGrpSpPr>
        <p:grpSpPr>
          <a:xfrm>
            <a:off x="8954918" y="3865105"/>
            <a:ext cx="3291690" cy="1834926"/>
            <a:chOff x="0" y="0"/>
            <a:chExt cx="4528753" cy="4148748"/>
          </a:xfrm>
        </p:grpSpPr>
        <p:sp>
          <p:nvSpPr>
            <p:cNvPr id="1572" name="Google Shape;1572;p42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42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42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42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76" name="Google Shape;1576;p42"/>
          <p:cNvSpPr txBox="1"/>
          <p:nvPr/>
        </p:nvSpPr>
        <p:spPr>
          <a:xfrm>
            <a:off x="9335707" y="3978788"/>
            <a:ext cx="2404206" cy="156453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Hěn   ɡuì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很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贵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577" name="Google Shape;1577;p42"/>
          <p:cNvGrpSpPr/>
          <p:nvPr/>
        </p:nvGrpSpPr>
        <p:grpSpPr>
          <a:xfrm>
            <a:off x="13129883" y="3895885"/>
            <a:ext cx="3458696" cy="1834926"/>
            <a:chOff x="0" y="0"/>
            <a:chExt cx="4528753" cy="4148748"/>
          </a:xfrm>
        </p:grpSpPr>
        <p:sp>
          <p:nvSpPr>
            <p:cNvPr id="1578" name="Google Shape;1578;p42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9" name="Google Shape;1579;p42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42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42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2" name="Google Shape;1582;p42"/>
          <p:cNvSpPr txBox="1"/>
          <p:nvPr/>
        </p:nvSpPr>
        <p:spPr>
          <a:xfrm>
            <a:off x="13424130" y="4009568"/>
            <a:ext cx="2809058" cy="156453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Bú    ɡuì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不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贵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583" name="Google Shape;1583;p42"/>
          <p:cNvGrpSpPr/>
          <p:nvPr/>
        </p:nvGrpSpPr>
        <p:grpSpPr>
          <a:xfrm>
            <a:off x="6208216" y="8191815"/>
            <a:ext cx="11063393" cy="1834926"/>
            <a:chOff x="0" y="0"/>
            <a:chExt cx="4528753" cy="4148748"/>
          </a:xfrm>
        </p:grpSpPr>
        <p:sp>
          <p:nvSpPr>
            <p:cNvPr id="1584" name="Google Shape;1584;p42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42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42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42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88" name="Google Shape;1588;p42"/>
          <p:cNvSpPr txBox="1"/>
          <p:nvPr/>
        </p:nvSpPr>
        <p:spPr>
          <a:xfrm>
            <a:off x="6502462" y="8184520"/>
            <a:ext cx="10311948" cy="1861407"/>
          </a:xfrm>
          <a:prstGeom prst="rect">
            <a:avLst/>
          </a:prstGeom>
          <a:solidFill>
            <a:srgbClr val="DAEEF3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Tài    ɡuì  le,     piányi     （yì）     diǎnr    bɑ.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太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贵</a:t>
            </a: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 了，便宜 （一）点儿 吧。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3" name="Google Shape;1593;p43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594" name="Google Shape;1594;p43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43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96" name="Google Shape;1596;p43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597" name="Google Shape;1597;p43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43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43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43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1" name="Google Shape;1601;p43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2" name="Google Shape;1602;p43"/>
          <p:cNvGrpSpPr/>
          <p:nvPr/>
        </p:nvGrpSpPr>
        <p:grpSpPr>
          <a:xfrm>
            <a:off x="483620" y="294935"/>
            <a:ext cx="13449300" cy="2010265"/>
            <a:chOff x="0" y="0"/>
            <a:chExt cx="9318553" cy="1154163"/>
          </a:xfrm>
        </p:grpSpPr>
        <p:sp>
          <p:nvSpPr>
            <p:cNvPr id="1603" name="Google Shape;1603;p43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43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43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43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07" name="Google Shape;1607;p43"/>
          <p:cNvSpPr txBox="1"/>
          <p:nvPr/>
        </p:nvSpPr>
        <p:spPr>
          <a:xfrm>
            <a:off x="1075123" y="808929"/>
            <a:ext cx="1126927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便宜 adj. piányi   cheap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08" name="Google Shape;1608;p43"/>
          <p:cNvGrpSpPr/>
          <p:nvPr/>
        </p:nvGrpSpPr>
        <p:grpSpPr>
          <a:xfrm>
            <a:off x="477656" y="290635"/>
            <a:ext cx="13428768" cy="391132"/>
            <a:chOff x="0" y="0"/>
            <a:chExt cx="27809146" cy="4631804"/>
          </a:xfrm>
        </p:grpSpPr>
        <p:sp>
          <p:nvSpPr>
            <p:cNvPr id="1609" name="Google Shape;1609;p43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43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EAF1D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11" name="Google Shape;1611;p43"/>
          <p:cNvGrpSpPr/>
          <p:nvPr/>
        </p:nvGrpSpPr>
        <p:grpSpPr>
          <a:xfrm>
            <a:off x="702546" y="410546"/>
            <a:ext cx="997090" cy="220246"/>
            <a:chOff x="0" y="0"/>
            <a:chExt cx="1137813" cy="265048"/>
          </a:xfrm>
        </p:grpSpPr>
        <p:grpSp>
          <p:nvGrpSpPr>
            <p:cNvPr id="1612" name="Google Shape;1612;p43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613" name="Google Shape;1613;p4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4" name="Google Shape;1614;p4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5" name="Google Shape;1615;p43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616" name="Google Shape;1616;p4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7" name="Google Shape;1617;p4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18" name="Google Shape;1618;p43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619" name="Google Shape;1619;p4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0" name="Google Shape;1620;p4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621" name="Google Shape;1621;p43" descr="A picture containing websit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0" y="2810747"/>
            <a:ext cx="6867304" cy="686730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grpSp>
        <p:nvGrpSpPr>
          <p:cNvPr id="1622" name="Google Shape;1622;p43"/>
          <p:cNvGrpSpPr/>
          <p:nvPr/>
        </p:nvGrpSpPr>
        <p:grpSpPr>
          <a:xfrm>
            <a:off x="3048211" y="3465286"/>
            <a:ext cx="3733588" cy="1834926"/>
            <a:chOff x="0" y="0"/>
            <a:chExt cx="4528753" cy="4148748"/>
          </a:xfrm>
        </p:grpSpPr>
        <p:sp>
          <p:nvSpPr>
            <p:cNvPr id="1623" name="Google Shape;1623;p43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43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43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43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27" name="Google Shape;1627;p43"/>
          <p:cNvSpPr txBox="1"/>
          <p:nvPr/>
        </p:nvSpPr>
        <p:spPr>
          <a:xfrm>
            <a:off x="3429000" y="3320039"/>
            <a:ext cx="2861978" cy="2082390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Hěn   piányi</a:t>
            </a:r>
            <a:endParaRPr sz="2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很 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便宜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grpSp>
        <p:nvGrpSpPr>
          <p:cNvPr id="1628" name="Google Shape;1628;p43"/>
          <p:cNvGrpSpPr/>
          <p:nvPr/>
        </p:nvGrpSpPr>
        <p:grpSpPr>
          <a:xfrm>
            <a:off x="2981729" y="6818086"/>
            <a:ext cx="3458696" cy="1834926"/>
            <a:chOff x="0" y="0"/>
            <a:chExt cx="4528753" cy="4148748"/>
          </a:xfrm>
        </p:grpSpPr>
        <p:sp>
          <p:nvSpPr>
            <p:cNvPr id="1629" name="Google Shape;1629;p43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43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43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43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3" name="Google Shape;1633;p43"/>
          <p:cNvSpPr txBox="1"/>
          <p:nvPr/>
        </p:nvSpPr>
        <p:spPr>
          <a:xfrm>
            <a:off x="2811077" y="6672839"/>
            <a:ext cx="3738856" cy="208239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Bù piányi</a:t>
            </a:r>
            <a:endParaRPr sz="2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12129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SimSun"/>
              <a:buNone/>
            </a:pPr>
            <a:r>
              <a:rPr lang="en-US" sz="5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不</a:t>
            </a:r>
            <a:r>
              <a:rPr lang="en-US" sz="5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便宜</a:t>
            </a:r>
            <a:endParaRPr sz="5400" b="1" i="0" u="none" strike="noStrike" cap="none">
              <a:solidFill>
                <a:srgbClr val="FF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8" name="Google Shape;1638;p46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639" name="Google Shape;1639;p46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46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1" name="Google Shape;1641;p46"/>
          <p:cNvGrpSpPr/>
          <p:nvPr/>
        </p:nvGrpSpPr>
        <p:grpSpPr>
          <a:xfrm>
            <a:off x="838200" y="999635"/>
            <a:ext cx="15798478" cy="2010265"/>
            <a:chOff x="0" y="0"/>
            <a:chExt cx="9318553" cy="1154163"/>
          </a:xfrm>
        </p:grpSpPr>
        <p:sp>
          <p:nvSpPr>
            <p:cNvPr id="1642" name="Google Shape;1642;p46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46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46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46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46" name="Google Shape;1646;p46"/>
          <p:cNvSpPr txBox="1"/>
          <p:nvPr/>
        </p:nvSpPr>
        <p:spPr>
          <a:xfrm>
            <a:off x="1158982" y="1517929"/>
            <a:ext cx="1524909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有（一）点儿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yǒu(yì)diǎnr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 little bit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47" name="Google Shape;1647;p46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648" name="Google Shape;1648;p46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46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0" name="Google Shape;1650;p46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1" name="Google Shape;1651;p46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2" name="Google Shape;1652;p46"/>
          <p:cNvGrpSpPr/>
          <p:nvPr/>
        </p:nvGrpSpPr>
        <p:grpSpPr>
          <a:xfrm>
            <a:off x="838199" y="999635"/>
            <a:ext cx="15705893" cy="518294"/>
            <a:chOff x="0" y="0"/>
            <a:chExt cx="27809146" cy="4631804"/>
          </a:xfrm>
        </p:grpSpPr>
        <p:sp>
          <p:nvSpPr>
            <p:cNvPr id="1653" name="Google Shape;1653;p46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46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5" name="Google Shape;1655;p46"/>
          <p:cNvGrpSpPr/>
          <p:nvPr/>
        </p:nvGrpSpPr>
        <p:grpSpPr>
          <a:xfrm>
            <a:off x="1063089" y="1119545"/>
            <a:ext cx="1166167" cy="291851"/>
            <a:chOff x="0" y="0"/>
            <a:chExt cx="1137813" cy="265048"/>
          </a:xfrm>
        </p:grpSpPr>
        <p:grpSp>
          <p:nvGrpSpPr>
            <p:cNvPr id="1656" name="Google Shape;1656;p46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657" name="Google Shape;1657;p4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8" name="Google Shape;1658;p4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59" name="Google Shape;1659;p46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660" name="Google Shape;1660;p4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1" name="Google Shape;1661;p4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62" name="Google Shape;1662;p46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663" name="Google Shape;1663;p4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4" name="Google Shape;1664;p4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665" name="Google Shape;1665;p46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66" name="Google Shape;1666;p46"/>
          <p:cNvGrpSpPr/>
          <p:nvPr/>
        </p:nvGrpSpPr>
        <p:grpSpPr>
          <a:xfrm>
            <a:off x="672177" y="2925614"/>
            <a:ext cx="16943645" cy="6961004"/>
            <a:chOff x="0" y="0"/>
            <a:chExt cx="4528753" cy="4148748"/>
          </a:xfrm>
        </p:grpSpPr>
        <p:sp>
          <p:nvSpPr>
            <p:cNvPr id="1667" name="Google Shape;1667;p4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4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4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4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71" name="Google Shape;1671;p46"/>
          <p:cNvSpPr txBox="1"/>
          <p:nvPr/>
        </p:nvSpPr>
        <p:spPr>
          <a:xfrm>
            <a:off x="659428" y="2929948"/>
            <a:ext cx="6887036" cy="2005752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“有点儿”的用法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	The usage of “有点儿”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2" name="Google Shape;1672;p46"/>
          <p:cNvSpPr txBox="1"/>
          <p:nvPr/>
        </p:nvSpPr>
        <p:spPr>
          <a:xfrm>
            <a:off x="1771346" y="5282545"/>
            <a:ext cx="14555065" cy="4265911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“有点儿” 是程度的副词。它在形容词前用来表达说话者的抱怨语气或其他负面印象。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26145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8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“有点儿”is an adverb of degree. It is used before an adjective to express a tone of a complaint by the speaker, or some other negative impression. 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7" name="Google Shape;1677;p47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678" name="Google Shape;1678;p47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9" name="Google Shape;1679;p47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80" name="Google Shape;1680;p47"/>
          <p:cNvGrpSpPr/>
          <p:nvPr/>
        </p:nvGrpSpPr>
        <p:grpSpPr>
          <a:xfrm>
            <a:off x="838200" y="999635"/>
            <a:ext cx="15798478" cy="2010265"/>
            <a:chOff x="0" y="0"/>
            <a:chExt cx="9318553" cy="1154163"/>
          </a:xfrm>
        </p:grpSpPr>
        <p:sp>
          <p:nvSpPr>
            <p:cNvPr id="1681" name="Google Shape;1681;p47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47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47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4" name="Google Shape;1684;p47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5" name="Google Shape;1685;p47"/>
          <p:cNvSpPr txBox="1"/>
          <p:nvPr/>
        </p:nvSpPr>
        <p:spPr>
          <a:xfrm>
            <a:off x="1158982" y="1517929"/>
            <a:ext cx="15249096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有（一）点儿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yǒu(yì)diǎnr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 little bit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86" name="Google Shape;1686;p47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687" name="Google Shape;1687;p47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8" name="Google Shape;1688;p47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9" name="Google Shape;1689;p47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0" name="Google Shape;1690;p47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1" name="Google Shape;1691;p47"/>
          <p:cNvGrpSpPr/>
          <p:nvPr/>
        </p:nvGrpSpPr>
        <p:grpSpPr>
          <a:xfrm>
            <a:off x="838199" y="999635"/>
            <a:ext cx="15705893" cy="518294"/>
            <a:chOff x="0" y="0"/>
            <a:chExt cx="27809146" cy="4631804"/>
          </a:xfrm>
        </p:grpSpPr>
        <p:sp>
          <p:nvSpPr>
            <p:cNvPr id="1692" name="Google Shape;1692;p47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3" name="Google Shape;1693;p47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4" name="Google Shape;1694;p47"/>
          <p:cNvGrpSpPr/>
          <p:nvPr/>
        </p:nvGrpSpPr>
        <p:grpSpPr>
          <a:xfrm>
            <a:off x="1063089" y="1119545"/>
            <a:ext cx="1166167" cy="291851"/>
            <a:chOff x="0" y="0"/>
            <a:chExt cx="1137813" cy="265048"/>
          </a:xfrm>
        </p:grpSpPr>
        <p:grpSp>
          <p:nvGrpSpPr>
            <p:cNvPr id="1695" name="Google Shape;1695;p47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696" name="Google Shape;1696;p4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7" name="Google Shape;1697;p4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98" name="Google Shape;1698;p47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699" name="Google Shape;1699;p4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0" name="Google Shape;1700;p4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1" name="Google Shape;1701;p47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702" name="Google Shape;1702;p4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3" name="Google Shape;1703;p4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704" name="Google Shape;1704;p47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05" name="Google Shape;1705;p47"/>
          <p:cNvGrpSpPr/>
          <p:nvPr/>
        </p:nvGrpSpPr>
        <p:grpSpPr>
          <a:xfrm>
            <a:off x="658551" y="2906896"/>
            <a:ext cx="16943645" cy="6961004"/>
            <a:chOff x="0" y="0"/>
            <a:chExt cx="4528753" cy="4148748"/>
          </a:xfrm>
        </p:grpSpPr>
        <p:sp>
          <p:nvSpPr>
            <p:cNvPr id="1706" name="Google Shape;1706;p4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4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4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4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10" name="Google Shape;1710;p47"/>
          <p:cNvSpPr txBox="1"/>
          <p:nvPr/>
        </p:nvSpPr>
        <p:spPr>
          <a:xfrm>
            <a:off x="5638800" y="3307953"/>
            <a:ext cx="6260942" cy="230018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有点儿 + Adjective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47"/>
          <p:cNvSpPr txBox="1"/>
          <p:nvPr/>
        </p:nvSpPr>
        <p:spPr>
          <a:xfrm>
            <a:off x="1280310" y="6140345"/>
            <a:ext cx="7599963" cy="235628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 </a:t>
            </a: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jiàn yīfu yǒudiǎnr dà.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这 件  衣服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有点儿</a:t>
            </a:r>
            <a:r>
              <a:rPr lang="en-US" sz="4000" b="0" i="0" u="sng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大</a:t>
            </a: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0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This piece of clothing is a bit big.</a:t>
            </a:r>
            <a:endParaRPr sz="105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712" name="Google Shape;1712;p47"/>
          <p:cNvSpPr txBox="1"/>
          <p:nvPr/>
        </p:nvSpPr>
        <p:spPr>
          <a:xfrm>
            <a:off x="10028002" y="5994504"/>
            <a:ext cx="7126141" cy="2415405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miàn tiáo yǒudiǎnr là.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40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面条 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有点儿</a:t>
            </a: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4000" b="0" i="0" u="sng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辣</a:t>
            </a: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The noodle is a bit spicy.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7" name="Google Shape;1717;p48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718" name="Google Shape;1718;p48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9" name="Google Shape;1719;p48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20" name="Google Shape;1720;p48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721" name="Google Shape;1721;p48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2" name="Google Shape;1722;p48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3" name="Google Shape;1723;p48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4" name="Google Shape;1724;p48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5" name="Google Shape;1725;p48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26" name="Google Shape;1726;p48"/>
          <p:cNvGrpSpPr/>
          <p:nvPr/>
        </p:nvGrpSpPr>
        <p:grpSpPr>
          <a:xfrm>
            <a:off x="755287" y="988259"/>
            <a:ext cx="13968431" cy="2010265"/>
            <a:chOff x="0" y="0"/>
            <a:chExt cx="9318553" cy="1154163"/>
          </a:xfrm>
        </p:grpSpPr>
        <p:sp>
          <p:nvSpPr>
            <p:cNvPr id="1727" name="Google Shape;1727;p48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8" name="Google Shape;1728;p48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9" name="Google Shape;1729;p48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0" name="Google Shape;1730;p48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31" name="Google Shape;1731;p48"/>
          <p:cNvSpPr txBox="1"/>
          <p:nvPr/>
        </p:nvSpPr>
        <p:spPr>
          <a:xfrm>
            <a:off x="430788" y="1502253"/>
            <a:ext cx="14857397" cy="118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6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（一）点儿 </a:t>
            </a:r>
            <a:r>
              <a:rPr lang="en-US" sz="54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yìdiǎnr</a:t>
            </a:r>
            <a:r>
              <a:rPr lang="en-US" sz="6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 little bit</a:t>
            </a:r>
            <a:endParaRPr sz="6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32" name="Google Shape;1732;p48"/>
          <p:cNvGrpSpPr/>
          <p:nvPr/>
        </p:nvGrpSpPr>
        <p:grpSpPr>
          <a:xfrm>
            <a:off x="749323" y="983959"/>
            <a:ext cx="13854461" cy="518294"/>
            <a:chOff x="0" y="0"/>
            <a:chExt cx="27809146" cy="4631804"/>
          </a:xfrm>
        </p:grpSpPr>
        <p:sp>
          <p:nvSpPr>
            <p:cNvPr id="1733" name="Google Shape;1733;p48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48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35" name="Google Shape;1735;p48"/>
          <p:cNvGrpSpPr/>
          <p:nvPr/>
        </p:nvGrpSpPr>
        <p:grpSpPr>
          <a:xfrm>
            <a:off x="974214" y="1103870"/>
            <a:ext cx="997090" cy="220246"/>
            <a:chOff x="0" y="0"/>
            <a:chExt cx="1137813" cy="265048"/>
          </a:xfrm>
        </p:grpSpPr>
        <p:grpSp>
          <p:nvGrpSpPr>
            <p:cNvPr id="1736" name="Google Shape;1736;p48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737" name="Google Shape;1737;p4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8" name="Google Shape;1738;p4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39" name="Google Shape;1739;p48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740" name="Google Shape;1740;p4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1" name="Google Shape;1741;p4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42" name="Google Shape;1742;p48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743" name="Google Shape;1743;p4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4" name="Google Shape;1744;p4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45" name="Google Shape;1745;p48"/>
          <p:cNvGrpSpPr/>
          <p:nvPr/>
        </p:nvGrpSpPr>
        <p:grpSpPr>
          <a:xfrm>
            <a:off x="749324" y="2859165"/>
            <a:ext cx="16940369" cy="7319668"/>
            <a:chOff x="-1323" y="0"/>
            <a:chExt cx="4530076" cy="4148748"/>
          </a:xfrm>
        </p:grpSpPr>
        <p:sp>
          <p:nvSpPr>
            <p:cNvPr id="1746" name="Google Shape;1746;p48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7" name="Google Shape;1747;p48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48"/>
            <p:cNvSpPr/>
            <p:nvPr/>
          </p:nvSpPr>
          <p:spPr>
            <a:xfrm>
              <a:off x="-1323" y="12539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48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50" name="Google Shape;1750;p48"/>
          <p:cNvSpPr txBox="1"/>
          <p:nvPr/>
        </p:nvSpPr>
        <p:spPr>
          <a:xfrm>
            <a:off x="1130458" y="3115761"/>
            <a:ext cx="7112894" cy="1868845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“一点儿”的用法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	The usage of “一点儿”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1" name="Google Shape;1751;p48"/>
          <p:cNvSpPr txBox="1"/>
          <p:nvPr/>
        </p:nvSpPr>
        <p:spPr>
          <a:xfrm>
            <a:off x="1143000" y="5068522"/>
            <a:ext cx="15844375" cy="4247317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通常在名词之前作定语。也可放在形容词后面，用来比较或表达说话者的期望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。</a:t>
            </a:r>
            <a:endParaRPr sz="14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 It is usually used before a noun as an attributive modifier. “</a:t>
            </a:r>
            <a:r>
              <a:rPr lang="en-US" sz="4000" b="0" i="0" u="none" strike="noStrike" cap="none" dirty="0" err="1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一点儿</a:t>
            </a:r>
            <a:r>
              <a:rPr lang="en-US" sz="4000" b="0" i="0" u="none" strike="noStrike" cap="none" dirty="0">
                <a:solidFill>
                  <a:srgbClr val="2E2F30"/>
                </a:solidFill>
                <a:latin typeface="SimSun" panose="02010600030101010101" pitchFamily="2" charset="-122"/>
                <a:ea typeface="SimSun" panose="02010600030101010101" pitchFamily="2" charset="-122"/>
                <a:cs typeface="Calibri"/>
                <a:sym typeface="Calibri"/>
              </a:rPr>
              <a:t>” can also be placed after an adjective for comparing or expressing the speaker's expectations.</a:t>
            </a:r>
            <a:endParaRPr sz="1200" b="0" i="0" u="none" strike="noStrike" cap="none" dirty="0">
              <a:solidFill>
                <a:srgbClr val="000000"/>
              </a:solidFill>
              <a:latin typeface="SimSun" panose="02010600030101010101" pitchFamily="2" charset="-122"/>
              <a:ea typeface="SimSun" panose="02010600030101010101" pitchFamily="2" charset="-122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6" name="Google Shape;1756;p49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757" name="Google Shape;1757;p49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8" name="Google Shape;1758;p49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59" name="Google Shape;1759;p49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760" name="Google Shape;1760;p49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1" name="Google Shape;1761;p49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2" name="Google Shape;1762;p49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3" name="Google Shape;1763;p49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4" name="Google Shape;1764;p49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5" name="Google Shape;1765;p49"/>
          <p:cNvGrpSpPr/>
          <p:nvPr/>
        </p:nvGrpSpPr>
        <p:grpSpPr>
          <a:xfrm>
            <a:off x="755287" y="988259"/>
            <a:ext cx="13968431" cy="2010265"/>
            <a:chOff x="0" y="0"/>
            <a:chExt cx="9318553" cy="1154163"/>
          </a:xfrm>
        </p:grpSpPr>
        <p:sp>
          <p:nvSpPr>
            <p:cNvPr id="1766" name="Google Shape;1766;p49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7" name="Google Shape;1767;p49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8" name="Google Shape;1768;p49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9" name="Google Shape;1769;p49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0" name="Google Shape;1770;p49"/>
          <p:cNvSpPr txBox="1"/>
          <p:nvPr/>
        </p:nvSpPr>
        <p:spPr>
          <a:xfrm>
            <a:off x="430788" y="1502253"/>
            <a:ext cx="1485739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（一）点儿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yìdiǎnr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6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 little bit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71" name="Google Shape;1771;p49"/>
          <p:cNvGrpSpPr/>
          <p:nvPr/>
        </p:nvGrpSpPr>
        <p:grpSpPr>
          <a:xfrm>
            <a:off x="749323" y="983959"/>
            <a:ext cx="13854461" cy="518294"/>
            <a:chOff x="0" y="0"/>
            <a:chExt cx="27809146" cy="4631804"/>
          </a:xfrm>
        </p:grpSpPr>
        <p:sp>
          <p:nvSpPr>
            <p:cNvPr id="1772" name="Google Shape;1772;p49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49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74" name="Google Shape;1774;p49"/>
          <p:cNvGrpSpPr/>
          <p:nvPr/>
        </p:nvGrpSpPr>
        <p:grpSpPr>
          <a:xfrm>
            <a:off x="974214" y="1103870"/>
            <a:ext cx="997090" cy="220246"/>
            <a:chOff x="0" y="0"/>
            <a:chExt cx="1137813" cy="265048"/>
          </a:xfrm>
        </p:grpSpPr>
        <p:grpSp>
          <p:nvGrpSpPr>
            <p:cNvPr id="1775" name="Google Shape;1775;p49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776" name="Google Shape;1776;p4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7" name="Google Shape;1777;p4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78" name="Google Shape;1778;p49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779" name="Google Shape;1779;p4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0" name="Google Shape;1780;p4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81" name="Google Shape;1781;p49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782" name="Google Shape;1782;p4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3" name="Google Shape;1783;p4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84" name="Google Shape;1784;p49"/>
          <p:cNvGrpSpPr/>
          <p:nvPr/>
        </p:nvGrpSpPr>
        <p:grpSpPr>
          <a:xfrm>
            <a:off x="754271" y="2859165"/>
            <a:ext cx="16935422" cy="7319668"/>
            <a:chOff x="0" y="0"/>
            <a:chExt cx="4528753" cy="4148748"/>
          </a:xfrm>
        </p:grpSpPr>
        <p:sp>
          <p:nvSpPr>
            <p:cNvPr id="1785" name="Google Shape;1785;p49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6" name="Google Shape;1786;p49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7" name="Google Shape;1787;p49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8" name="Google Shape;1788;p49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89" name="Google Shape;1789;p49"/>
          <p:cNvSpPr txBox="1"/>
          <p:nvPr/>
        </p:nvSpPr>
        <p:spPr>
          <a:xfrm>
            <a:off x="6217365" y="3619500"/>
            <a:ext cx="6260942" cy="230018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一点儿 + Noun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0" name="Google Shape;1790;p49"/>
          <p:cNvSpPr txBox="1"/>
          <p:nvPr/>
        </p:nvSpPr>
        <p:spPr>
          <a:xfrm>
            <a:off x="6013582" y="6482893"/>
            <a:ext cx="8105783" cy="2799549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Tā  huì  yìdiǎnr  hànyǔ.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他  会 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一点儿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4400" b="0" i="0" u="sng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汉语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 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He knows a little Chinese.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5" name="Google Shape;1795;p5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796" name="Google Shape;1796;p5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7" name="Google Shape;1797;p5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798" name="Google Shape;1798;p50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799" name="Google Shape;1799;p50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0" name="Google Shape;1800;p50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1" name="Google Shape;1801;p50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50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3" name="Google Shape;1803;p50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04" name="Google Shape;1804;p50"/>
          <p:cNvGrpSpPr/>
          <p:nvPr/>
        </p:nvGrpSpPr>
        <p:grpSpPr>
          <a:xfrm>
            <a:off x="755287" y="988259"/>
            <a:ext cx="13968431" cy="2010265"/>
            <a:chOff x="0" y="0"/>
            <a:chExt cx="9318553" cy="1154163"/>
          </a:xfrm>
        </p:grpSpPr>
        <p:sp>
          <p:nvSpPr>
            <p:cNvPr id="1805" name="Google Shape;1805;p50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50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7" name="Google Shape;1807;p50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8" name="Google Shape;1808;p50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09" name="Google Shape;1809;p50"/>
          <p:cNvSpPr txBox="1"/>
          <p:nvPr/>
        </p:nvSpPr>
        <p:spPr>
          <a:xfrm>
            <a:off x="430788" y="1502253"/>
            <a:ext cx="14857397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（一）点儿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yìdiǎnr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  </a:t>
            </a:r>
            <a:r>
              <a:rPr lang="en-US" sz="66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a little bit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10" name="Google Shape;1810;p50"/>
          <p:cNvGrpSpPr/>
          <p:nvPr/>
        </p:nvGrpSpPr>
        <p:grpSpPr>
          <a:xfrm>
            <a:off x="749323" y="983959"/>
            <a:ext cx="13854461" cy="518294"/>
            <a:chOff x="0" y="0"/>
            <a:chExt cx="27809146" cy="4631804"/>
          </a:xfrm>
        </p:grpSpPr>
        <p:sp>
          <p:nvSpPr>
            <p:cNvPr id="1811" name="Google Shape;1811;p50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2" name="Google Shape;1812;p50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F2DA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13" name="Google Shape;1813;p50"/>
          <p:cNvGrpSpPr/>
          <p:nvPr/>
        </p:nvGrpSpPr>
        <p:grpSpPr>
          <a:xfrm>
            <a:off x="974214" y="1103870"/>
            <a:ext cx="997090" cy="220246"/>
            <a:chOff x="0" y="0"/>
            <a:chExt cx="1137813" cy="265048"/>
          </a:xfrm>
        </p:grpSpPr>
        <p:grpSp>
          <p:nvGrpSpPr>
            <p:cNvPr id="1814" name="Google Shape;1814;p50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815" name="Google Shape;1815;p5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6" name="Google Shape;1816;p5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17" name="Google Shape;1817;p50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818" name="Google Shape;1818;p5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9" name="Google Shape;1819;p5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20" name="Google Shape;1820;p50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821" name="Google Shape;1821;p5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2" name="Google Shape;1822;p5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23" name="Google Shape;1823;p50"/>
          <p:cNvGrpSpPr/>
          <p:nvPr/>
        </p:nvGrpSpPr>
        <p:grpSpPr>
          <a:xfrm>
            <a:off x="228600" y="2859165"/>
            <a:ext cx="17906995" cy="7312264"/>
            <a:chOff x="0" y="0"/>
            <a:chExt cx="4528753" cy="4148748"/>
          </a:xfrm>
        </p:grpSpPr>
        <p:sp>
          <p:nvSpPr>
            <p:cNvPr id="1824" name="Google Shape;1824;p50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5" name="Google Shape;1825;p50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6" name="Google Shape;1826;p50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7" name="Google Shape;1827;p50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28" name="Google Shape;1828;p50"/>
          <p:cNvSpPr txBox="1"/>
          <p:nvPr/>
        </p:nvSpPr>
        <p:spPr>
          <a:xfrm>
            <a:off x="6217365" y="2933700"/>
            <a:ext cx="6260942" cy="1868845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Adjective+一点儿 </a:t>
            </a: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9" name="Google Shape;1829;p50"/>
          <p:cNvSpPr txBox="1"/>
          <p:nvPr/>
        </p:nvSpPr>
        <p:spPr>
          <a:xfrm>
            <a:off x="418549" y="4829016"/>
            <a:ext cx="9785765" cy="225292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jiàn yīfu yǒu xiǎo yìdiǎnr de ma？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这  件 衣服有 </a:t>
            </a:r>
            <a:r>
              <a:rPr lang="en-US" sz="3600" b="0" i="0" u="sng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小</a:t>
            </a: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36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一点儿</a:t>
            </a: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的吗？</a:t>
            </a:r>
            <a:endParaRPr sz="36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Do you have a dress that is a bit smaller?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830" name="Google Shape;1830;p50"/>
          <p:cNvSpPr txBox="1"/>
          <p:nvPr/>
        </p:nvSpPr>
        <p:spPr>
          <a:xfrm>
            <a:off x="6087354" y="7369104"/>
            <a:ext cx="11358860" cy="216796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tái diànnǎo kěyǐ piányi yìdiǎnr mɑ?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这 台 电脑  可以 </a:t>
            </a:r>
            <a:r>
              <a:rPr lang="en-US" sz="3600" b="0" i="0" u="sng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便宜</a:t>
            </a: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36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一点儿</a:t>
            </a: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吗？</a:t>
            </a:r>
            <a:endParaRPr sz="36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Could you give me a little discount on this computer?</a:t>
            </a:r>
            <a:endParaRPr sz="105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5" name="Google Shape;1835;p51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836" name="Google Shape;1836;p51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7" name="Google Shape;1837;p51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38" name="Google Shape;1838;p51"/>
          <p:cNvGrpSpPr/>
          <p:nvPr/>
        </p:nvGrpSpPr>
        <p:grpSpPr>
          <a:xfrm>
            <a:off x="669818" y="991915"/>
            <a:ext cx="15495366" cy="1828800"/>
            <a:chOff x="0" y="0"/>
            <a:chExt cx="9318553" cy="1154163"/>
          </a:xfrm>
        </p:grpSpPr>
        <p:sp>
          <p:nvSpPr>
            <p:cNvPr id="1839" name="Google Shape;1839;p51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0" name="Google Shape;1840;p51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1" name="Google Shape;1841;p51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2" name="Google Shape;1842;p51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43" name="Google Shape;1843;p51"/>
          <p:cNvSpPr txBox="1"/>
          <p:nvPr/>
        </p:nvSpPr>
        <p:spPr>
          <a:xfrm>
            <a:off x="1219200" y="1510208"/>
            <a:ext cx="147935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多少 pron.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duōshǎo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how much; how many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44" name="Google Shape;1844;p51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845" name="Google Shape;1845;p51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6" name="Google Shape;1846;p51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7" name="Google Shape;1847;p51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8" name="Google Shape;1848;p51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49" name="Google Shape;1849;p51"/>
          <p:cNvGrpSpPr/>
          <p:nvPr/>
        </p:nvGrpSpPr>
        <p:grpSpPr>
          <a:xfrm>
            <a:off x="674120" y="991913"/>
            <a:ext cx="15358019" cy="588362"/>
            <a:chOff x="0" y="0"/>
            <a:chExt cx="27809146" cy="4631804"/>
          </a:xfrm>
        </p:grpSpPr>
        <p:sp>
          <p:nvSpPr>
            <p:cNvPr id="1850" name="Google Shape;1850;p51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1" name="Google Shape;1851;p51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2" name="Google Shape;1852;p51"/>
          <p:cNvGrpSpPr/>
          <p:nvPr/>
        </p:nvGrpSpPr>
        <p:grpSpPr>
          <a:xfrm>
            <a:off x="950196" y="1111825"/>
            <a:ext cx="997090" cy="220246"/>
            <a:chOff x="0" y="0"/>
            <a:chExt cx="1137813" cy="265048"/>
          </a:xfrm>
        </p:grpSpPr>
        <p:grpSp>
          <p:nvGrpSpPr>
            <p:cNvPr id="1853" name="Google Shape;1853;p51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854" name="Google Shape;1854;p5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5" name="Google Shape;1855;p5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6" name="Google Shape;1856;p51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857" name="Google Shape;1857;p5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8" name="Google Shape;1858;p5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9" name="Google Shape;1859;p51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860" name="Google Shape;1860;p5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1" name="Google Shape;1861;p5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862" name="Google Shape;1862;p51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63" name="Google Shape;1863;p51"/>
          <p:cNvGrpSpPr/>
          <p:nvPr/>
        </p:nvGrpSpPr>
        <p:grpSpPr>
          <a:xfrm>
            <a:off x="754271" y="2781300"/>
            <a:ext cx="16935422" cy="7319668"/>
            <a:chOff x="0" y="0"/>
            <a:chExt cx="4528753" cy="4148748"/>
          </a:xfrm>
        </p:grpSpPr>
        <p:sp>
          <p:nvSpPr>
            <p:cNvPr id="1864" name="Google Shape;1864;p51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5" name="Google Shape;1865;p51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6" name="Google Shape;1866;p51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7" name="Google Shape;1867;p51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68" name="Google Shape;1868;p51"/>
          <p:cNvSpPr txBox="1"/>
          <p:nvPr/>
        </p:nvSpPr>
        <p:spPr>
          <a:xfrm>
            <a:off x="1130458" y="3103149"/>
            <a:ext cx="6260942" cy="150695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“多少”的用法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	The usage of “多少”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9" name="Google Shape;1869;p51"/>
          <p:cNvSpPr txBox="1"/>
          <p:nvPr/>
        </p:nvSpPr>
        <p:spPr>
          <a:xfrm>
            <a:off x="1361859" y="5751406"/>
            <a:ext cx="15323643" cy="4247317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“多少” 用于表达各种数量，相关句子可以有量词或者没有都可以。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As for “多少”, it can be used to express different kinds of quantity. A measure word can either be used or not used. (Anything is fine)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4" name="Google Shape;1874;p52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875" name="Google Shape;1875;p52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6" name="Google Shape;1876;p52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77" name="Google Shape;1877;p52"/>
          <p:cNvGrpSpPr/>
          <p:nvPr/>
        </p:nvGrpSpPr>
        <p:grpSpPr>
          <a:xfrm>
            <a:off x="669818" y="991915"/>
            <a:ext cx="15495366" cy="1828800"/>
            <a:chOff x="0" y="0"/>
            <a:chExt cx="9318553" cy="1154163"/>
          </a:xfrm>
        </p:grpSpPr>
        <p:sp>
          <p:nvSpPr>
            <p:cNvPr id="1878" name="Google Shape;1878;p52"/>
            <p:cNvSpPr/>
            <p:nvPr/>
          </p:nvSpPr>
          <p:spPr>
            <a:xfrm>
              <a:off x="80010" y="8001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1006843"/>
                  </a:moveTo>
                  <a:lnTo>
                    <a:pt x="0" y="1061453"/>
                  </a:lnTo>
                  <a:lnTo>
                    <a:pt x="9225843" y="1061453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006843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9" name="Google Shape;1879;p52"/>
            <p:cNvSpPr/>
            <p:nvPr/>
          </p:nvSpPr>
          <p:spPr>
            <a:xfrm>
              <a:off x="67310" y="6731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019543"/>
                  </a:lnTo>
                  <a:lnTo>
                    <a:pt x="0" y="1019543"/>
                  </a:lnTo>
                  <a:lnTo>
                    <a:pt x="0" y="1086853"/>
                  </a:lnTo>
                  <a:lnTo>
                    <a:pt x="9251243" y="1086853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0" name="Google Shape;1880;p52"/>
            <p:cNvSpPr/>
            <p:nvPr/>
          </p:nvSpPr>
          <p:spPr>
            <a:xfrm>
              <a:off x="12700" y="12700"/>
              <a:ext cx="9225843" cy="1061453"/>
            </a:xfrm>
            <a:custGeom>
              <a:avLst/>
              <a:gdLst/>
              <a:ahLst/>
              <a:cxnLst/>
              <a:rect l="l" t="t" r="r" b="b"/>
              <a:pathLst>
                <a:path w="9225843" h="1061453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061453"/>
                  </a:lnTo>
                  <a:lnTo>
                    <a:pt x="0" y="106145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1" name="Google Shape;1881;p52"/>
            <p:cNvSpPr/>
            <p:nvPr/>
          </p:nvSpPr>
          <p:spPr>
            <a:xfrm>
              <a:off x="0" y="0"/>
              <a:ext cx="9251243" cy="1086853"/>
            </a:xfrm>
            <a:custGeom>
              <a:avLst/>
              <a:gdLst/>
              <a:ahLst/>
              <a:cxnLst/>
              <a:rect l="l" t="t" r="r" b="b"/>
              <a:pathLst>
                <a:path w="9251243" h="1086853" extrusionOk="0">
                  <a:moveTo>
                    <a:pt x="80010" y="1086853"/>
                  </a:moveTo>
                  <a:lnTo>
                    <a:pt x="9251243" y="1086853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086853"/>
                  </a:lnTo>
                  <a:lnTo>
                    <a:pt x="67310" y="1086853"/>
                  </a:lnTo>
                  <a:lnTo>
                    <a:pt x="80010" y="1086853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074153"/>
                  </a:lnTo>
                  <a:lnTo>
                    <a:pt x="12700" y="1074153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82" name="Google Shape;1882;p52"/>
          <p:cNvSpPr txBox="1"/>
          <p:nvPr/>
        </p:nvSpPr>
        <p:spPr>
          <a:xfrm>
            <a:off x="1219200" y="1510208"/>
            <a:ext cx="1479358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665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Font typeface="SimSun"/>
              <a:buNone/>
            </a:pP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多少 pron. </a:t>
            </a:r>
            <a:r>
              <a:rPr lang="en-US" sz="48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duōshǎo</a:t>
            </a:r>
            <a:r>
              <a:rPr lang="en-US" sz="72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6000" b="0" i="0" u="none" strike="noStrike" cap="none">
                <a:solidFill>
                  <a:srgbClr val="000000"/>
                </a:solidFill>
                <a:latin typeface="SimSun"/>
                <a:ea typeface="SimSun"/>
                <a:cs typeface="SimSun"/>
                <a:sym typeface="SimSun"/>
              </a:rPr>
              <a:t>how much; how many</a:t>
            </a:r>
            <a:endParaRPr sz="6999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83" name="Google Shape;1883;p52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884" name="Google Shape;1884;p52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5" name="Google Shape;1885;p52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6" name="Google Shape;1886;p52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7" name="Google Shape;1887;p52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8" name="Google Shape;1888;p52"/>
          <p:cNvGrpSpPr/>
          <p:nvPr/>
        </p:nvGrpSpPr>
        <p:grpSpPr>
          <a:xfrm>
            <a:off x="674120" y="991913"/>
            <a:ext cx="15358019" cy="588362"/>
            <a:chOff x="0" y="0"/>
            <a:chExt cx="27809146" cy="4631804"/>
          </a:xfrm>
        </p:grpSpPr>
        <p:sp>
          <p:nvSpPr>
            <p:cNvPr id="1889" name="Google Shape;1889;p52"/>
            <p:cNvSpPr/>
            <p:nvPr/>
          </p:nvSpPr>
          <p:spPr>
            <a:xfrm>
              <a:off x="72390" y="72390"/>
              <a:ext cx="27664367" cy="4487024"/>
            </a:xfrm>
            <a:custGeom>
              <a:avLst/>
              <a:gdLst/>
              <a:ahLst/>
              <a:cxnLst/>
              <a:rect l="l" t="t" r="r" b="b"/>
              <a:pathLst>
                <a:path w="27664367" h="4487024" extrusionOk="0">
                  <a:moveTo>
                    <a:pt x="0" y="0"/>
                  </a:moveTo>
                  <a:lnTo>
                    <a:pt x="27664367" y="0"/>
                  </a:lnTo>
                  <a:lnTo>
                    <a:pt x="27664367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0" name="Google Shape;1890;p52"/>
            <p:cNvSpPr/>
            <p:nvPr/>
          </p:nvSpPr>
          <p:spPr>
            <a:xfrm>
              <a:off x="0" y="0"/>
              <a:ext cx="27809146" cy="4631804"/>
            </a:xfrm>
            <a:custGeom>
              <a:avLst/>
              <a:gdLst/>
              <a:ahLst/>
              <a:cxnLst/>
              <a:rect l="l" t="t" r="r" b="b"/>
              <a:pathLst>
                <a:path w="27809146" h="4631804" extrusionOk="0">
                  <a:moveTo>
                    <a:pt x="27664367" y="4487024"/>
                  </a:moveTo>
                  <a:lnTo>
                    <a:pt x="27809146" y="4487024"/>
                  </a:lnTo>
                  <a:lnTo>
                    <a:pt x="27809146" y="4631804"/>
                  </a:lnTo>
                  <a:lnTo>
                    <a:pt x="27664367" y="4631804"/>
                  </a:lnTo>
                  <a:lnTo>
                    <a:pt x="27664367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27664367" y="144780"/>
                  </a:moveTo>
                  <a:lnTo>
                    <a:pt x="27809146" y="144780"/>
                  </a:lnTo>
                  <a:lnTo>
                    <a:pt x="27809146" y="4487024"/>
                  </a:lnTo>
                  <a:lnTo>
                    <a:pt x="27664367" y="4487024"/>
                  </a:lnTo>
                  <a:lnTo>
                    <a:pt x="27664367" y="144780"/>
                  </a:lnTo>
                  <a:close/>
                  <a:moveTo>
                    <a:pt x="144780" y="4487024"/>
                  </a:moveTo>
                  <a:lnTo>
                    <a:pt x="27664367" y="4487024"/>
                  </a:lnTo>
                  <a:lnTo>
                    <a:pt x="27664367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27664367" y="0"/>
                  </a:moveTo>
                  <a:lnTo>
                    <a:pt x="27809146" y="0"/>
                  </a:lnTo>
                  <a:lnTo>
                    <a:pt x="27809146" y="144780"/>
                  </a:lnTo>
                  <a:lnTo>
                    <a:pt x="27664367" y="144780"/>
                  </a:lnTo>
                  <a:lnTo>
                    <a:pt x="27664367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7664367" y="0"/>
                  </a:lnTo>
                  <a:lnTo>
                    <a:pt x="27664367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DAEEF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91" name="Google Shape;1891;p52"/>
          <p:cNvGrpSpPr/>
          <p:nvPr/>
        </p:nvGrpSpPr>
        <p:grpSpPr>
          <a:xfrm>
            <a:off x="950196" y="1111825"/>
            <a:ext cx="997090" cy="220246"/>
            <a:chOff x="0" y="0"/>
            <a:chExt cx="1137813" cy="265048"/>
          </a:xfrm>
        </p:grpSpPr>
        <p:grpSp>
          <p:nvGrpSpPr>
            <p:cNvPr id="1892" name="Google Shape;1892;p52"/>
            <p:cNvGrpSpPr/>
            <p:nvPr/>
          </p:nvGrpSpPr>
          <p:grpSpPr>
            <a:xfrm>
              <a:off x="876308" y="3543"/>
              <a:ext cx="261505" cy="261505"/>
              <a:chOff x="0" y="0"/>
              <a:chExt cx="495300" cy="495300"/>
            </a:xfrm>
          </p:grpSpPr>
          <p:sp>
            <p:nvSpPr>
              <p:cNvPr id="1893" name="Google Shape;1893;p5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4" name="Google Shape;1894;p5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5" name="Google Shape;1895;p52"/>
            <p:cNvGrpSpPr/>
            <p:nvPr/>
          </p:nvGrpSpPr>
          <p:grpSpPr>
            <a:xfrm>
              <a:off x="449647" y="0"/>
              <a:ext cx="261505" cy="261505"/>
              <a:chOff x="0" y="0"/>
              <a:chExt cx="495300" cy="495300"/>
            </a:xfrm>
          </p:grpSpPr>
          <p:sp>
            <p:nvSpPr>
              <p:cNvPr id="1896" name="Google Shape;1896;p5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7" name="Google Shape;1897;p5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98" name="Google Shape;1898;p52"/>
            <p:cNvGrpSpPr/>
            <p:nvPr/>
          </p:nvGrpSpPr>
          <p:grpSpPr>
            <a:xfrm>
              <a:off x="0" y="0"/>
              <a:ext cx="261505" cy="261505"/>
              <a:chOff x="0" y="0"/>
              <a:chExt cx="495300" cy="495300"/>
            </a:xfrm>
          </p:grpSpPr>
          <p:sp>
            <p:nvSpPr>
              <p:cNvPr id="1899" name="Google Shape;1899;p5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5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901" name="Google Shape;1901;p52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02" name="Google Shape;1902;p52"/>
          <p:cNvGrpSpPr/>
          <p:nvPr/>
        </p:nvGrpSpPr>
        <p:grpSpPr>
          <a:xfrm>
            <a:off x="754271" y="2781300"/>
            <a:ext cx="16935422" cy="7505700"/>
            <a:chOff x="0" y="0"/>
            <a:chExt cx="4528753" cy="4148748"/>
          </a:xfrm>
        </p:grpSpPr>
        <p:sp>
          <p:nvSpPr>
            <p:cNvPr id="1903" name="Google Shape;1903;p52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4" name="Google Shape;1904;p52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52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6" name="Google Shape;1906;p52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07" name="Google Shape;1907;p52"/>
          <p:cNvSpPr txBox="1"/>
          <p:nvPr/>
        </p:nvSpPr>
        <p:spPr>
          <a:xfrm>
            <a:off x="5394159" y="2933700"/>
            <a:ext cx="7403942" cy="230018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多少 + (Measure word) + Noun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52"/>
          <p:cNvSpPr txBox="1"/>
          <p:nvPr/>
        </p:nvSpPr>
        <p:spPr>
          <a:xfrm>
            <a:off x="1219200" y="4936250"/>
            <a:ext cx="8646432" cy="252620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 xiànzài yǒu duōshǎo qián？</a:t>
            </a:r>
            <a:endParaRPr sz="32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你  现在 有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多少   钱</a:t>
            </a: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</a:t>
            </a:r>
            <a:endParaRPr sz="40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How much money do you have now?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909" name="Google Shape;1909;p52"/>
          <p:cNvSpPr txBox="1"/>
          <p:nvPr/>
        </p:nvSpPr>
        <p:spPr>
          <a:xfrm>
            <a:off x="6776284" y="7379070"/>
            <a:ext cx="10322832" cy="244124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Wǒmen xuéxiào yǒu duōshǎo (ɡè) xuéshenɡ?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我们  学校  有  </a:t>
            </a:r>
            <a:r>
              <a:rPr lang="en-US" sz="40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多少 （个）学生</a:t>
            </a: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</a:t>
            </a:r>
            <a:endParaRPr sz="40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How many students are there in your school?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4" name="Google Shape;1914;p53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915" name="Google Shape;1915;p53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6" name="Google Shape;1916;p53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7" name="Google Shape;1917;p53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918" name="Google Shape;1918;p53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9" name="Google Shape;1919;p53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0" name="Google Shape;1920;p53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1" name="Google Shape;1921;p53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2" name="Google Shape;1922;p53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3" name="Google Shape;1923;p53"/>
          <p:cNvGrpSpPr/>
          <p:nvPr/>
        </p:nvGrpSpPr>
        <p:grpSpPr>
          <a:xfrm>
            <a:off x="754271" y="1028700"/>
            <a:ext cx="16935422" cy="8915400"/>
            <a:chOff x="0" y="0"/>
            <a:chExt cx="4528753" cy="4148748"/>
          </a:xfrm>
        </p:grpSpPr>
        <p:sp>
          <p:nvSpPr>
            <p:cNvPr id="1924" name="Google Shape;1924;p53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5" name="Google Shape;1925;p53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53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7" name="Google Shape;1927;p53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28" name="Google Shape;1928;p53"/>
          <p:cNvSpPr txBox="1"/>
          <p:nvPr/>
        </p:nvSpPr>
        <p:spPr>
          <a:xfrm>
            <a:off x="1130458" y="1350549"/>
            <a:ext cx="7753434" cy="1866180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“几”的用法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	The usage of “几”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9" name="Google Shape;1929;p53"/>
          <p:cNvSpPr txBox="1"/>
          <p:nvPr/>
        </p:nvSpPr>
        <p:spPr>
          <a:xfrm>
            <a:off x="990600" y="3692484"/>
            <a:ext cx="16139021" cy="5521383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“几”、“多少” 用于询问数量，“几”一般用来询问十以下的数量，一般为 “几”+ 量词 + 名词。十以上的数量用“多少”来询问。一般为 “多少”+ 量词 + 名词。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“几” and “多少” are used to inquire about the quantity. “几” is generally used to talk about numbers below ten. 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2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Generally, “几”+ measure word + noun is used “多少” to ask about quantities above ten. </a:t>
            </a:r>
            <a:endParaRPr sz="3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4" name="Google Shape;1934;p54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935" name="Google Shape;1935;p54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6" name="Google Shape;1936;p54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37" name="Google Shape;1937;p54"/>
          <p:cNvGrpSpPr/>
          <p:nvPr/>
        </p:nvGrpSpPr>
        <p:grpSpPr>
          <a:xfrm>
            <a:off x="14231000" y="108167"/>
            <a:ext cx="3550849" cy="804516"/>
            <a:chOff x="0" y="0"/>
            <a:chExt cx="2593638" cy="1379941"/>
          </a:xfrm>
        </p:grpSpPr>
        <p:sp>
          <p:nvSpPr>
            <p:cNvPr id="1938" name="Google Shape;1938;p54"/>
            <p:cNvSpPr/>
            <p:nvPr/>
          </p:nvSpPr>
          <p:spPr>
            <a:xfrm>
              <a:off x="80010" y="8001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1232621"/>
                  </a:moveTo>
                  <a:lnTo>
                    <a:pt x="0" y="1287231"/>
                  </a:lnTo>
                  <a:lnTo>
                    <a:pt x="2500928" y="1287231"/>
                  </a:lnTo>
                  <a:lnTo>
                    <a:pt x="2500928" y="0"/>
                  </a:lnTo>
                  <a:lnTo>
                    <a:pt x="2446318" y="0"/>
                  </a:lnTo>
                  <a:lnTo>
                    <a:pt x="2446318" y="1232621"/>
                  </a:lnTo>
                  <a:close/>
                </a:path>
              </a:pathLst>
            </a:custGeom>
            <a:solidFill>
              <a:srgbClr val="B6E3F9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9" name="Google Shape;1939;p54"/>
            <p:cNvSpPr/>
            <p:nvPr/>
          </p:nvSpPr>
          <p:spPr>
            <a:xfrm>
              <a:off x="67310" y="6731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2459018" y="0"/>
                  </a:moveTo>
                  <a:lnTo>
                    <a:pt x="2459018" y="12700"/>
                  </a:ln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45321"/>
                  </a:lnTo>
                  <a:lnTo>
                    <a:pt x="0" y="1245321"/>
                  </a:lnTo>
                  <a:lnTo>
                    <a:pt x="0" y="1312631"/>
                  </a:lnTo>
                  <a:lnTo>
                    <a:pt x="2526328" y="1312631"/>
                  </a:lnTo>
                  <a:lnTo>
                    <a:pt x="252632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54"/>
            <p:cNvSpPr/>
            <p:nvPr/>
          </p:nvSpPr>
          <p:spPr>
            <a:xfrm>
              <a:off x="12700" y="12700"/>
              <a:ext cx="2500928" cy="1287231"/>
            </a:xfrm>
            <a:custGeom>
              <a:avLst/>
              <a:gdLst/>
              <a:ahLst/>
              <a:cxnLst/>
              <a:rect l="l" t="t" r="r" b="b"/>
              <a:pathLst>
                <a:path w="2500928" h="1287231" extrusionOk="0">
                  <a:moveTo>
                    <a:pt x="0" y="0"/>
                  </a:moveTo>
                  <a:lnTo>
                    <a:pt x="2500928" y="0"/>
                  </a:lnTo>
                  <a:lnTo>
                    <a:pt x="2500928" y="1287231"/>
                  </a:lnTo>
                  <a:lnTo>
                    <a:pt x="0" y="1287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54"/>
            <p:cNvSpPr/>
            <p:nvPr/>
          </p:nvSpPr>
          <p:spPr>
            <a:xfrm>
              <a:off x="0" y="0"/>
              <a:ext cx="2526328" cy="1312631"/>
            </a:xfrm>
            <a:custGeom>
              <a:avLst/>
              <a:gdLst/>
              <a:ahLst/>
              <a:cxnLst/>
              <a:rect l="l" t="t" r="r" b="b"/>
              <a:pathLst>
                <a:path w="2526328" h="1312631" extrusionOk="0">
                  <a:moveTo>
                    <a:pt x="80010" y="1312631"/>
                  </a:moveTo>
                  <a:lnTo>
                    <a:pt x="2526328" y="1312631"/>
                  </a:lnTo>
                  <a:lnTo>
                    <a:pt x="2526328" y="80010"/>
                  </a:lnTo>
                  <a:lnTo>
                    <a:pt x="2526328" y="67310"/>
                  </a:lnTo>
                  <a:lnTo>
                    <a:pt x="2526328" y="0"/>
                  </a:lnTo>
                  <a:lnTo>
                    <a:pt x="0" y="0"/>
                  </a:lnTo>
                  <a:lnTo>
                    <a:pt x="0" y="1312631"/>
                  </a:lnTo>
                  <a:lnTo>
                    <a:pt x="67310" y="1312631"/>
                  </a:lnTo>
                  <a:lnTo>
                    <a:pt x="80010" y="1312631"/>
                  </a:lnTo>
                  <a:close/>
                  <a:moveTo>
                    <a:pt x="12700" y="12700"/>
                  </a:moveTo>
                  <a:lnTo>
                    <a:pt x="2513628" y="12700"/>
                  </a:lnTo>
                  <a:lnTo>
                    <a:pt x="2513628" y="1299931"/>
                  </a:lnTo>
                  <a:lnTo>
                    <a:pt x="12700" y="129993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2" name="Google Shape;1942;p54"/>
          <p:cNvSpPr txBox="1"/>
          <p:nvPr/>
        </p:nvSpPr>
        <p:spPr>
          <a:xfrm>
            <a:off x="13932920" y="38100"/>
            <a:ext cx="4050280" cy="804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生词 New words</a:t>
            </a:r>
            <a:endParaRPr sz="36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43" name="Google Shape;1943;p54"/>
          <p:cNvGrpSpPr/>
          <p:nvPr/>
        </p:nvGrpSpPr>
        <p:grpSpPr>
          <a:xfrm>
            <a:off x="754271" y="1028700"/>
            <a:ext cx="16935422" cy="8915400"/>
            <a:chOff x="0" y="0"/>
            <a:chExt cx="4528753" cy="4148748"/>
          </a:xfrm>
        </p:grpSpPr>
        <p:sp>
          <p:nvSpPr>
            <p:cNvPr id="1944" name="Google Shape;1944;p54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5" name="Google Shape;1945;p54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6" name="Google Shape;1946;p54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7" name="Google Shape;1947;p54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48" name="Google Shape;1948;p54"/>
          <p:cNvSpPr txBox="1"/>
          <p:nvPr/>
        </p:nvSpPr>
        <p:spPr>
          <a:xfrm>
            <a:off x="4904483" y="257076"/>
            <a:ext cx="8394542" cy="2300181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几 + Measure word + Noun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endParaRPr sz="4400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9" name="Google Shape;1949;p54"/>
          <p:cNvSpPr txBox="1"/>
          <p:nvPr/>
        </p:nvSpPr>
        <p:spPr>
          <a:xfrm>
            <a:off x="2839646" y="3215281"/>
            <a:ext cx="13212854" cy="2629631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 yào mǎi jǐ pínɡ píjiǔ/ shuǐ?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你 要 买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几 瓶 啤酒/水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How many bottles of </a:t>
            </a:r>
            <a:r>
              <a:rPr lang="en-US" sz="3600" b="0" i="0" u="none" strike="noStrike" cap="none">
                <a:solidFill>
                  <a:srgbClr val="2E2F30"/>
                </a:solidFill>
                <a:highlight>
                  <a:srgbClr val="FFFF00"/>
                </a:highlight>
                <a:latin typeface="SimSun"/>
                <a:ea typeface="SimSun"/>
                <a:cs typeface="SimSun"/>
                <a:sym typeface="SimSun"/>
              </a:rPr>
              <a:t>beer/water </a:t>
            </a: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would you like to buy?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950" name="Google Shape;1950;p54"/>
          <p:cNvSpPr txBox="1"/>
          <p:nvPr/>
        </p:nvSpPr>
        <p:spPr>
          <a:xfrm>
            <a:off x="2912621" y="6182076"/>
            <a:ext cx="12870430" cy="2799549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8194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 jiā yǒu jǐ kǒu rén?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你  家  有 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几 口  人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？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How many people are there in your family?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55" name="Google Shape;1955;p55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956" name="Google Shape;1956;p55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7" name="Google Shape;1957;p55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58" name="Google Shape;1958;p55"/>
          <p:cNvGrpSpPr/>
          <p:nvPr/>
        </p:nvGrpSpPr>
        <p:grpSpPr>
          <a:xfrm>
            <a:off x="754271" y="1028700"/>
            <a:ext cx="16935422" cy="8915400"/>
            <a:chOff x="0" y="0"/>
            <a:chExt cx="4528753" cy="4148748"/>
          </a:xfrm>
        </p:grpSpPr>
        <p:sp>
          <p:nvSpPr>
            <p:cNvPr id="1959" name="Google Shape;1959;p55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0" name="Google Shape;1960;p55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1" name="Google Shape;1961;p55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2" name="Google Shape;1962;p55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63" name="Google Shape;1963;p55"/>
          <p:cNvSpPr txBox="1"/>
          <p:nvPr/>
        </p:nvSpPr>
        <p:spPr>
          <a:xfrm>
            <a:off x="5638800" y="475821"/>
            <a:ext cx="7176761" cy="1698927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“太+adj+了”的用法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      The structure“太+adj.+了”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4" name="Google Shape;1964;p55"/>
          <p:cNvSpPr txBox="1"/>
          <p:nvPr/>
        </p:nvSpPr>
        <p:spPr>
          <a:xfrm>
            <a:off x="897503" y="2277208"/>
            <a:ext cx="16139021" cy="3058017"/>
          </a:xfrm>
          <a:prstGeom prst="rect">
            <a:avLst/>
          </a:prstGeom>
          <a:solidFill>
            <a:srgbClr val="FDE9D8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“太+adj+了”表示程度比较高的形容词，多用于贬义方面。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The simplest way to express “too much” or “excessiveness” in Chinese is to use the patterns “太+adj+了.” It is mostly used in derogatory terms. </a:t>
            </a:r>
            <a:endParaRPr sz="11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965" name="Google Shape;1965;p55"/>
          <p:cNvSpPr txBox="1"/>
          <p:nvPr/>
        </p:nvSpPr>
        <p:spPr>
          <a:xfrm>
            <a:off x="1803984" y="6410322"/>
            <a:ext cx="4458422" cy="1908215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Tài ɡuì le!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太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贵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了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！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Too expensive!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966" name="Google Shape;1966;p55"/>
          <p:cNvSpPr txBox="1"/>
          <p:nvPr/>
        </p:nvSpPr>
        <p:spPr>
          <a:xfrm>
            <a:off x="7012919" y="6392926"/>
            <a:ext cx="4575868" cy="1908215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Tài lèi le!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 太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累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了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！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Too tired!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967" name="Google Shape;1967;p55"/>
          <p:cNvSpPr txBox="1"/>
          <p:nvPr/>
        </p:nvSpPr>
        <p:spPr>
          <a:xfrm>
            <a:off x="12431485" y="6392925"/>
            <a:ext cx="4166907" cy="1908215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Tài wǎn le!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 太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晚 </a:t>
            </a:r>
            <a:r>
              <a:rPr lang="en-US" sz="4400" b="1" i="0" u="none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了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！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Times New Roman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Too late!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2" name="Google Shape;1972;p56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1973" name="Google Shape;1973;p56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56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75" name="Google Shape;1975;p56"/>
          <p:cNvGrpSpPr/>
          <p:nvPr/>
        </p:nvGrpSpPr>
        <p:grpSpPr>
          <a:xfrm>
            <a:off x="4191000" y="1866900"/>
            <a:ext cx="11125200" cy="1752600"/>
            <a:chOff x="0" y="0"/>
            <a:chExt cx="4720989" cy="5108008"/>
          </a:xfrm>
        </p:grpSpPr>
        <p:sp>
          <p:nvSpPr>
            <p:cNvPr id="1976" name="Google Shape;1976;p56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7" name="Google Shape;1977;p56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8" name="Google Shape;1978;p56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9" name="Google Shape;1979;p56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80" name="Google Shape;1980;p56"/>
          <p:cNvGrpSpPr/>
          <p:nvPr/>
        </p:nvGrpSpPr>
        <p:grpSpPr>
          <a:xfrm>
            <a:off x="13824786" y="3206227"/>
            <a:ext cx="1110414" cy="258666"/>
            <a:chOff x="0" y="0"/>
            <a:chExt cx="1480552" cy="344888"/>
          </a:xfrm>
        </p:grpSpPr>
        <p:grpSp>
          <p:nvGrpSpPr>
            <p:cNvPr id="1981" name="Google Shape;1981;p56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1982" name="Google Shape;1982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3" name="Google Shape;1983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4" name="Google Shape;1984;p56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1985" name="Google Shape;1985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6" name="Google Shape;1986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87" name="Google Shape;1987;p56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1988" name="Google Shape;1988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9" name="Google Shape;1989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1990" name="Google Shape;1990;p5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1" name="Google Shape;1991;p56"/>
          <p:cNvSpPr txBox="1"/>
          <p:nvPr/>
        </p:nvSpPr>
        <p:spPr>
          <a:xfrm>
            <a:off x="7389373" y="312306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会话（一）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2" name="Google Shape;1992;p56"/>
          <p:cNvSpPr/>
          <p:nvPr/>
        </p:nvSpPr>
        <p:spPr>
          <a:xfrm>
            <a:off x="605705" y="3738137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3" name="Google Shape;1993;p5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243" y="1483271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4" name="Google Shape;1994;p56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1485" y="538077"/>
            <a:ext cx="3452811" cy="3452811"/>
          </a:xfrm>
          <a:prstGeom prst="rect">
            <a:avLst/>
          </a:prstGeom>
          <a:noFill/>
          <a:ln>
            <a:noFill/>
          </a:ln>
        </p:spPr>
      </p:pic>
      <p:sp>
        <p:nvSpPr>
          <p:cNvPr id="1995" name="Google Shape;1995;p56"/>
          <p:cNvSpPr txBox="1"/>
          <p:nvPr/>
        </p:nvSpPr>
        <p:spPr>
          <a:xfrm>
            <a:off x="4587705" y="1750148"/>
            <a:ext cx="9547209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Qǐnɡwèn,  nǐmen xiǎng chī shénme?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服务员：请问，你们 想吃什么？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1996" name="Google Shape;1996;p56"/>
          <p:cNvSpPr/>
          <p:nvPr/>
        </p:nvSpPr>
        <p:spPr>
          <a:xfrm>
            <a:off x="15054954" y="6511500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97" name="Google Shape;1997;p5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02336" y="4149300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8" name="Google Shape;1998;p56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07596" y="3697277"/>
            <a:ext cx="2724646" cy="272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99" name="Google Shape;1999;p56"/>
          <p:cNvGrpSpPr/>
          <p:nvPr/>
        </p:nvGrpSpPr>
        <p:grpSpPr>
          <a:xfrm>
            <a:off x="755758" y="4970613"/>
            <a:ext cx="13763056" cy="1752600"/>
            <a:chOff x="0" y="0"/>
            <a:chExt cx="4720989" cy="5108008"/>
          </a:xfrm>
        </p:grpSpPr>
        <p:sp>
          <p:nvSpPr>
            <p:cNvPr id="2000" name="Google Shape;2000;p56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56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2" name="Google Shape;2002;p56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3" name="Google Shape;2003;p56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4" name="Google Shape;2004;p56"/>
          <p:cNvGrpSpPr/>
          <p:nvPr/>
        </p:nvGrpSpPr>
        <p:grpSpPr>
          <a:xfrm>
            <a:off x="13027400" y="6309940"/>
            <a:ext cx="1110414" cy="258666"/>
            <a:chOff x="0" y="0"/>
            <a:chExt cx="1480552" cy="344888"/>
          </a:xfrm>
        </p:grpSpPr>
        <p:grpSp>
          <p:nvGrpSpPr>
            <p:cNvPr id="2005" name="Google Shape;2005;p56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006" name="Google Shape;2006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7" name="Google Shape;2007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8" name="Google Shape;2008;p56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009" name="Google Shape;2009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0" name="Google Shape;2010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11" name="Google Shape;2011;p56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012" name="Google Shape;2012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3" name="Google Shape;2013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14" name="Google Shape;2014;p56"/>
          <p:cNvSpPr txBox="1"/>
          <p:nvPr/>
        </p:nvSpPr>
        <p:spPr>
          <a:xfrm>
            <a:off x="919584" y="5081889"/>
            <a:ext cx="13506642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 huān   Wǒ  yào yì  pán jiǎozi hé  yì pínɡ píjiǔ,  nǐ  ne?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欢  欢：我要一 盘 饺子和 一瓶啤酒，你 呢？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015" name="Google Shape;2015;p56"/>
          <p:cNvSpPr/>
          <p:nvPr/>
        </p:nvSpPr>
        <p:spPr>
          <a:xfrm>
            <a:off x="797172" y="9373879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16" name="Google Shape;2016;p5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91987" y="7119013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7" name="Google Shape;2017;p5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851006" y="4533900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8" name="Google Shape;2018;p56"/>
          <p:cNvGrpSpPr/>
          <p:nvPr/>
        </p:nvGrpSpPr>
        <p:grpSpPr>
          <a:xfrm>
            <a:off x="4032380" y="7898081"/>
            <a:ext cx="12415885" cy="1752600"/>
            <a:chOff x="0" y="0"/>
            <a:chExt cx="4720989" cy="5108008"/>
          </a:xfrm>
        </p:grpSpPr>
        <p:sp>
          <p:nvSpPr>
            <p:cNvPr id="2019" name="Google Shape;2019;p56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0" name="Google Shape;2020;p56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1" name="Google Shape;2021;p56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2" name="Google Shape;2022;p56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23" name="Google Shape;2023;p56"/>
          <p:cNvGrpSpPr/>
          <p:nvPr/>
        </p:nvGrpSpPr>
        <p:grpSpPr>
          <a:xfrm>
            <a:off x="15157581" y="9237408"/>
            <a:ext cx="1110414" cy="258666"/>
            <a:chOff x="0" y="0"/>
            <a:chExt cx="1480552" cy="344888"/>
          </a:xfrm>
        </p:grpSpPr>
        <p:grpSp>
          <p:nvGrpSpPr>
            <p:cNvPr id="2024" name="Google Shape;2024;p56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025" name="Google Shape;2025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6" name="Google Shape;2026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27" name="Google Shape;2027;p56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028" name="Google Shape;2028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9" name="Google Shape;2029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30" name="Google Shape;2030;p56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031" name="Google Shape;2031;p56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2" name="Google Shape;2032;p56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33" name="Google Shape;2033;p56"/>
          <p:cNvSpPr txBox="1"/>
          <p:nvPr/>
        </p:nvSpPr>
        <p:spPr>
          <a:xfrm>
            <a:off x="4288366" y="7981625"/>
            <a:ext cx="11740804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Pínɡ pínɡ   Wǒ yào yì wǎn miàntiáo hé  sān ɡè mántou.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平 平：我 要一碗 面条 和 三 个 馒头。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034" name="Google Shape;2034;p56" descr="A picture containing doll&#10;&#10;Description automatically generated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913912" y="6760375"/>
            <a:ext cx="2581712" cy="2581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5" name="Google Shape;2035;p56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3859574" y="7501527"/>
            <a:ext cx="784391" cy="7843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0" name="Google Shape;2040;p57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041" name="Google Shape;2041;p57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2" name="Google Shape;2042;p57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3" name="Google Shape;2043;p57"/>
          <p:cNvGrpSpPr/>
          <p:nvPr/>
        </p:nvGrpSpPr>
        <p:grpSpPr>
          <a:xfrm>
            <a:off x="4191000" y="1866900"/>
            <a:ext cx="6705600" cy="1752600"/>
            <a:chOff x="0" y="0"/>
            <a:chExt cx="4720989" cy="5108008"/>
          </a:xfrm>
        </p:grpSpPr>
        <p:sp>
          <p:nvSpPr>
            <p:cNvPr id="2044" name="Google Shape;2044;p57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5" name="Google Shape;2045;p57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6" name="Google Shape;2046;p57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7" name="Google Shape;2047;p57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48" name="Google Shape;2048;p57"/>
          <p:cNvGrpSpPr/>
          <p:nvPr/>
        </p:nvGrpSpPr>
        <p:grpSpPr>
          <a:xfrm>
            <a:off x="9525000" y="3206227"/>
            <a:ext cx="1110414" cy="258666"/>
            <a:chOff x="0" y="0"/>
            <a:chExt cx="1480552" cy="344888"/>
          </a:xfrm>
        </p:grpSpPr>
        <p:grpSp>
          <p:nvGrpSpPr>
            <p:cNvPr id="2049" name="Google Shape;2049;p57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050" name="Google Shape;2050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1" name="Google Shape;2051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2" name="Google Shape;2052;p57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053" name="Google Shape;2053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4" name="Google Shape;2054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5" name="Google Shape;2055;p57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056" name="Google Shape;2056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7" name="Google Shape;2057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058" name="Google Shape;2058;p5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9" name="Google Shape;2059;p57"/>
          <p:cNvSpPr txBox="1"/>
          <p:nvPr/>
        </p:nvSpPr>
        <p:spPr>
          <a:xfrm>
            <a:off x="14020800" y="312306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会话（一）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0" name="Google Shape;2060;p57"/>
          <p:cNvSpPr/>
          <p:nvPr/>
        </p:nvSpPr>
        <p:spPr>
          <a:xfrm>
            <a:off x="605705" y="3738137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1" name="Google Shape;2061;p5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243" y="1483271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2" name="Google Shape;2062;p57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31485" y="538077"/>
            <a:ext cx="3452811" cy="3452811"/>
          </a:xfrm>
          <a:prstGeom prst="rect">
            <a:avLst/>
          </a:prstGeom>
          <a:noFill/>
          <a:ln>
            <a:noFill/>
          </a:ln>
        </p:spPr>
      </p:pic>
      <p:sp>
        <p:nvSpPr>
          <p:cNvPr id="2063" name="Google Shape;2063;p57"/>
          <p:cNvSpPr txBox="1"/>
          <p:nvPr/>
        </p:nvSpPr>
        <p:spPr>
          <a:xfrm>
            <a:off x="5144652" y="1899977"/>
            <a:ext cx="483386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Hǎo  de.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服务员：好 的。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064" name="Google Shape;2064;p57"/>
          <p:cNvSpPr/>
          <p:nvPr/>
        </p:nvSpPr>
        <p:spPr>
          <a:xfrm>
            <a:off x="15141830" y="9275268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65" name="Google Shape;2065;p5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89212" y="6913068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6" name="Google Shape;2066;p57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94472" y="6461045"/>
            <a:ext cx="2724646" cy="272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67" name="Google Shape;2067;p57"/>
          <p:cNvGrpSpPr/>
          <p:nvPr/>
        </p:nvGrpSpPr>
        <p:grpSpPr>
          <a:xfrm>
            <a:off x="1972025" y="5288510"/>
            <a:ext cx="13763056" cy="1752600"/>
            <a:chOff x="0" y="0"/>
            <a:chExt cx="4720989" cy="5108008"/>
          </a:xfrm>
        </p:grpSpPr>
        <p:sp>
          <p:nvSpPr>
            <p:cNvPr id="2068" name="Google Shape;2068;p57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9" name="Google Shape;2069;p57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0" name="Google Shape;2070;p57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1" name="Google Shape;2071;p57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72" name="Google Shape;2072;p57"/>
          <p:cNvGrpSpPr/>
          <p:nvPr/>
        </p:nvGrpSpPr>
        <p:grpSpPr>
          <a:xfrm>
            <a:off x="16426862" y="5580140"/>
            <a:ext cx="1110414" cy="258666"/>
            <a:chOff x="0" y="0"/>
            <a:chExt cx="1480552" cy="344888"/>
          </a:xfrm>
        </p:grpSpPr>
        <p:grpSp>
          <p:nvGrpSpPr>
            <p:cNvPr id="2073" name="Google Shape;2073;p57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074" name="Google Shape;2074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5" name="Google Shape;2075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6" name="Google Shape;2076;p57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077" name="Google Shape;2077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8" name="Google Shape;2078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79" name="Google Shape;2079;p57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080" name="Google Shape;2080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1" name="Google Shape;2081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82" name="Google Shape;2082;p57"/>
          <p:cNvSpPr txBox="1"/>
          <p:nvPr/>
        </p:nvSpPr>
        <p:spPr>
          <a:xfrm>
            <a:off x="1925108" y="5514295"/>
            <a:ext cx="13455900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    nǐmen  de  cài shànɡ  qí  le.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服务员：你们 的菜 上  齐 了。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083" name="Google Shape;2083;p5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050905" y="3722562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84" name="Google Shape;2084;p57"/>
          <p:cNvGrpSpPr/>
          <p:nvPr/>
        </p:nvGrpSpPr>
        <p:grpSpPr>
          <a:xfrm>
            <a:off x="8077200" y="7516348"/>
            <a:ext cx="6272903" cy="1752600"/>
            <a:chOff x="0" y="0"/>
            <a:chExt cx="4720989" cy="5108008"/>
          </a:xfrm>
        </p:grpSpPr>
        <p:sp>
          <p:nvSpPr>
            <p:cNvPr id="2085" name="Google Shape;2085;p57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6" name="Google Shape;2086;p57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7" name="Google Shape;2087;p57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8" name="Google Shape;2088;p57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89" name="Google Shape;2089;p57"/>
          <p:cNvGrpSpPr/>
          <p:nvPr/>
        </p:nvGrpSpPr>
        <p:grpSpPr>
          <a:xfrm>
            <a:off x="12978503" y="8855675"/>
            <a:ext cx="1110414" cy="258666"/>
            <a:chOff x="0" y="0"/>
            <a:chExt cx="1480552" cy="344888"/>
          </a:xfrm>
        </p:grpSpPr>
        <p:grpSp>
          <p:nvGrpSpPr>
            <p:cNvPr id="2090" name="Google Shape;2090;p57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091" name="Google Shape;2091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2" name="Google Shape;2092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3" name="Google Shape;2093;p57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094" name="Google Shape;2094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5" name="Google Shape;2095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96" name="Google Shape;2096;p57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097" name="Google Shape;2097;p57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8" name="Google Shape;2098;p57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099" name="Google Shape;2099;p57"/>
          <p:cNvSpPr txBox="1"/>
          <p:nvPr/>
        </p:nvSpPr>
        <p:spPr>
          <a:xfrm>
            <a:off x="8304552" y="7627624"/>
            <a:ext cx="4292952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 huān  Xièxie!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欢  欢：谢谢！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100" name="Google Shape;2100;p5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3819395" y="7271137"/>
            <a:ext cx="784391" cy="784391"/>
          </a:xfrm>
          <a:prstGeom prst="rect">
            <a:avLst/>
          </a:prstGeom>
          <a:noFill/>
          <a:ln>
            <a:noFill/>
          </a:ln>
        </p:spPr>
      </p:pic>
      <p:sp>
        <p:nvSpPr>
          <p:cNvPr id="2101" name="Google Shape;2101;p57"/>
          <p:cNvSpPr/>
          <p:nvPr/>
        </p:nvSpPr>
        <p:spPr>
          <a:xfrm>
            <a:off x="6477000" y="4195337"/>
            <a:ext cx="8212212" cy="989115"/>
          </a:xfrm>
          <a:prstGeom prst="rect">
            <a:avLst/>
          </a:prstGeom>
          <a:solidFill>
            <a:srgbClr val="DAE5F1"/>
          </a:solidFill>
          <a:ln w="25400" cap="flat" cmpd="sng">
            <a:solidFill>
              <a:srgbClr val="21364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（10 minutes later）</a:t>
            </a:r>
            <a:endParaRPr sz="36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6" name="Google Shape;2106;p58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107" name="Google Shape;2107;p58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8" name="Google Shape;2108;p58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09" name="Google Shape;2109;p58"/>
          <p:cNvGrpSpPr/>
          <p:nvPr/>
        </p:nvGrpSpPr>
        <p:grpSpPr>
          <a:xfrm>
            <a:off x="4191000" y="1866900"/>
            <a:ext cx="8686800" cy="1752600"/>
            <a:chOff x="0" y="0"/>
            <a:chExt cx="4720989" cy="5108008"/>
          </a:xfrm>
        </p:grpSpPr>
        <p:sp>
          <p:nvSpPr>
            <p:cNvPr id="2110" name="Google Shape;2110;p58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1" name="Google Shape;2111;p58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2" name="Google Shape;2112;p58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3" name="Google Shape;2113;p58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14" name="Google Shape;2114;p58"/>
          <p:cNvGrpSpPr/>
          <p:nvPr/>
        </p:nvGrpSpPr>
        <p:grpSpPr>
          <a:xfrm>
            <a:off x="11582400" y="3206227"/>
            <a:ext cx="1110414" cy="258666"/>
            <a:chOff x="0" y="0"/>
            <a:chExt cx="1480552" cy="344888"/>
          </a:xfrm>
        </p:grpSpPr>
        <p:grpSp>
          <p:nvGrpSpPr>
            <p:cNvPr id="2115" name="Google Shape;2115;p58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116" name="Google Shape;2116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17" name="Google Shape;2117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18" name="Google Shape;2118;p58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119" name="Google Shape;2119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0" name="Google Shape;2120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21" name="Google Shape;2121;p58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122" name="Google Shape;2122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3" name="Google Shape;2123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24" name="Google Shape;2124;p5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25" name="Google Shape;2125;p58"/>
          <p:cNvSpPr txBox="1"/>
          <p:nvPr/>
        </p:nvSpPr>
        <p:spPr>
          <a:xfrm>
            <a:off x="14020800" y="312306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会话（一）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58"/>
          <p:cNvSpPr/>
          <p:nvPr/>
        </p:nvSpPr>
        <p:spPr>
          <a:xfrm>
            <a:off x="14743343" y="6479036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7" name="Google Shape;2127;p5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36881" y="4224170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8" name="Google Shape;2128;p58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469123" y="3278976"/>
            <a:ext cx="3452811" cy="3452811"/>
          </a:xfrm>
          <a:prstGeom prst="rect">
            <a:avLst/>
          </a:prstGeom>
          <a:noFill/>
          <a:ln>
            <a:noFill/>
          </a:ln>
        </p:spPr>
      </p:pic>
      <p:sp>
        <p:nvSpPr>
          <p:cNvPr id="2129" name="Google Shape;2129;p58"/>
          <p:cNvSpPr txBox="1"/>
          <p:nvPr/>
        </p:nvSpPr>
        <p:spPr>
          <a:xfrm>
            <a:off x="5085855" y="1978176"/>
            <a:ext cx="6924994" cy="164724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 huān   Yíɡònɡ  duōshǎo qián?</a:t>
            </a:r>
            <a:endParaRPr sz="12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欢 欢：一共 多少 钱？</a:t>
            </a:r>
            <a:endParaRPr sz="40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130" name="Google Shape;2130;p58"/>
          <p:cNvSpPr/>
          <p:nvPr/>
        </p:nvSpPr>
        <p:spPr>
          <a:xfrm>
            <a:off x="1043136" y="3368553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1" name="Google Shape;2131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0518" y="1006353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2" name="Google Shape;2132;p58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95778" y="554330"/>
            <a:ext cx="2724646" cy="272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3" name="Google Shape;2133;p58"/>
          <p:cNvGrpSpPr/>
          <p:nvPr/>
        </p:nvGrpSpPr>
        <p:grpSpPr>
          <a:xfrm>
            <a:off x="2935632" y="4685355"/>
            <a:ext cx="11542368" cy="1752600"/>
            <a:chOff x="0" y="0"/>
            <a:chExt cx="4720989" cy="5108008"/>
          </a:xfrm>
        </p:grpSpPr>
        <p:sp>
          <p:nvSpPr>
            <p:cNvPr id="2134" name="Google Shape;2134;p58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5" name="Google Shape;2135;p58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6" name="Google Shape;2136;p58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7" name="Google Shape;2137;p58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38" name="Google Shape;2138;p58"/>
          <p:cNvGrpSpPr/>
          <p:nvPr/>
        </p:nvGrpSpPr>
        <p:grpSpPr>
          <a:xfrm>
            <a:off x="13123964" y="6024682"/>
            <a:ext cx="1110414" cy="258666"/>
            <a:chOff x="0" y="0"/>
            <a:chExt cx="1480552" cy="344888"/>
          </a:xfrm>
        </p:grpSpPr>
        <p:grpSp>
          <p:nvGrpSpPr>
            <p:cNvPr id="2139" name="Google Shape;2139;p58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140" name="Google Shape;2140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1" name="Google Shape;2141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2" name="Google Shape;2142;p58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143" name="Google Shape;2143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4" name="Google Shape;2144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5" name="Google Shape;2145;p58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146" name="Google Shape;2146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47" name="Google Shape;2147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48" name="Google Shape;2148;p58"/>
          <p:cNvSpPr txBox="1"/>
          <p:nvPr/>
        </p:nvSpPr>
        <p:spPr>
          <a:xfrm>
            <a:off x="3099458" y="4796631"/>
            <a:ext cx="10910015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   Yíɡònɡ  sìshíliù   kuài  wǔ  (máo).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服务员：一共 四十六 块 五（毛）。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149" name="Google Shape;2149;p5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853340" y="4258860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50" name="Google Shape;2150;p58"/>
          <p:cNvGrpSpPr/>
          <p:nvPr/>
        </p:nvGrpSpPr>
        <p:grpSpPr>
          <a:xfrm>
            <a:off x="3930614" y="7603406"/>
            <a:ext cx="6471594" cy="1752600"/>
            <a:chOff x="0" y="0"/>
            <a:chExt cx="4720989" cy="5108008"/>
          </a:xfrm>
        </p:grpSpPr>
        <p:sp>
          <p:nvSpPr>
            <p:cNvPr id="2151" name="Google Shape;2151;p58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2" name="Google Shape;2152;p58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3" name="Google Shape;2153;p58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4" name="Google Shape;2154;p58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55" name="Google Shape;2155;p58"/>
          <p:cNvGrpSpPr/>
          <p:nvPr/>
        </p:nvGrpSpPr>
        <p:grpSpPr>
          <a:xfrm>
            <a:off x="9144000" y="8942733"/>
            <a:ext cx="1110414" cy="258666"/>
            <a:chOff x="0" y="0"/>
            <a:chExt cx="1480552" cy="344888"/>
          </a:xfrm>
        </p:grpSpPr>
        <p:grpSp>
          <p:nvGrpSpPr>
            <p:cNvPr id="2156" name="Google Shape;2156;p58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157" name="Google Shape;2157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58" name="Google Shape;2158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59" name="Google Shape;2159;p58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160" name="Google Shape;2160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1" name="Google Shape;2161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62" name="Google Shape;2162;p58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163" name="Google Shape;2163;p58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4" name="Google Shape;2164;p58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65" name="Google Shape;2165;p58"/>
          <p:cNvSpPr txBox="1"/>
          <p:nvPr/>
        </p:nvSpPr>
        <p:spPr>
          <a:xfrm>
            <a:off x="4365398" y="7580311"/>
            <a:ext cx="6054220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 huān  ɡěi nǐ qián.</a:t>
            </a:r>
            <a:endParaRPr/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欢 欢：给 你 钱。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166" name="Google Shape;2166;p58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624624" y="7099932"/>
            <a:ext cx="784391" cy="784391"/>
          </a:xfrm>
          <a:prstGeom prst="rect">
            <a:avLst/>
          </a:prstGeom>
          <a:noFill/>
          <a:ln>
            <a:noFill/>
          </a:ln>
        </p:spPr>
      </p:pic>
      <p:sp>
        <p:nvSpPr>
          <p:cNvPr id="2167" name="Google Shape;2167;p58"/>
          <p:cNvSpPr/>
          <p:nvPr/>
        </p:nvSpPr>
        <p:spPr>
          <a:xfrm>
            <a:off x="1013033" y="9311210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8" name="Google Shape;2168;p5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0415" y="6949010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9" name="Google Shape;2169;p58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65675" y="6496987"/>
            <a:ext cx="2724646" cy="2724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74" name="Google Shape;2174;p59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175" name="Google Shape;2175;p59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6" name="Google Shape;2176;p59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77" name="Google Shape;2177;p59"/>
          <p:cNvGrpSpPr/>
          <p:nvPr/>
        </p:nvGrpSpPr>
        <p:grpSpPr>
          <a:xfrm>
            <a:off x="4466926" y="3331203"/>
            <a:ext cx="11582400" cy="1752600"/>
            <a:chOff x="0" y="0"/>
            <a:chExt cx="4720989" cy="5108008"/>
          </a:xfrm>
        </p:grpSpPr>
        <p:sp>
          <p:nvSpPr>
            <p:cNvPr id="2178" name="Google Shape;2178;p59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9" name="Google Shape;2179;p59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0" name="Google Shape;2180;p59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1" name="Google Shape;2181;p59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182" name="Google Shape;2182;p59"/>
          <p:cNvGrpSpPr/>
          <p:nvPr/>
        </p:nvGrpSpPr>
        <p:grpSpPr>
          <a:xfrm>
            <a:off x="14557912" y="4670530"/>
            <a:ext cx="1110414" cy="258666"/>
            <a:chOff x="0" y="0"/>
            <a:chExt cx="1480552" cy="344888"/>
          </a:xfrm>
        </p:grpSpPr>
        <p:grpSp>
          <p:nvGrpSpPr>
            <p:cNvPr id="2183" name="Google Shape;2183;p59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184" name="Google Shape;2184;p5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5" name="Google Shape;2185;p5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6" name="Google Shape;2186;p59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187" name="Google Shape;2187;p5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8" name="Google Shape;2188;p5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89" name="Google Shape;2189;p59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190" name="Google Shape;2190;p5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91" name="Google Shape;2191;p5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192" name="Google Shape;2192;p5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47823" y="3034829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3" name="Google Shape;2193;p59"/>
          <p:cNvSpPr txBox="1"/>
          <p:nvPr/>
        </p:nvSpPr>
        <p:spPr>
          <a:xfrm>
            <a:off x="14020800" y="312306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会话（一）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4" name="Google Shape;2194;p59"/>
          <p:cNvSpPr/>
          <p:nvPr/>
        </p:nvSpPr>
        <p:spPr>
          <a:xfrm>
            <a:off x="881631" y="5202440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5" name="Google Shape;2195;p5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5169" y="2947574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6" name="Google Shape;2196;p59" descr="A picture containing toy, doll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3858" y="1828076"/>
            <a:ext cx="3452811" cy="3452811"/>
          </a:xfrm>
          <a:prstGeom prst="rect">
            <a:avLst/>
          </a:prstGeom>
          <a:noFill/>
          <a:ln>
            <a:noFill/>
          </a:ln>
        </p:spPr>
      </p:pic>
      <p:sp>
        <p:nvSpPr>
          <p:cNvPr id="2197" name="Google Shape;2197;p59"/>
          <p:cNvSpPr txBox="1"/>
          <p:nvPr/>
        </p:nvSpPr>
        <p:spPr>
          <a:xfrm>
            <a:off x="5361780" y="3442479"/>
            <a:ext cx="9670443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Zhǎo nǐ  wǔshísān  kuài  wǔ (máo).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服务员：找 你 五十三块 五（毛）。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198" name="Google Shape;2198;p59"/>
          <p:cNvSpPr/>
          <p:nvPr/>
        </p:nvSpPr>
        <p:spPr>
          <a:xfrm>
            <a:off x="15141830" y="9275268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9" name="Google Shape;2199;p59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4689212" y="6913068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0" name="Google Shape;2200;p59" descr="A person wearing a red shirt&#10;&#10;Description automatically generated with low confidence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894472" y="6461045"/>
            <a:ext cx="2724646" cy="272464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01" name="Google Shape;2201;p59"/>
          <p:cNvGrpSpPr/>
          <p:nvPr/>
        </p:nvGrpSpPr>
        <p:grpSpPr>
          <a:xfrm>
            <a:off x="8686799" y="7423624"/>
            <a:ext cx="5689905" cy="1752600"/>
            <a:chOff x="0" y="0"/>
            <a:chExt cx="4720989" cy="5108008"/>
          </a:xfrm>
        </p:grpSpPr>
        <p:sp>
          <p:nvSpPr>
            <p:cNvPr id="2202" name="Google Shape;2202;p59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3" name="Google Shape;2203;p59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4" name="Google Shape;2204;p59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5" name="Google Shape;2205;p59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06" name="Google Shape;2206;p59"/>
          <p:cNvGrpSpPr/>
          <p:nvPr/>
        </p:nvGrpSpPr>
        <p:grpSpPr>
          <a:xfrm>
            <a:off x="12885291" y="8762951"/>
            <a:ext cx="1110414" cy="258666"/>
            <a:chOff x="0" y="0"/>
            <a:chExt cx="1480552" cy="344888"/>
          </a:xfrm>
        </p:grpSpPr>
        <p:grpSp>
          <p:nvGrpSpPr>
            <p:cNvPr id="2207" name="Google Shape;2207;p59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208" name="Google Shape;2208;p5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09" name="Google Shape;2209;p5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0" name="Google Shape;2210;p59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211" name="Google Shape;2211;p5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2" name="Google Shape;2212;p5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13" name="Google Shape;2213;p59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214" name="Google Shape;2214;p5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5" name="Google Shape;2215;p5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16" name="Google Shape;2216;p59"/>
          <p:cNvSpPr txBox="1"/>
          <p:nvPr/>
        </p:nvSpPr>
        <p:spPr>
          <a:xfrm>
            <a:off x="8610832" y="7534900"/>
            <a:ext cx="4448342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Huān huān	  Xièxie!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欢 欢： 谢谢！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217" name="Google Shape;2217;p59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3856585" y="7085269"/>
            <a:ext cx="779394" cy="779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2" name="Google Shape;2222;p6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223" name="Google Shape;2223;p6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4" name="Google Shape;2224;p6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25" name="Google Shape;2225;p60"/>
          <p:cNvGrpSpPr/>
          <p:nvPr/>
        </p:nvGrpSpPr>
        <p:grpSpPr>
          <a:xfrm>
            <a:off x="4191000" y="1866900"/>
            <a:ext cx="11125200" cy="1752600"/>
            <a:chOff x="0" y="0"/>
            <a:chExt cx="4720989" cy="5108008"/>
          </a:xfrm>
        </p:grpSpPr>
        <p:sp>
          <p:nvSpPr>
            <p:cNvPr id="2226" name="Google Shape;2226;p60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7" name="Google Shape;2227;p60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8" name="Google Shape;2228;p60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9" name="Google Shape;2229;p60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30" name="Google Shape;2230;p60"/>
          <p:cNvGrpSpPr/>
          <p:nvPr/>
        </p:nvGrpSpPr>
        <p:grpSpPr>
          <a:xfrm>
            <a:off x="13824786" y="3206227"/>
            <a:ext cx="1110414" cy="258666"/>
            <a:chOff x="0" y="0"/>
            <a:chExt cx="1480552" cy="344888"/>
          </a:xfrm>
        </p:grpSpPr>
        <p:grpSp>
          <p:nvGrpSpPr>
            <p:cNvPr id="2231" name="Google Shape;2231;p60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232" name="Google Shape;2232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3" name="Google Shape;2233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4" name="Google Shape;2234;p60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235" name="Google Shape;2235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6" name="Google Shape;2236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37" name="Google Shape;2237;p60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238" name="Google Shape;2238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9" name="Google Shape;2239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240" name="Google Shape;2240;p6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1" name="Google Shape;2241;p60"/>
          <p:cNvSpPr txBox="1"/>
          <p:nvPr/>
        </p:nvSpPr>
        <p:spPr>
          <a:xfrm>
            <a:off x="7389373" y="312306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60"/>
          <p:cNvSpPr/>
          <p:nvPr/>
        </p:nvSpPr>
        <p:spPr>
          <a:xfrm>
            <a:off x="605705" y="3738137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3" name="Google Shape;2243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99243" y="1483271"/>
            <a:ext cx="2896381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244" name="Google Shape;2244;p60"/>
          <p:cNvSpPr txBox="1"/>
          <p:nvPr/>
        </p:nvSpPr>
        <p:spPr>
          <a:xfrm>
            <a:off x="5085854" y="1978176"/>
            <a:ext cx="10288283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 tuán  Zhè jiàn yīfu yǒu jǐ zhǒnɡ yánsè</a:t>
            </a:r>
            <a:endParaRPr sz="28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团：这 件衣服有几 种 颜色？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245" name="Google Shape;2245;p60"/>
          <p:cNvSpPr/>
          <p:nvPr/>
        </p:nvSpPr>
        <p:spPr>
          <a:xfrm>
            <a:off x="15054954" y="6511500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6" name="Google Shape;2246;p6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602336" y="4149300"/>
            <a:ext cx="3097475" cy="2900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7" name="Google Shape;2247;p60"/>
          <p:cNvGrpSpPr/>
          <p:nvPr/>
        </p:nvGrpSpPr>
        <p:grpSpPr>
          <a:xfrm>
            <a:off x="2057400" y="4970613"/>
            <a:ext cx="12461414" cy="1752600"/>
            <a:chOff x="0" y="0"/>
            <a:chExt cx="4720989" cy="5108008"/>
          </a:xfrm>
        </p:grpSpPr>
        <p:sp>
          <p:nvSpPr>
            <p:cNvPr id="2248" name="Google Shape;2248;p60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9" name="Google Shape;2249;p60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60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60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52" name="Google Shape;2252;p60"/>
          <p:cNvGrpSpPr/>
          <p:nvPr/>
        </p:nvGrpSpPr>
        <p:grpSpPr>
          <a:xfrm>
            <a:off x="13027400" y="6309940"/>
            <a:ext cx="1110414" cy="258666"/>
            <a:chOff x="0" y="0"/>
            <a:chExt cx="1480552" cy="344888"/>
          </a:xfrm>
        </p:grpSpPr>
        <p:grpSp>
          <p:nvGrpSpPr>
            <p:cNvPr id="2253" name="Google Shape;2253;p60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254" name="Google Shape;2254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5" name="Google Shape;2255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6" name="Google Shape;2256;p60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257" name="Google Shape;2257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58" name="Google Shape;2258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59" name="Google Shape;2259;p60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260" name="Google Shape;2260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1" name="Google Shape;2261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62" name="Google Shape;2262;p60"/>
          <p:cNvSpPr txBox="1"/>
          <p:nvPr/>
        </p:nvSpPr>
        <p:spPr>
          <a:xfrm>
            <a:off x="2291184" y="5051830"/>
            <a:ext cx="13082954" cy="1780167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yǒuhóngsè 、hēisè 、báisè hé huīsè ，sì zhǒng yán sè 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服务员：有红色、黑色、白色和灰色，四种颜色。</a:t>
            </a:r>
            <a:endParaRPr sz="40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263" name="Google Shape;2263;p6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851006" y="4533900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64" name="Google Shape;2264;p60"/>
          <p:cNvGrpSpPr/>
          <p:nvPr/>
        </p:nvGrpSpPr>
        <p:grpSpPr>
          <a:xfrm>
            <a:off x="4032380" y="7898081"/>
            <a:ext cx="12415885" cy="1752600"/>
            <a:chOff x="0" y="0"/>
            <a:chExt cx="4720989" cy="5108008"/>
          </a:xfrm>
        </p:grpSpPr>
        <p:sp>
          <p:nvSpPr>
            <p:cNvPr id="2265" name="Google Shape;2265;p60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60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60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60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9" name="Google Shape;2269;p60"/>
          <p:cNvGrpSpPr/>
          <p:nvPr/>
        </p:nvGrpSpPr>
        <p:grpSpPr>
          <a:xfrm>
            <a:off x="15157581" y="9237408"/>
            <a:ext cx="1110414" cy="258666"/>
            <a:chOff x="0" y="0"/>
            <a:chExt cx="1480552" cy="344888"/>
          </a:xfrm>
        </p:grpSpPr>
        <p:grpSp>
          <p:nvGrpSpPr>
            <p:cNvPr id="2270" name="Google Shape;2270;p60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271" name="Google Shape;2271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2" name="Google Shape;2272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3" name="Google Shape;2273;p60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274" name="Google Shape;2274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5" name="Google Shape;2275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76" name="Google Shape;2276;p60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277" name="Google Shape;2277;p60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8" name="Google Shape;2278;p60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279" name="Google Shape;2279;p60"/>
          <p:cNvSpPr txBox="1"/>
          <p:nvPr/>
        </p:nvSpPr>
        <p:spPr>
          <a:xfrm>
            <a:off x="4927235" y="8009357"/>
            <a:ext cx="10359037" cy="178016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 tuán  Wǒ kěyǐ shìshi hónɡsè de mɑ?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团：我可以 试试 红色的吗 ？</a:t>
            </a:r>
            <a:endParaRPr sz="40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280" name="Google Shape;2280;p6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859574" y="7501527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1" name="Google Shape;2281;p60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4869513" y="3971440"/>
            <a:ext cx="2712067" cy="271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2" name="Google Shape;2282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89809" y="1100367"/>
            <a:ext cx="2712066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283" name="Google Shape;2283;p60"/>
          <p:cNvSpPr/>
          <p:nvPr/>
        </p:nvSpPr>
        <p:spPr>
          <a:xfrm>
            <a:off x="532555" y="9291094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84" name="Google Shape;2284;p6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6093" y="7036228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5" name="Google Shape;2285;p6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16659" y="6653324"/>
            <a:ext cx="2712066" cy="271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90" name="Google Shape;2290;p61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291" name="Google Shape;2291;p61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61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3" name="Google Shape;2293;p61"/>
          <p:cNvGrpSpPr/>
          <p:nvPr/>
        </p:nvGrpSpPr>
        <p:grpSpPr>
          <a:xfrm>
            <a:off x="3897063" y="1855351"/>
            <a:ext cx="6858000" cy="1752600"/>
            <a:chOff x="0" y="0"/>
            <a:chExt cx="4720989" cy="5108008"/>
          </a:xfrm>
        </p:grpSpPr>
        <p:sp>
          <p:nvSpPr>
            <p:cNvPr id="2294" name="Google Shape;2294;p61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61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61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61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98" name="Google Shape;2298;p61"/>
          <p:cNvGrpSpPr/>
          <p:nvPr/>
        </p:nvGrpSpPr>
        <p:grpSpPr>
          <a:xfrm>
            <a:off x="9448800" y="3206227"/>
            <a:ext cx="1110414" cy="258666"/>
            <a:chOff x="0" y="0"/>
            <a:chExt cx="1480552" cy="344888"/>
          </a:xfrm>
        </p:grpSpPr>
        <p:grpSp>
          <p:nvGrpSpPr>
            <p:cNvPr id="2299" name="Google Shape;2299;p61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300" name="Google Shape;2300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1" name="Google Shape;2301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2" name="Google Shape;2302;p61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303" name="Google Shape;2303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4" name="Google Shape;2304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5" name="Google Shape;2305;p61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306" name="Google Shape;2306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07" name="Google Shape;2307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308" name="Google Shape;2308;p6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9" name="Google Shape;2309;p61"/>
          <p:cNvSpPr txBox="1"/>
          <p:nvPr/>
        </p:nvSpPr>
        <p:spPr>
          <a:xfrm>
            <a:off x="14141826" y="201014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61"/>
          <p:cNvSpPr/>
          <p:nvPr/>
        </p:nvSpPr>
        <p:spPr>
          <a:xfrm>
            <a:off x="14788481" y="9071828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1" name="Google Shape;2311;p6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782019" y="6816962"/>
            <a:ext cx="2896381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312" name="Google Shape;2312;p61"/>
          <p:cNvSpPr txBox="1"/>
          <p:nvPr/>
        </p:nvSpPr>
        <p:spPr>
          <a:xfrm>
            <a:off x="5085855" y="1978176"/>
            <a:ext cx="4314974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Kěyǐ.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 可以。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313" name="Google Shape;2313;p61"/>
          <p:cNvSpPr/>
          <p:nvPr/>
        </p:nvSpPr>
        <p:spPr>
          <a:xfrm>
            <a:off x="1066765" y="3206843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14" name="Google Shape;2314;p6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147" y="844643"/>
            <a:ext cx="3097475" cy="2900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15" name="Google Shape;2315;p61"/>
          <p:cNvGrpSpPr/>
          <p:nvPr/>
        </p:nvGrpSpPr>
        <p:grpSpPr>
          <a:xfrm>
            <a:off x="3875337" y="4000500"/>
            <a:ext cx="9002463" cy="1752600"/>
            <a:chOff x="0" y="0"/>
            <a:chExt cx="4720989" cy="5108008"/>
          </a:xfrm>
        </p:grpSpPr>
        <p:sp>
          <p:nvSpPr>
            <p:cNvPr id="2316" name="Google Shape;2316;p61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61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61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61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0" name="Google Shape;2320;p61"/>
          <p:cNvGrpSpPr/>
          <p:nvPr/>
        </p:nvGrpSpPr>
        <p:grpSpPr>
          <a:xfrm>
            <a:off x="11691186" y="5372100"/>
            <a:ext cx="1110414" cy="258666"/>
            <a:chOff x="0" y="0"/>
            <a:chExt cx="1480552" cy="344888"/>
          </a:xfrm>
        </p:grpSpPr>
        <p:grpSp>
          <p:nvGrpSpPr>
            <p:cNvPr id="2321" name="Google Shape;2321;p61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322" name="Google Shape;2322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3" name="Google Shape;2323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4" name="Google Shape;2324;p61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325" name="Google Shape;2325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6" name="Google Shape;2326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27" name="Google Shape;2327;p61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328" name="Google Shape;2328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9" name="Google Shape;2329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30" name="Google Shape;2330;p61"/>
          <p:cNvSpPr txBox="1"/>
          <p:nvPr/>
        </p:nvSpPr>
        <p:spPr>
          <a:xfrm>
            <a:off x="3377394" y="4111776"/>
            <a:ext cx="8144554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Zhè jiàn  yīfu  zěnmeyànɡ?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服务员：这件衣服 怎么样？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331" name="Google Shape;2331;p61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919541" y="3574134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32" name="Google Shape;2332;p61"/>
          <p:cNvGrpSpPr/>
          <p:nvPr/>
        </p:nvGrpSpPr>
        <p:grpSpPr>
          <a:xfrm>
            <a:off x="558870" y="7558936"/>
            <a:ext cx="13837026" cy="1752600"/>
            <a:chOff x="0" y="0"/>
            <a:chExt cx="4720989" cy="5108008"/>
          </a:xfrm>
        </p:grpSpPr>
        <p:sp>
          <p:nvSpPr>
            <p:cNvPr id="2333" name="Google Shape;2333;p61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61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61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61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37" name="Google Shape;2337;p61"/>
          <p:cNvGrpSpPr/>
          <p:nvPr/>
        </p:nvGrpSpPr>
        <p:grpSpPr>
          <a:xfrm>
            <a:off x="13105211" y="8898263"/>
            <a:ext cx="1110414" cy="258666"/>
            <a:chOff x="0" y="0"/>
            <a:chExt cx="1480552" cy="344888"/>
          </a:xfrm>
        </p:grpSpPr>
        <p:grpSp>
          <p:nvGrpSpPr>
            <p:cNvPr id="2338" name="Google Shape;2338;p61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339" name="Google Shape;2339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0" name="Google Shape;2340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1" name="Google Shape;2341;p61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342" name="Google Shape;2342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3" name="Google Shape;2343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44" name="Google Shape;2344;p61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345" name="Google Shape;2345;p61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6" name="Google Shape;2346;p61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47" name="Google Shape;2347;p61"/>
          <p:cNvSpPr txBox="1"/>
          <p:nvPr/>
        </p:nvSpPr>
        <p:spPr>
          <a:xfrm>
            <a:off x="710767" y="7670212"/>
            <a:ext cx="12573507" cy="144411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 tuán   Zhè jiàn yǒu diǎnr dà, yǒu xiǎo yì diǎnr de ma？</a:t>
            </a:r>
            <a:endParaRPr sz="28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0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 团： 这 件有 点儿大，有 小一点儿的吗？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348" name="Google Shape;2348;p61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3693609" y="7277100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9" name="Google Shape;2349;p61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1324" y="666783"/>
            <a:ext cx="2712067" cy="271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0" name="Google Shape;2350;p6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4966334" y="6546234"/>
            <a:ext cx="2712066" cy="271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5" name="Google Shape;2355;p62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356" name="Google Shape;2356;p62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62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58" name="Google Shape;2358;p62"/>
          <p:cNvGrpSpPr/>
          <p:nvPr/>
        </p:nvGrpSpPr>
        <p:grpSpPr>
          <a:xfrm>
            <a:off x="3897062" y="1855351"/>
            <a:ext cx="10884957" cy="1752600"/>
            <a:chOff x="0" y="0"/>
            <a:chExt cx="4720989" cy="5108008"/>
          </a:xfrm>
        </p:grpSpPr>
        <p:sp>
          <p:nvSpPr>
            <p:cNvPr id="2359" name="Google Shape;2359;p62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62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62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62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63" name="Google Shape;2363;p62"/>
          <p:cNvGrpSpPr/>
          <p:nvPr/>
        </p:nvGrpSpPr>
        <p:grpSpPr>
          <a:xfrm>
            <a:off x="13411200" y="3206227"/>
            <a:ext cx="1110414" cy="258666"/>
            <a:chOff x="0" y="0"/>
            <a:chExt cx="1480552" cy="344888"/>
          </a:xfrm>
        </p:grpSpPr>
        <p:grpSp>
          <p:nvGrpSpPr>
            <p:cNvPr id="2364" name="Google Shape;2364;p62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365" name="Google Shape;2365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6" name="Google Shape;2366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67" name="Google Shape;2367;p62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368" name="Google Shape;2368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9" name="Google Shape;2369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0" name="Google Shape;2370;p62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371" name="Google Shape;2371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2" name="Google Shape;2372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373" name="Google Shape;2373;p6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4" name="Google Shape;2374;p62"/>
          <p:cNvSpPr txBox="1"/>
          <p:nvPr/>
        </p:nvSpPr>
        <p:spPr>
          <a:xfrm>
            <a:off x="14141826" y="201014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62"/>
          <p:cNvSpPr/>
          <p:nvPr/>
        </p:nvSpPr>
        <p:spPr>
          <a:xfrm>
            <a:off x="14864242" y="6492005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6" name="Google Shape;2376;p6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57780" y="4237139"/>
            <a:ext cx="2896381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377" name="Google Shape;2377;p62"/>
          <p:cNvSpPr txBox="1"/>
          <p:nvPr/>
        </p:nvSpPr>
        <p:spPr>
          <a:xfrm>
            <a:off x="3445437" y="1978176"/>
            <a:ext cx="9615974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Yǒu，Zhè jiàn xiǎo yì diǎnr</a:t>
            </a:r>
            <a:endParaRPr sz="28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服务员：有，这 件  小 一 点儿。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378" name="Google Shape;2378;p62"/>
          <p:cNvSpPr/>
          <p:nvPr/>
        </p:nvSpPr>
        <p:spPr>
          <a:xfrm>
            <a:off x="1066765" y="3206843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79" name="Google Shape;2379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14147" y="844643"/>
            <a:ext cx="3097475" cy="2900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80" name="Google Shape;2380;p62"/>
          <p:cNvGrpSpPr/>
          <p:nvPr/>
        </p:nvGrpSpPr>
        <p:grpSpPr>
          <a:xfrm>
            <a:off x="5571018" y="4898534"/>
            <a:ext cx="9002463" cy="1752600"/>
            <a:chOff x="0" y="0"/>
            <a:chExt cx="4720989" cy="5108008"/>
          </a:xfrm>
        </p:grpSpPr>
        <p:sp>
          <p:nvSpPr>
            <p:cNvPr id="2381" name="Google Shape;2381;p62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62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62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62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85" name="Google Shape;2385;p62"/>
          <p:cNvGrpSpPr/>
          <p:nvPr/>
        </p:nvGrpSpPr>
        <p:grpSpPr>
          <a:xfrm>
            <a:off x="13386867" y="6270134"/>
            <a:ext cx="1110414" cy="258666"/>
            <a:chOff x="0" y="0"/>
            <a:chExt cx="1480552" cy="344888"/>
          </a:xfrm>
        </p:grpSpPr>
        <p:grpSp>
          <p:nvGrpSpPr>
            <p:cNvPr id="2386" name="Google Shape;2386;p62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387" name="Google Shape;2387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8" name="Google Shape;2388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89" name="Google Shape;2389;p62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390" name="Google Shape;2390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1" name="Google Shape;2391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2" name="Google Shape;2392;p62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393" name="Google Shape;2393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4" name="Google Shape;2394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395" name="Google Shape;2395;p62"/>
          <p:cNvSpPr txBox="1"/>
          <p:nvPr/>
        </p:nvSpPr>
        <p:spPr>
          <a:xfrm>
            <a:off x="5143815" y="5009810"/>
            <a:ext cx="8073813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 tuán   Zhè jiàn  duōshǎo qián?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 团： 这  件  多少  钱？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396" name="Google Shape;2396;p62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892549" y="4549657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97" name="Google Shape;2397;p62"/>
          <p:cNvGrpSpPr/>
          <p:nvPr/>
        </p:nvGrpSpPr>
        <p:grpSpPr>
          <a:xfrm>
            <a:off x="3747717" y="7774227"/>
            <a:ext cx="9918692" cy="1752600"/>
            <a:chOff x="0" y="0"/>
            <a:chExt cx="4720989" cy="5108008"/>
          </a:xfrm>
        </p:grpSpPr>
        <p:sp>
          <p:nvSpPr>
            <p:cNvPr id="2398" name="Google Shape;2398;p62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62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62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62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2" name="Google Shape;2402;p62"/>
          <p:cNvGrpSpPr/>
          <p:nvPr/>
        </p:nvGrpSpPr>
        <p:grpSpPr>
          <a:xfrm>
            <a:off x="12175390" y="9064329"/>
            <a:ext cx="1110414" cy="258666"/>
            <a:chOff x="0" y="0"/>
            <a:chExt cx="1480552" cy="344888"/>
          </a:xfrm>
        </p:grpSpPr>
        <p:grpSp>
          <p:nvGrpSpPr>
            <p:cNvPr id="2403" name="Google Shape;2403;p62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404" name="Google Shape;2404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5" name="Google Shape;2405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6" name="Google Shape;2406;p62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407" name="Google Shape;2407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08" name="Google Shape;2408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9" name="Google Shape;2409;p62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410" name="Google Shape;2410;p62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1" name="Google Shape;2411;p62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12" name="Google Shape;2412;p62"/>
          <p:cNvSpPr txBox="1"/>
          <p:nvPr/>
        </p:nvSpPr>
        <p:spPr>
          <a:xfrm>
            <a:off x="3327480" y="7885503"/>
            <a:ext cx="9048560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 Yì bǎi  èr shí kuài（qián）.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服务员：一 百 二 十 块 （钱）。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413" name="Google Shape;2413;p6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91348" y="7299103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4" name="Google Shape;2414;p62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81324" y="666783"/>
            <a:ext cx="2712067" cy="271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5" name="Google Shape;2415;p62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5042095" y="3966411"/>
            <a:ext cx="2712066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416" name="Google Shape;2416;p62"/>
          <p:cNvSpPr/>
          <p:nvPr/>
        </p:nvSpPr>
        <p:spPr>
          <a:xfrm>
            <a:off x="947798" y="9186836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17" name="Google Shape;2417;p62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5180" y="6824636"/>
            <a:ext cx="3097475" cy="2900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8" name="Google Shape;2418;p62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62357" y="6646776"/>
            <a:ext cx="2712067" cy="2712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3" name="Google Shape;2423;p63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424" name="Google Shape;2424;p63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63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26" name="Google Shape;2426;p63"/>
          <p:cNvGrpSpPr/>
          <p:nvPr/>
        </p:nvGrpSpPr>
        <p:grpSpPr>
          <a:xfrm>
            <a:off x="3897062" y="1855351"/>
            <a:ext cx="12638338" cy="1752600"/>
            <a:chOff x="0" y="0"/>
            <a:chExt cx="4720989" cy="5108008"/>
          </a:xfrm>
        </p:grpSpPr>
        <p:sp>
          <p:nvSpPr>
            <p:cNvPr id="2427" name="Google Shape;2427;p63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63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63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63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1" name="Google Shape;2431;p63"/>
          <p:cNvGrpSpPr/>
          <p:nvPr/>
        </p:nvGrpSpPr>
        <p:grpSpPr>
          <a:xfrm>
            <a:off x="15196386" y="3206227"/>
            <a:ext cx="1110414" cy="258666"/>
            <a:chOff x="0" y="0"/>
            <a:chExt cx="1480552" cy="344888"/>
          </a:xfrm>
        </p:grpSpPr>
        <p:grpSp>
          <p:nvGrpSpPr>
            <p:cNvPr id="2432" name="Google Shape;2432;p63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433" name="Google Shape;2433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4" name="Google Shape;2434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5" name="Google Shape;2435;p63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436" name="Google Shape;2436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7" name="Google Shape;2437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38" name="Google Shape;2438;p63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439" name="Google Shape;2439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40" name="Google Shape;2440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441" name="Google Shape;2441;p6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71897" y="1570526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2" name="Google Shape;2442;p63"/>
          <p:cNvSpPr txBox="1"/>
          <p:nvPr/>
        </p:nvSpPr>
        <p:spPr>
          <a:xfrm>
            <a:off x="14141826" y="201014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63"/>
          <p:cNvSpPr/>
          <p:nvPr/>
        </p:nvSpPr>
        <p:spPr>
          <a:xfrm>
            <a:off x="584505" y="3394026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4" name="Google Shape;2444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8043" y="1139160"/>
            <a:ext cx="2896381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445" name="Google Shape;2445;p63"/>
          <p:cNvSpPr txBox="1"/>
          <p:nvPr/>
        </p:nvSpPr>
        <p:spPr>
          <a:xfrm>
            <a:off x="3620042" y="1978176"/>
            <a:ext cx="11391083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 Tài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ɡuì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le.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Piányi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（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）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diǎnr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bɑ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团：太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贵 </a:t>
            </a: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了。便宜（一）点儿吧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。</a:t>
            </a:r>
            <a:endParaRPr sz="4400" b="1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446" name="Google Shape;2446;p63"/>
          <p:cNvSpPr/>
          <p:nvPr/>
        </p:nvSpPr>
        <p:spPr>
          <a:xfrm>
            <a:off x="15230565" y="6718120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7" name="Google Shape;2447;p6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4777947" y="4355920"/>
            <a:ext cx="3097475" cy="2900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48" name="Google Shape;2448;p63"/>
          <p:cNvGrpSpPr/>
          <p:nvPr/>
        </p:nvGrpSpPr>
        <p:grpSpPr>
          <a:xfrm>
            <a:off x="5571018" y="4898534"/>
            <a:ext cx="9002463" cy="1752600"/>
            <a:chOff x="0" y="0"/>
            <a:chExt cx="4720989" cy="5108008"/>
          </a:xfrm>
        </p:grpSpPr>
        <p:sp>
          <p:nvSpPr>
            <p:cNvPr id="2449" name="Google Shape;2449;p63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63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63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63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53" name="Google Shape;2453;p63"/>
          <p:cNvGrpSpPr/>
          <p:nvPr/>
        </p:nvGrpSpPr>
        <p:grpSpPr>
          <a:xfrm>
            <a:off x="13386867" y="6270134"/>
            <a:ext cx="1110414" cy="258666"/>
            <a:chOff x="0" y="0"/>
            <a:chExt cx="1480552" cy="344888"/>
          </a:xfrm>
        </p:grpSpPr>
        <p:grpSp>
          <p:nvGrpSpPr>
            <p:cNvPr id="2454" name="Google Shape;2454;p63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455" name="Google Shape;2455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6" name="Google Shape;2456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57" name="Google Shape;2457;p63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458" name="Google Shape;2458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59" name="Google Shape;2459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60" name="Google Shape;2460;p63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461" name="Google Shape;2461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2" name="Google Shape;2462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63" name="Google Shape;2463;p63"/>
          <p:cNvSpPr txBox="1"/>
          <p:nvPr/>
        </p:nvSpPr>
        <p:spPr>
          <a:xfrm>
            <a:off x="5278855" y="5009810"/>
            <a:ext cx="7938774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	  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Nǐ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ɡěi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bāshí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kuài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</a:t>
            </a:r>
            <a:r>
              <a:rPr lang="en-US" sz="28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bɑ</a:t>
            </a:r>
            <a:r>
              <a:rPr lang="en-US" sz="28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.</a:t>
            </a:r>
            <a:endParaRPr sz="1400" b="0" i="0" u="none" strike="noStrike" cap="none" dirty="0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 dirty="0" err="1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服务员：你给八十</a:t>
            </a:r>
            <a:r>
              <a:rPr lang="en-US" sz="4400" b="1" i="0" u="none" strike="noStrike" cap="none" dirty="0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块 吧。</a:t>
            </a:r>
            <a:endParaRPr sz="4400" b="1" i="0" u="none" strike="noStrike" cap="none" dirty="0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464" name="Google Shape;2464;p6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892549" y="4549657"/>
            <a:ext cx="779394" cy="77939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65" name="Google Shape;2465;p63"/>
          <p:cNvGrpSpPr/>
          <p:nvPr/>
        </p:nvGrpSpPr>
        <p:grpSpPr>
          <a:xfrm>
            <a:off x="3747717" y="7774227"/>
            <a:ext cx="10494356" cy="1752600"/>
            <a:chOff x="0" y="0"/>
            <a:chExt cx="4720989" cy="5108008"/>
          </a:xfrm>
        </p:grpSpPr>
        <p:sp>
          <p:nvSpPr>
            <p:cNvPr id="2466" name="Google Shape;2466;p63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7" name="Google Shape;2467;p63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8" name="Google Shape;2468;p63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9" name="Google Shape;2469;p63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70" name="Google Shape;2470;p63"/>
          <p:cNvGrpSpPr/>
          <p:nvPr/>
        </p:nvGrpSpPr>
        <p:grpSpPr>
          <a:xfrm>
            <a:off x="12877800" y="9068857"/>
            <a:ext cx="1110414" cy="258666"/>
            <a:chOff x="0" y="0"/>
            <a:chExt cx="1480552" cy="344888"/>
          </a:xfrm>
        </p:grpSpPr>
        <p:grpSp>
          <p:nvGrpSpPr>
            <p:cNvPr id="2471" name="Google Shape;2471;p63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472" name="Google Shape;2472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3" name="Google Shape;2473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4" name="Google Shape;2474;p63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475" name="Google Shape;2475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6" name="Google Shape;2476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77" name="Google Shape;2477;p63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478" name="Google Shape;2478;p63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9" name="Google Shape;2479;p63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480" name="Google Shape;2480;p63"/>
          <p:cNvSpPr txBox="1"/>
          <p:nvPr/>
        </p:nvSpPr>
        <p:spPr>
          <a:xfrm>
            <a:off x="3268583" y="7885503"/>
            <a:ext cx="9524912" cy="1865126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 tuán  Hǎo de.   Gěi nǐ qián</a:t>
            </a:r>
            <a:endParaRPr sz="28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团：好的。给 你 钱。(100RMB)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481" name="Google Shape;2481;p6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691348" y="7299103"/>
            <a:ext cx="784391" cy="784391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2" name="Google Shape;2482;p63" descr="A picture containing vector graphics&#10;&#10;Description automatically generated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45124" y="4178060"/>
            <a:ext cx="2712067" cy="271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3" name="Google Shape;2483;p6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62358" y="868432"/>
            <a:ext cx="2712066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484" name="Google Shape;2484;p63"/>
          <p:cNvSpPr/>
          <p:nvPr/>
        </p:nvSpPr>
        <p:spPr>
          <a:xfrm>
            <a:off x="575683" y="9253055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5" name="Google Shape;2485;p6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9221" y="6998189"/>
            <a:ext cx="2896381" cy="27120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6" name="Google Shape;2486;p63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53536" y="6727461"/>
            <a:ext cx="2712066" cy="271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91" name="Google Shape;2491;p64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492" name="Google Shape;2492;p64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3" name="Google Shape;2493;p64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4" name="Google Shape;2494;p64"/>
          <p:cNvGrpSpPr/>
          <p:nvPr/>
        </p:nvGrpSpPr>
        <p:grpSpPr>
          <a:xfrm>
            <a:off x="3925136" y="2651440"/>
            <a:ext cx="11952538" cy="1752600"/>
            <a:chOff x="0" y="0"/>
            <a:chExt cx="4720989" cy="5108008"/>
          </a:xfrm>
        </p:grpSpPr>
        <p:sp>
          <p:nvSpPr>
            <p:cNvPr id="2495" name="Google Shape;2495;p64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6" name="Google Shape;2496;p64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7" name="Google Shape;2497;p64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8" name="Google Shape;2498;p64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DE9D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99" name="Google Shape;2499;p64"/>
          <p:cNvGrpSpPr/>
          <p:nvPr/>
        </p:nvGrpSpPr>
        <p:grpSpPr>
          <a:xfrm>
            <a:off x="14464257" y="4016817"/>
            <a:ext cx="1110414" cy="258666"/>
            <a:chOff x="0" y="0"/>
            <a:chExt cx="1480552" cy="344888"/>
          </a:xfrm>
        </p:grpSpPr>
        <p:grpSp>
          <p:nvGrpSpPr>
            <p:cNvPr id="2500" name="Google Shape;2500;p64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501" name="Google Shape;2501;p6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2" name="Google Shape;2502;p6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3" name="Google Shape;2503;p64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504" name="Google Shape;2504;p6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5" name="Google Shape;2505;p6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6" name="Google Shape;2506;p64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507" name="Google Shape;2507;p6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08" name="Google Shape;2508;p6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509" name="Google Shape;2509;p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99971" y="2366615"/>
            <a:ext cx="815300" cy="815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0" name="Google Shape;2510;p64"/>
          <p:cNvSpPr txBox="1"/>
          <p:nvPr/>
        </p:nvSpPr>
        <p:spPr>
          <a:xfrm>
            <a:off x="14141826" y="201014"/>
            <a:ext cx="3624367" cy="744948"/>
          </a:xfrm>
          <a:prstGeom prst="rect">
            <a:avLst/>
          </a:prstGeom>
          <a:solidFill>
            <a:srgbClr val="B6DDE7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会话（二）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64"/>
          <p:cNvSpPr/>
          <p:nvPr/>
        </p:nvSpPr>
        <p:spPr>
          <a:xfrm>
            <a:off x="14876274" y="8311008"/>
            <a:ext cx="2883457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2" name="Google Shape;2512;p6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869812" y="6056142"/>
            <a:ext cx="2896381" cy="2712066"/>
          </a:xfrm>
          <a:prstGeom prst="rect">
            <a:avLst/>
          </a:prstGeom>
          <a:noFill/>
          <a:ln>
            <a:noFill/>
          </a:ln>
        </p:spPr>
      </p:pic>
      <p:sp>
        <p:nvSpPr>
          <p:cNvPr id="2513" name="Google Shape;2513;p64"/>
          <p:cNvSpPr txBox="1"/>
          <p:nvPr/>
        </p:nvSpPr>
        <p:spPr>
          <a:xfrm>
            <a:off x="5113929" y="2774265"/>
            <a:ext cx="10024724" cy="1529073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Fúwùyuán 	  Xièxie!  Zhǎo nǐ èrshí kuài（qián）.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服务员：谢谢！找你 二十块（钱）。 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514" name="Google Shape;2514;p64"/>
          <p:cNvSpPr/>
          <p:nvPr/>
        </p:nvSpPr>
        <p:spPr>
          <a:xfrm>
            <a:off x="1094839" y="4002932"/>
            <a:ext cx="2313462" cy="689400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15" name="Google Shape;2515;p6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2221" y="1640732"/>
            <a:ext cx="3097475" cy="29003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16" name="Google Shape;2516;p64"/>
          <p:cNvGrpSpPr/>
          <p:nvPr/>
        </p:nvGrpSpPr>
        <p:grpSpPr>
          <a:xfrm>
            <a:off x="8698832" y="6717537"/>
            <a:ext cx="5886681" cy="1752600"/>
            <a:chOff x="0" y="0"/>
            <a:chExt cx="4720989" cy="5108008"/>
          </a:xfrm>
        </p:grpSpPr>
        <p:sp>
          <p:nvSpPr>
            <p:cNvPr id="2517" name="Google Shape;2517;p64"/>
            <p:cNvSpPr/>
            <p:nvPr/>
          </p:nvSpPr>
          <p:spPr>
            <a:xfrm>
              <a:off x="80010" y="8001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4960688"/>
                  </a:moveTo>
                  <a:lnTo>
                    <a:pt x="0" y="5015298"/>
                  </a:lnTo>
                  <a:lnTo>
                    <a:pt x="4628279" y="5015298"/>
                  </a:lnTo>
                  <a:lnTo>
                    <a:pt x="4628279" y="0"/>
                  </a:lnTo>
                  <a:lnTo>
                    <a:pt x="4573669" y="0"/>
                  </a:lnTo>
                  <a:lnTo>
                    <a:pt x="4573669" y="496068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8" name="Google Shape;2518;p64"/>
            <p:cNvSpPr/>
            <p:nvPr/>
          </p:nvSpPr>
          <p:spPr>
            <a:xfrm>
              <a:off x="67310" y="6731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4586369" y="0"/>
                  </a:moveTo>
                  <a:lnTo>
                    <a:pt x="4586369" y="12700"/>
                  </a:ln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4973388"/>
                  </a:lnTo>
                  <a:lnTo>
                    <a:pt x="0" y="4973388"/>
                  </a:lnTo>
                  <a:lnTo>
                    <a:pt x="0" y="5040698"/>
                  </a:lnTo>
                  <a:lnTo>
                    <a:pt x="4653679" y="5040698"/>
                  </a:lnTo>
                  <a:lnTo>
                    <a:pt x="4653679" y="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9" name="Google Shape;2519;p64"/>
            <p:cNvSpPr/>
            <p:nvPr/>
          </p:nvSpPr>
          <p:spPr>
            <a:xfrm>
              <a:off x="12700" y="12700"/>
              <a:ext cx="4628279" cy="5015298"/>
            </a:xfrm>
            <a:custGeom>
              <a:avLst/>
              <a:gdLst/>
              <a:ahLst/>
              <a:cxnLst/>
              <a:rect l="l" t="t" r="r" b="b"/>
              <a:pathLst>
                <a:path w="4628279" h="5015298" extrusionOk="0">
                  <a:moveTo>
                    <a:pt x="0" y="0"/>
                  </a:moveTo>
                  <a:lnTo>
                    <a:pt x="4628279" y="0"/>
                  </a:lnTo>
                  <a:lnTo>
                    <a:pt x="4628279" y="5015298"/>
                  </a:lnTo>
                  <a:lnTo>
                    <a:pt x="0" y="5015298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0" name="Google Shape;2520;p64"/>
            <p:cNvSpPr/>
            <p:nvPr/>
          </p:nvSpPr>
          <p:spPr>
            <a:xfrm>
              <a:off x="0" y="0"/>
              <a:ext cx="4653679" cy="5040698"/>
            </a:xfrm>
            <a:custGeom>
              <a:avLst/>
              <a:gdLst/>
              <a:ahLst/>
              <a:cxnLst/>
              <a:rect l="l" t="t" r="r" b="b"/>
              <a:pathLst>
                <a:path w="4653679" h="5040698" extrusionOk="0">
                  <a:moveTo>
                    <a:pt x="80010" y="5040698"/>
                  </a:moveTo>
                  <a:lnTo>
                    <a:pt x="4653679" y="5040698"/>
                  </a:lnTo>
                  <a:lnTo>
                    <a:pt x="4653679" y="80010"/>
                  </a:lnTo>
                  <a:lnTo>
                    <a:pt x="4653679" y="67310"/>
                  </a:lnTo>
                  <a:lnTo>
                    <a:pt x="4653679" y="0"/>
                  </a:lnTo>
                  <a:lnTo>
                    <a:pt x="0" y="0"/>
                  </a:lnTo>
                  <a:lnTo>
                    <a:pt x="0" y="5040698"/>
                  </a:lnTo>
                  <a:lnTo>
                    <a:pt x="67310" y="5040698"/>
                  </a:lnTo>
                  <a:lnTo>
                    <a:pt x="80010" y="5040698"/>
                  </a:lnTo>
                  <a:close/>
                  <a:moveTo>
                    <a:pt x="12700" y="12700"/>
                  </a:moveTo>
                  <a:lnTo>
                    <a:pt x="4640979" y="12700"/>
                  </a:lnTo>
                  <a:lnTo>
                    <a:pt x="4640979" y="5027998"/>
                  </a:lnTo>
                  <a:lnTo>
                    <a:pt x="12700" y="5027998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FBD4B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21" name="Google Shape;2521;p64"/>
          <p:cNvGrpSpPr/>
          <p:nvPr/>
        </p:nvGrpSpPr>
        <p:grpSpPr>
          <a:xfrm>
            <a:off x="13398899" y="8089137"/>
            <a:ext cx="1110414" cy="258666"/>
            <a:chOff x="0" y="0"/>
            <a:chExt cx="1480552" cy="344888"/>
          </a:xfrm>
        </p:grpSpPr>
        <p:grpSp>
          <p:nvGrpSpPr>
            <p:cNvPr id="2522" name="Google Shape;2522;p64"/>
            <p:cNvGrpSpPr/>
            <p:nvPr/>
          </p:nvGrpSpPr>
          <p:grpSpPr>
            <a:xfrm>
              <a:off x="1140274" y="4610"/>
              <a:ext cx="340278" cy="340278"/>
              <a:chOff x="0" y="0"/>
              <a:chExt cx="495300" cy="495300"/>
            </a:xfrm>
          </p:grpSpPr>
          <p:sp>
            <p:nvSpPr>
              <p:cNvPr id="2523" name="Google Shape;2523;p6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4" name="Google Shape;2524;p6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5" name="Google Shape;2525;p64"/>
            <p:cNvGrpSpPr/>
            <p:nvPr/>
          </p:nvGrpSpPr>
          <p:grpSpPr>
            <a:xfrm>
              <a:off x="585092" y="0"/>
              <a:ext cx="340278" cy="340278"/>
              <a:chOff x="0" y="0"/>
              <a:chExt cx="495300" cy="495300"/>
            </a:xfrm>
          </p:grpSpPr>
          <p:sp>
            <p:nvSpPr>
              <p:cNvPr id="2526" name="Google Shape;2526;p6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7" name="Google Shape;2527;p6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28" name="Google Shape;2528;p64"/>
            <p:cNvGrpSpPr/>
            <p:nvPr/>
          </p:nvGrpSpPr>
          <p:grpSpPr>
            <a:xfrm>
              <a:off x="0" y="0"/>
              <a:ext cx="340278" cy="340278"/>
              <a:chOff x="0" y="0"/>
              <a:chExt cx="495300" cy="495300"/>
            </a:xfrm>
          </p:grpSpPr>
          <p:sp>
            <p:nvSpPr>
              <p:cNvPr id="2529" name="Google Shape;2529;p64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0" name="Google Shape;2530;p64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31" name="Google Shape;2531;p64"/>
          <p:cNvSpPr txBox="1"/>
          <p:nvPr/>
        </p:nvSpPr>
        <p:spPr>
          <a:xfrm>
            <a:off x="8703790" y="6828813"/>
            <a:ext cx="4525870" cy="1865126"/>
          </a:xfrm>
          <a:prstGeom prst="rect">
            <a:avLst/>
          </a:prstGeom>
          <a:solidFill>
            <a:srgbClr val="CCC0D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Tuán tuán   Búkèqi!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1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团 团：不客气!</a:t>
            </a:r>
            <a:endParaRPr sz="4400" b="1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pic>
        <p:nvPicPr>
          <p:cNvPr id="2532" name="Google Shape;2532;p64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04581" y="6368660"/>
            <a:ext cx="779394" cy="7793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3" name="Google Shape;2533;p64" descr="A picture containing vector graphics&#10;&#10;Description automatically generated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09398" y="1462872"/>
            <a:ext cx="2712067" cy="27120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4" name="Google Shape;2534;p64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054127" y="5785414"/>
            <a:ext cx="2712066" cy="27120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9" name="Google Shape;2539;p65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540" name="Google Shape;2540;p65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1" name="Google Shape;2541;p65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2" name="Google Shape;2542;p65"/>
          <p:cNvGrpSpPr/>
          <p:nvPr/>
        </p:nvGrpSpPr>
        <p:grpSpPr>
          <a:xfrm>
            <a:off x="1028700" y="699041"/>
            <a:ext cx="16230600" cy="2768059"/>
            <a:chOff x="0" y="0"/>
            <a:chExt cx="9318553" cy="1589239"/>
          </a:xfrm>
        </p:grpSpPr>
        <p:sp>
          <p:nvSpPr>
            <p:cNvPr id="2543" name="Google Shape;2543;p65"/>
            <p:cNvSpPr/>
            <p:nvPr/>
          </p:nvSpPr>
          <p:spPr>
            <a:xfrm>
              <a:off x="80010" y="8001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67310" y="6731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2700" y="1270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0" y="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47" name="Google Shape;2547;p65"/>
          <p:cNvGrpSpPr/>
          <p:nvPr/>
        </p:nvGrpSpPr>
        <p:grpSpPr>
          <a:xfrm>
            <a:off x="1028700" y="3489221"/>
            <a:ext cx="16230598" cy="6226279"/>
            <a:chOff x="0" y="0"/>
            <a:chExt cx="10748598" cy="3380261"/>
          </a:xfrm>
        </p:grpSpPr>
        <p:sp>
          <p:nvSpPr>
            <p:cNvPr id="2548" name="Google Shape;2548;p65"/>
            <p:cNvSpPr/>
            <p:nvPr/>
          </p:nvSpPr>
          <p:spPr>
            <a:xfrm>
              <a:off x="80010" y="80010"/>
              <a:ext cx="10655888" cy="3287551"/>
            </a:xfrm>
            <a:custGeom>
              <a:avLst/>
              <a:gdLst/>
              <a:ahLst/>
              <a:cxnLst/>
              <a:rect l="l" t="t" r="r" b="b"/>
              <a:pathLst>
                <a:path w="10655888" h="3287551" extrusionOk="0">
                  <a:moveTo>
                    <a:pt x="0" y="3232941"/>
                  </a:moveTo>
                  <a:lnTo>
                    <a:pt x="0" y="3287551"/>
                  </a:lnTo>
                  <a:lnTo>
                    <a:pt x="10655888" y="3287551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3232941"/>
                  </a:lnTo>
                  <a:close/>
                </a:path>
              </a:pathLst>
            </a:custGeom>
            <a:solidFill>
              <a:srgbClr val="D1F3C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67310" y="67310"/>
              <a:ext cx="10681288" cy="3312951"/>
            </a:xfrm>
            <a:custGeom>
              <a:avLst/>
              <a:gdLst/>
              <a:ahLst/>
              <a:cxnLst/>
              <a:rect l="l" t="t" r="r" b="b"/>
              <a:pathLst>
                <a:path w="10681288" h="3312951" extrusionOk="0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3245641"/>
                  </a:lnTo>
                  <a:lnTo>
                    <a:pt x="0" y="3245641"/>
                  </a:lnTo>
                  <a:lnTo>
                    <a:pt x="0" y="3312951"/>
                  </a:lnTo>
                  <a:lnTo>
                    <a:pt x="10681288" y="3312951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2700" y="12700"/>
              <a:ext cx="10655888" cy="3287551"/>
            </a:xfrm>
            <a:custGeom>
              <a:avLst/>
              <a:gdLst/>
              <a:ahLst/>
              <a:cxnLst/>
              <a:rect l="l" t="t" r="r" b="b"/>
              <a:pathLst>
                <a:path w="10655888" h="3287551" extrusionOk="0">
                  <a:moveTo>
                    <a:pt x="0" y="0"/>
                  </a:moveTo>
                  <a:lnTo>
                    <a:pt x="10655888" y="0"/>
                  </a:lnTo>
                  <a:lnTo>
                    <a:pt x="10655888" y="3287551"/>
                  </a:lnTo>
                  <a:lnTo>
                    <a:pt x="0" y="32875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0" y="0"/>
              <a:ext cx="10681288" cy="3312951"/>
            </a:xfrm>
            <a:custGeom>
              <a:avLst/>
              <a:gdLst/>
              <a:ahLst/>
              <a:cxnLst/>
              <a:rect l="l" t="t" r="r" b="b"/>
              <a:pathLst>
                <a:path w="10681288" h="3312951" extrusionOk="0">
                  <a:moveTo>
                    <a:pt x="80010" y="3312951"/>
                  </a:moveTo>
                  <a:lnTo>
                    <a:pt x="10681288" y="3312951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3312951"/>
                  </a:lnTo>
                  <a:lnTo>
                    <a:pt x="67310" y="3312951"/>
                  </a:lnTo>
                  <a:lnTo>
                    <a:pt x="80010" y="3312951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2" name="Google Shape;2552;p65"/>
          <p:cNvGrpSpPr/>
          <p:nvPr/>
        </p:nvGrpSpPr>
        <p:grpSpPr>
          <a:xfrm>
            <a:off x="1028700" y="3543300"/>
            <a:ext cx="16142863" cy="632973"/>
            <a:chOff x="0" y="0"/>
            <a:chExt cx="118125962" cy="4631804"/>
          </a:xfrm>
        </p:grpSpPr>
        <p:sp>
          <p:nvSpPr>
            <p:cNvPr id="2553" name="Google Shape;2553;p65"/>
            <p:cNvSpPr/>
            <p:nvPr/>
          </p:nvSpPr>
          <p:spPr>
            <a:xfrm>
              <a:off x="72390" y="72390"/>
              <a:ext cx="117981179" cy="4487024"/>
            </a:xfrm>
            <a:custGeom>
              <a:avLst/>
              <a:gdLst/>
              <a:ahLst/>
              <a:cxnLst/>
              <a:rect l="l" t="t" r="r" b="b"/>
              <a:pathLst>
                <a:path w="117981179" h="4487024" extrusionOk="0">
                  <a:moveTo>
                    <a:pt x="0" y="0"/>
                  </a:moveTo>
                  <a:lnTo>
                    <a:pt x="117981179" y="0"/>
                  </a:lnTo>
                  <a:lnTo>
                    <a:pt x="117981179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F3C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0" y="0"/>
              <a:ext cx="118125962" cy="4631804"/>
            </a:xfrm>
            <a:custGeom>
              <a:avLst/>
              <a:gdLst/>
              <a:ahLst/>
              <a:cxnLst/>
              <a:rect l="l" t="t" r="r" b="b"/>
              <a:pathLst>
                <a:path w="118125962" h="4631804" extrusionOk="0">
                  <a:moveTo>
                    <a:pt x="117981189" y="4487024"/>
                  </a:moveTo>
                  <a:lnTo>
                    <a:pt x="118125962" y="4487024"/>
                  </a:lnTo>
                  <a:lnTo>
                    <a:pt x="118125962" y="4631804"/>
                  </a:lnTo>
                  <a:lnTo>
                    <a:pt x="117981189" y="4631804"/>
                  </a:lnTo>
                  <a:lnTo>
                    <a:pt x="117981189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117981189" y="144780"/>
                  </a:moveTo>
                  <a:lnTo>
                    <a:pt x="118125962" y="144780"/>
                  </a:lnTo>
                  <a:lnTo>
                    <a:pt x="118125962" y="4487024"/>
                  </a:lnTo>
                  <a:lnTo>
                    <a:pt x="117981189" y="4487024"/>
                  </a:lnTo>
                  <a:lnTo>
                    <a:pt x="117981189" y="144780"/>
                  </a:lnTo>
                  <a:close/>
                  <a:moveTo>
                    <a:pt x="144780" y="4487024"/>
                  </a:moveTo>
                  <a:lnTo>
                    <a:pt x="117981189" y="4487024"/>
                  </a:lnTo>
                  <a:lnTo>
                    <a:pt x="117981189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117981189" y="0"/>
                  </a:moveTo>
                  <a:lnTo>
                    <a:pt x="118125962" y="0"/>
                  </a:lnTo>
                  <a:lnTo>
                    <a:pt x="118125962" y="144780"/>
                  </a:lnTo>
                  <a:lnTo>
                    <a:pt x="117981189" y="144780"/>
                  </a:lnTo>
                  <a:lnTo>
                    <a:pt x="1179811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7981189" y="0"/>
                  </a:lnTo>
                  <a:lnTo>
                    <a:pt x="1179811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55" name="Google Shape;2555;p65"/>
          <p:cNvGrpSpPr/>
          <p:nvPr/>
        </p:nvGrpSpPr>
        <p:grpSpPr>
          <a:xfrm>
            <a:off x="1333243" y="3758066"/>
            <a:ext cx="1040735" cy="242434"/>
            <a:chOff x="0" y="0"/>
            <a:chExt cx="1387647" cy="323246"/>
          </a:xfrm>
        </p:grpSpPr>
        <p:grpSp>
          <p:nvGrpSpPr>
            <p:cNvPr id="2556" name="Google Shape;2556;p65"/>
            <p:cNvGrpSpPr/>
            <p:nvPr/>
          </p:nvGrpSpPr>
          <p:grpSpPr>
            <a:xfrm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id="2557" name="Google Shape;2557;p6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8" name="Google Shape;2558;p6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9" name="Google Shape;2559;p65"/>
            <p:cNvGrpSpPr/>
            <p:nvPr/>
          </p:nvGrpSpPr>
          <p:grpSpPr>
            <a:xfrm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id="2560" name="Google Shape;2560;p6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1" name="Google Shape;2561;p6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2" name="Google Shape;2562;p65"/>
            <p:cNvGrpSpPr/>
            <p:nvPr/>
          </p:nvGrpSpPr>
          <p:grpSpPr>
            <a:xfrm>
              <a:off x="0" y="0"/>
              <a:ext cx="318925" cy="318925"/>
              <a:chOff x="0" y="0"/>
              <a:chExt cx="495300" cy="495300"/>
            </a:xfrm>
          </p:grpSpPr>
          <p:sp>
            <p:nvSpPr>
              <p:cNvPr id="2563" name="Google Shape;2563;p65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64" name="Google Shape;2564;p65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65" name="Google Shape;2565;p65"/>
          <p:cNvSpPr txBox="1"/>
          <p:nvPr/>
        </p:nvSpPr>
        <p:spPr>
          <a:xfrm>
            <a:off x="1123816" y="842591"/>
            <a:ext cx="4724400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65"/>
          <p:cNvSpPr txBox="1"/>
          <p:nvPr/>
        </p:nvSpPr>
        <p:spPr>
          <a:xfrm>
            <a:off x="6204760" y="1702068"/>
            <a:ext cx="5409971" cy="186358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拼音练习 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Pinyin practice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67" name="Google Shape;2567;p65"/>
          <p:cNvGraphicFramePr/>
          <p:nvPr>
            <p:extLst>
              <p:ext uri="{D42A27DB-BD31-4B8C-83A1-F6EECF244321}">
                <p14:modId xmlns:p14="http://schemas.microsoft.com/office/powerpoint/2010/main" val="3963663915"/>
              </p:ext>
            </p:extLst>
          </p:nvPr>
        </p:nvGraphicFramePr>
        <p:xfrm>
          <a:off x="1983720" y="4340493"/>
          <a:ext cx="14918900" cy="5539120"/>
        </p:xfrm>
        <a:graphic>
          <a:graphicData uri="http://schemas.openxmlformats.org/drawingml/2006/table">
            <a:tbl>
              <a:tblPr firstRow="1" bandRow="1">
                <a:noFill/>
                <a:tableStyleId>{96F2FB46-D5D2-4FA2-B1D0-B49998A0B9BE}</a:tableStyleId>
              </a:tblPr>
              <a:tblGrid>
                <a:gridCol w="3729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9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9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267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suān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</a:t>
                      </a:r>
                      <a:endParaRPr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酸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tián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甜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kǔ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苦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là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辣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67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lǜ sè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绿色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huáng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sè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黄色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lán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sè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蓝色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zǐ sè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紫色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67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kù zi</a:t>
                      </a:r>
                      <a:endParaRPr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裤子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qún zi</a:t>
                      </a:r>
                      <a:endParaRPr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裙子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wà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zi</a:t>
                      </a:r>
                      <a:endParaRPr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袜子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mào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zi </a:t>
                      </a:r>
                      <a:endParaRPr dirty="0">
                        <a:latin typeface="SimSun" panose="02010600030101010101" pitchFamily="2" charset="-122"/>
                        <a:ea typeface="SimSun" panose="02010600030101010101" pitchFamily="2" charset="-122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帽子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672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xié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鞋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jiá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kè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夹克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chèn shān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strike="noStrike" cap="none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衬衫</a:t>
                      </a: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600" u="none" strike="noStrike" cap="none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lián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yī</a:t>
                      </a:r>
                      <a:r>
                        <a:rPr lang="en-US" sz="3600" u="none" strike="noStrike" cap="none" dirty="0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 </a:t>
                      </a: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qún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u="none" strike="noStrike" cap="none" dirty="0" err="1">
                          <a:latin typeface="SimSun" panose="02010600030101010101" pitchFamily="2" charset="-122"/>
                          <a:ea typeface="SimSun" panose="02010600030101010101" pitchFamily="2" charset="-122"/>
                          <a:cs typeface="Arial"/>
                          <a:sym typeface="Arial"/>
                        </a:rPr>
                        <a:t>连衣裙</a:t>
                      </a:r>
                      <a:endParaRPr sz="3600" u="none" strike="noStrike" cap="none" dirty="0">
                        <a:latin typeface="SimSun" panose="02010600030101010101" pitchFamily="2" charset="-122"/>
                        <a:ea typeface="SimSun" panose="02010600030101010101" pitchFamily="2" charset="-122"/>
                        <a:cs typeface="Arial"/>
                        <a:sym typeface="Arial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72" name="Google Shape;2572;p66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573" name="Google Shape;2573;p66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4" name="Google Shape;2574;p66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75" name="Google Shape;2575;p66"/>
          <p:cNvGrpSpPr/>
          <p:nvPr/>
        </p:nvGrpSpPr>
        <p:grpSpPr>
          <a:xfrm>
            <a:off x="1028700" y="2032214"/>
            <a:ext cx="7887960" cy="7226086"/>
            <a:chOff x="0" y="0"/>
            <a:chExt cx="4528753" cy="4148748"/>
          </a:xfrm>
        </p:grpSpPr>
        <p:sp>
          <p:nvSpPr>
            <p:cNvPr id="2576" name="Google Shape;2576;p6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7" name="Google Shape;2577;p6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8" name="Google Shape;2578;p6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9" name="Google Shape;2579;p6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80" name="Google Shape;2580;p66"/>
          <p:cNvGrpSpPr/>
          <p:nvPr/>
        </p:nvGrpSpPr>
        <p:grpSpPr>
          <a:xfrm>
            <a:off x="9371338" y="2032214"/>
            <a:ext cx="7887960" cy="7226086"/>
            <a:chOff x="0" y="0"/>
            <a:chExt cx="4528753" cy="4148748"/>
          </a:xfrm>
        </p:grpSpPr>
        <p:sp>
          <p:nvSpPr>
            <p:cNvPr id="2581" name="Google Shape;2581;p66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2" name="Google Shape;2582;p66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3" name="Google Shape;2583;p66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4" name="Google Shape;2584;p66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585" name="Google Shape;2585;p6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1800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6" name="Google Shape;2586;p6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8424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7" name="Google Shape;2587;p6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5049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8" name="Google Shape;2588;p66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91674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9" name="Google Shape;2589;p66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98298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90" name="Google Shape;2590;p66"/>
          <p:cNvGrpSpPr/>
          <p:nvPr/>
        </p:nvGrpSpPr>
        <p:grpSpPr>
          <a:xfrm>
            <a:off x="1028700" y="495300"/>
            <a:ext cx="16230600" cy="2768059"/>
            <a:chOff x="0" y="0"/>
            <a:chExt cx="9318553" cy="1589239"/>
          </a:xfrm>
        </p:grpSpPr>
        <p:sp>
          <p:nvSpPr>
            <p:cNvPr id="2591" name="Google Shape;2591;p66"/>
            <p:cNvSpPr/>
            <p:nvPr/>
          </p:nvSpPr>
          <p:spPr>
            <a:xfrm>
              <a:off x="80010" y="8001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2" name="Google Shape;2592;p66"/>
            <p:cNvSpPr/>
            <p:nvPr/>
          </p:nvSpPr>
          <p:spPr>
            <a:xfrm>
              <a:off x="67310" y="6731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3" name="Google Shape;2593;p66"/>
            <p:cNvSpPr/>
            <p:nvPr/>
          </p:nvSpPr>
          <p:spPr>
            <a:xfrm>
              <a:off x="12700" y="1270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4" name="Google Shape;2594;p66"/>
            <p:cNvSpPr/>
            <p:nvPr/>
          </p:nvSpPr>
          <p:spPr>
            <a:xfrm>
              <a:off x="0" y="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95" name="Google Shape;2595;p66"/>
          <p:cNvSpPr txBox="1"/>
          <p:nvPr/>
        </p:nvSpPr>
        <p:spPr>
          <a:xfrm>
            <a:off x="1123815" y="638849"/>
            <a:ext cx="4805849" cy="93179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6" name="Google Shape;2596;p66"/>
          <p:cNvSpPr txBox="1"/>
          <p:nvPr/>
        </p:nvSpPr>
        <p:spPr>
          <a:xfrm>
            <a:off x="6570781" y="1718359"/>
            <a:ext cx="5838222" cy="931794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66"/>
          <p:cNvSpPr/>
          <p:nvPr/>
        </p:nvSpPr>
        <p:spPr>
          <a:xfrm>
            <a:off x="4017859" y="5324464"/>
            <a:ext cx="1587589" cy="399193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98" name="Google Shape;2598;p66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31875" y="3921052"/>
            <a:ext cx="1677131" cy="1570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9" name="Google Shape;2599;p66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038600" y="3649295"/>
            <a:ext cx="1570405" cy="1570405"/>
          </a:xfrm>
          <a:prstGeom prst="rect">
            <a:avLst/>
          </a:prstGeom>
          <a:noFill/>
          <a:ln>
            <a:noFill/>
          </a:ln>
        </p:spPr>
      </p:pic>
      <p:sp>
        <p:nvSpPr>
          <p:cNvPr id="2600" name="Google Shape;2600;p66"/>
          <p:cNvSpPr txBox="1"/>
          <p:nvPr/>
        </p:nvSpPr>
        <p:spPr>
          <a:xfrm>
            <a:off x="1983687" y="5922549"/>
            <a:ext cx="7526732" cy="1917307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Yí jiàn  yīfu  duōshǎo qián?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1" i="0" u="sng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一 件 衣服</a:t>
            </a: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多少  钱？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01" name="Google Shape;2601;p66"/>
          <p:cNvSpPr txBox="1"/>
          <p:nvPr/>
        </p:nvSpPr>
        <p:spPr>
          <a:xfrm>
            <a:off x="11092721" y="3619500"/>
            <a:ext cx="2613645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yìjīn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一斤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02" name="Google Shape;2602;p66"/>
          <p:cNvSpPr txBox="1"/>
          <p:nvPr/>
        </p:nvSpPr>
        <p:spPr>
          <a:xfrm>
            <a:off x="13618298" y="3620529"/>
            <a:ext cx="2428768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pínɡɡuǒ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苹果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03" name="Google Shape;2603;p66"/>
          <p:cNvSpPr txBox="1"/>
          <p:nvPr/>
        </p:nvSpPr>
        <p:spPr>
          <a:xfrm>
            <a:off x="10821765" y="5354832"/>
            <a:ext cx="3006041" cy="1865125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yíliànɡ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一辆</a:t>
            </a: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4" name="Google Shape;2604;p66"/>
          <p:cNvSpPr txBox="1"/>
          <p:nvPr/>
        </p:nvSpPr>
        <p:spPr>
          <a:xfrm>
            <a:off x="13618298" y="5431210"/>
            <a:ext cx="2408020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chē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车</a:t>
            </a: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66"/>
          <p:cNvSpPr txBox="1"/>
          <p:nvPr/>
        </p:nvSpPr>
        <p:spPr>
          <a:xfrm>
            <a:off x="11092721" y="7264138"/>
            <a:ext cx="2613647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yìtái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一台</a:t>
            </a: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6" name="Google Shape;2606;p66"/>
          <p:cNvSpPr txBox="1"/>
          <p:nvPr/>
        </p:nvSpPr>
        <p:spPr>
          <a:xfrm>
            <a:off x="13618299" y="7265167"/>
            <a:ext cx="2673213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diànnǎo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电脑</a:t>
            </a:r>
            <a:endParaRPr sz="4400" b="0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1" name="Google Shape;2611;p67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612" name="Google Shape;2612;p67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3" name="Google Shape;2613;p67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4" name="Google Shape;2614;p67"/>
          <p:cNvGrpSpPr/>
          <p:nvPr/>
        </p:nvGrpSpPr>
        <p:grpSpPr>
          <a:xfrm>
            <a:off x="955968" y="2032213"/>
            <a:ext cx="7960692" cy="7292715"/>
            <a:chOff x="0" y="0"/>
            <a:chExt cx="4528753" cy="4148748"/>
          </a:xfrm>
        </p:grpSpPr>
        <p:sp>
          <p:nvSpPr>
            <p:cNvPr id="2615" name="Google Shape;2615;p6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6" name="Google Shape;2616;p6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7" name="Google Shape;2617;p6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8" name="Google Shape;2618;p6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19" name="Google Shape;2619;p67"/>
          <p:cNvGrpSpPr/>
          <p:nvPr/>
        </p:nvGrpSpPr>
        <p:grpSpPr>
          <a:xfrm>
            <a:off x="9371338" y="2032214"/>
            <a:ext cx="7887960" cy="7226086"/>
            <a:chOff x="0" y="0"/>
            <a:chExt cx="4528753" cy="4148748"/>
          </a:xfrm>
        </p:grpSpPr>
        <p:sp>
          <p:nvSpPr>
            <p:cNvPr id="2620" name="Google Shape;2620;p67"/>
            <p:cNvSpPr/>
            <p:nvPr/>
          </p:nvSpPr>
          <p:spPr>
            <a:xfrm>
              <a:off x="80010" y="80010"/>
              <a:ext cx="4436043" cy="4056038"/>
            </a:xfrm>
            <a:custGeom>
              <a:avLst/>
              <a:gdLst/>
              <a:ahLst/>
              <a:cxnLst/>
              <a:rect l="l" t="t" r="r" b="b"/>
              <a:pathLst>
                <a:path w="4436043" h="4056038" extrusionOk="0">
                  <a:moveTo>
                    <a:pt x="0" y="4001427"/>
                  </a:moveTo>
                  <a:lnTo>
                    <a:pt x="0" y="4056038"/>
                  </a:lnTo>
                  <a:lnTo>
                    <a:pt x="4436043" y="4056038"/>
                  </a:lnTo>
                  <a:lnTo>
                    <a:pt x="4436043" y="0"/>
                  </a:lnTo>
                  <a:lnTo>
                    <a:pt x="4381434" y="0"/>
                  </a:lnTo>
                  <a:lnTo>
                    <a:pt x="4381434" y="4001427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1" name="Google Shape;2621;p67"/>
            <p:cNvSpPr/>
            <p:nvPr/>
          </p:nvSpPr>
          <p:spPr>
            <a:xfrm>
              <a:off x="67310" y="67310"/>
              <a:ext cx="4461443" cy="4081438"/>
            </a:xfrm>
            <a:custGeom>
              <a:avLst/>
              <a:gdLst/>
              <a:ahLst/>
              <a:cxnLst/>
              <a:rect l="l" t="t" r="r" b="b"/>
              <a:pathLst>
                <a:path w="4461443" h="4081438" extrusionOk="0">
                  <a:moveTo>
                    <a:pt x="4394134" y="0"/>
                  </a:moveTo>
                  <a:lnTo>
                    <a:pt x="4394134" y="12700"/>
                  </a:lnTo>
                  <a:lnTo>
                    <a:pt x="4448743" y="12700"/>
                  </a:lnTo>
                  <a:lnTo>
                    <a:pt x="4448743" y="4068738"/>
                  </a:lnTo>
                  <a:lnTo>
                    <a:pt x="12700" y="4068738"/>
                  </a:lnTo>
                  <a:lnTo>
                    <a:pt x="12700" y="4014127"/>
                  </a:lnTo>
                  <a:lnTo>
                    <a:pt x="0" y="4014127"/>
                  </a:lnTo>
                  <a:lnTo>
                    <a:pt x="0" y="4081438"/>
                  </a:lnTo>
                  <a:lnTo>
                    <a:pt x="4461443" y="4081438"/>
                  </a:lnTo>
                  <a:lnTo>
                    <a:pt x="44614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2" name="Google Shape;2622;p67"/>
            <p:cNvSpPr/>
            <p:nvPr/>
          </p:nvSpPr>
          <p:spPr>
            <a:xfrm>
              <a:off x="12700" y="12700"/>
              <a:ext cx="4436044" cy="4056037"/>
            </a:xfrm>
            <a:custGeom>
              <a:avLst/>
              <a:gdLst/>
              <a:ahLst/>
              <a:cxnLst/>
              <a:rect l="l" t="t" r="r" b="b"/>
              <a:pathLst>
                <a:path w="4436044" h="4056037" extrusionOk="0">
                  <a:moveTo>
                    <a:pt x="0" y="0"/>
                  </a:moveTo>
                  <a:lnTo>
                    <a:pt x="4436044" y="0"/>
                  </a:lnTo>
                  <a:lnTo>
                    <a:pt x="4436044" y="4056037"/>
                  </a:lnTo>
                  <a:lnTo>
                    <a:pt x="0" y="405603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3" name="Google Shape;2623;p67"/>
            <p:cNvSpPr/>
            <p:nvPr/>
          </p:nvSpPr>
          <p:spPr>
            <a:xfrm>
              <a:off x="0" y="0"/>
              <a:ext cx="4461444" cy="4081437"/>
            </a:xfrm>
            <a:custGeom>
              <a:avLst/>
              <a:gdLst/>
              <a:ahLst/>
              <a:cxnLst/>
              <a:rect l="l" t="t" r="r" b="b"/>
              <a:pathLst>
                <a:path w="4461444" h="4081437" extrusionOk="0">
                  <a:moveTo>
                    <a:pt x="80010" y="4081437"/>
                  </a:moveTo>
                  <a:lnTo>
                    <a:pt x="4461444" y="4081437"/>
                  </a:lnTo>
                  <a:lnTo>
                    <a:pt x="4461444" y="80010"/>
                  </a:lnTo>
                  <a:lnTo>
                    <a:pt x="4461444" y="67310"/>
                  </a:lnTo>
                  <a:lnTo>
                    <a:pt x="4461444" y="0"/>
                  </a:lnTo>
                  <a:lnTo>
                    <a:pt x="0" y="0"/>
                  </a:lnTo>
                  <a:lnTo>
                    <a:pt x="0" y="4081437"/>
                  </a:lnTo>
                  <a:lnTo>
                    <a:pt x="67310" y="4081437"/>
                  </a:lnTo>
                  <a:lnTo>
                    <a:pt x="80010" y="4081437"/>
                  </a:lnTo>
                  <a:close/>
                  <a:moveTo>
                    <a:pt x="12700" y="12700"/>
                  </a:moveTo>
                  <a:lnTo>
                    <a:pt x="4448744" y="12700"/>
                  </a:lnTo>
                  <a:lnTo>
                    <a:pt x="4448744" y="4068737"/>
                  </a:lnTo>
                  <a:lnTo>
                    <a:pt x="12700" y="4068737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24" name="Google Shape;2624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04700" y="4706837"/>
            <a:ext cx="310856" cy="295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5" name="Google Shape;2625;p6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78424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6" name="Google Shape;2626;p67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85049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7" name="Google Shape;2627;p67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91674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8" name="Google Shape;2628;p6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98298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29" name="Google Shape;2629;p67"/>
          <p:cNvGrpSpPr/>
          <p:nvPr/>
        </p:nvGrpSpPr>
        <p:grpSpPr>
          <a:xfrm>
            <a:off x="1028700" y="495300"/>
            <a:ext cx="16230600" cy="2768059"/>
            <a:chOff x="0" y="0"/>
            <a:chExt cx="9318553" cy="1589239"/>
          </a:xfrm>
        </p:grpSpPr>
        <p:sp>
          <p:nvSpPr>
            <p:cNvPr id="2630" name="Google Shape;2630;p67"/>
            <p:cNvSpPr/>
            <p:nvPr/>
          </p:nvSpPr>
          <p:spPr>
            <a:xfrm>
              <a:off x="80010" y="8001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1" name="Google Shape;2631;p67"/>
            <p:cNvSpPr/>
            <p:nvPr/>
          </p:nvSpPr>
          <p:spPr>
            <a:xfrm>
              <a:off x="67310" y="6731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2" name="Google Shape;2632;p67"/>
            <p:cNvSpPr/>
            <p:nvPr/>
          </p:nvSpPr>
          <p:spPr>
            <a:xfrm>
              <a:off x="12700" y="1270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3" name="Google Shape;2633;p67"/>
            <p:cNvSpPr/>
            <p:nvPr/>
          </p:nvSpPr>
          <p:spPr>
            <a:xfrm>
              <a:off x="0" y="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34" name="Google Shape;2634;p67"/>
          <p:cNvSpPr txBox="1"/>
          <p:nvPr/>
        </p:nvSpPr>
        <p:spPr>
          <a:xfrm>
            <a:off x="1123816" y="638850"/>
            <a:ext cx="4724400" cy="744948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67"/>
          <p:cNvSpPr txBox="1"/>
          <p:nvPr/>
        </p:nvSpPr>
        <p:spPr>
          <a:xfrm>
            <a:off x="6570781" y="1718359"/>
            <a:ext cx="5029200" cy="744948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替换 Substitutions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67"/>
          <p:cNvSpPr txBox="1"/>
          <p:nvPr/>
        </p:nvSpPr>
        <p:spPr>
          <a:xfrm>
            <a:off x="1708879" y="6151148"/>
            <a:ext cx="6696917" cy="188232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 hànyǔ yǒu diǎnr nán.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l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sz="4400" b="1" i="0" u="sng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汉语</a:t>
            </a:r>
            <a:r>
              <a:rPr lang="en-US" sz="4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有 点儿 </a:t>
            </a:r>
            <a:r>
              <a:rPr lang="en-US" sz="4400" b="1" i="0" u="sng" strike="noStrike" cap="none">
                <a:solidFill>
                  <a:srgbClr val="FF0000"/>
                </a:solidFill>
                <a:latin typeface="SimSun"/>
                <a:ea typeface="SimSun"/>
                <a:cs typeface="SimSun"/>
                <a:sym typeface="SimSun"/>
              </a:rPr>
              <a:t>难</a:t>
            </a:r>
            <a:r>
              <a:rPr lang="en-US" sz="4400" b="0" i="0" u="none" strike="noStrike" cap="none">
                <a:solidFill>
                  <a:schemeClr val="dk1"/>
                </a:solidFill>
                <a:latin typeface="SimSun"/>
                <a:ea typeface="SimSun"/>
                <a:cs typeface="SimSun"/>
                <a:sym typeface="SimSun"/>
              </a:rPr>
              <a:t>。 </a:t>
            </a:r>
            <a:endParaRPr sz="4400" b="0" i="0" u="none" strike="noStrike" cap="none">
              <a:solidFill>
                <a:schemeClr val="dk1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37" name="Google Shape;2637;p67"/>
          <p:cNvSpPr txBox="1"/>
          <p:nvPr/>
        </p:nvSpPr>
        <p:spPr>
          <a:xfrm>
            <a:off x="10227571" y="3158339"/>
            <a:ext cx="3733127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zhè jiàn yīfu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这 件 衣服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38" name="Google Shape;2638;p67"/>
          <p:cNvSpPr txBox="1"/>
          <p:nvPr/>
        </p:nvSpPr>
        <p:spPr>
          <a:xfrm>
            <a:off x="13491481" y="3159368"/>
            <a:ext cx="2662920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dà/xiǎo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大/小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39" name="Google Shape;2639;p67"/>
          <p:cNvSpPr txBox="1"/>
          <p:nvPr/>
        </p:nvSpPr>
        <p:spPr>
          <a:xfrm>
            <a:off x="10240290" y="4969020"/>
            <a:ext cx="3466078" cy="1865126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Bàbɑ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爸爸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40" name="Google Shape;2640;p67"/>
          <p:cNvSpPr txBox="1"/>
          <p:nvPr/>
        </p:nvSpPr>
        <p:spPr>
          <a:xfrm>
            <a:off x="13491480" y="4970049"/>
            <a:ext cx="2662920" cy="1865126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216249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mánɡ</a:t>
            </a:r>
            <a:endParaRPr sz="14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忙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41" name="Google Shape;2641;p67"/>
          <p:cNvSpPr/>
          <p:nvPr/>
        </p:nvSpPr>
        <p:spPr>
          <a:xfrm>
            <a:off x="4035346" y="5406142"/>
            <a:ext cx="1620789" cy="699071"/>
          </a:xfrm>
          <a:custGeom>
            <a:avLst/>
            <a:gdLst/>
            <a:ahLst/>
            <a:cxnLst/>
            <a:rect l="l" t="t" r="r" b="b"/>
            <a:pathLst>
              <a:path w="6321665" h="6350000" extrusionOk="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DDBC78">
              <a:alpha val="18823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42" name="Google Shape;2642;p67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3929999" y="4081022"/>
            <a:ext cx="1937401" cy="1814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3" name="Google Shape;2643;p67" descr="A picture containing doll&#10;&#10;Description automatically generated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3947738" y="3679224"/>
            <a:ext cx="1726918" cy="172691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4" name="Google Shape;2644;p6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71800" y="8496300"/>
            <a:ext cx="464724" cy="442417"/>
          </a:xfrm>
          <a:prstGeom prst="rect">
            <a:avLst/>
          </a:prstGeom>
          <a:noFill/>
          <a:ln>
            <a:noFill/>
          </a:ln>
        </p:spPr>
      </p:pic>
      <p:sp>
        <p:nvSpPr>
          <p:cNvPr id="2645" name="Google Shape;2645;p67"/>
          <p:cNvSpPr txBox="1"/>
          <p:nvPr/>
        </p:nvSpPr>
        <p:spPr>
          <a:xfrm>
            <a:off x="10259340" y="6874020"/>
            <a:ext cx="3466078" cy="1529073"/>
          </a:xfrm>
          <a:prstGeom prst="rect">
            <a:avLst/>
          </a:prstGeom>
          <a:solidFill>
            <a:srgbClr val="EAF1DD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miàntiáo</a:t>
            </a:r>
            <a:endParaRPr sz="28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37613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面条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2646" name="Google Shape;2646;p67"/>
          <p:cNvSpPr txBox="1"/>
          <p:nvPr/>
        </p:nvSpPr>
        <p:spPr>
          <a:xfrm>
            <a:off x="13548630" y="6875049"/>
            <a:ext cx="2662920" cy="1446550"/>
          </a:xfrm>
          <a:prstGeom prst="rect">
            <a:avLst/>
          </a:prstGeom>
          <a:solidFill>
            <a:srgbClr val="D6E3B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2800"/>
              <a:buFont typeface="SimSun"/>
              <a:buNone/>
            </a:pPr>
            <a:r>
              <a:rPr lang="en-US" sz="28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là</a:t>
            </a:r>
            <a:endParaRPr sz="2800" b="0" i="0" u="none" strike="noStrike" cap="none">
              <a:solidFill>
                <a:srgbClr val="000000"/>
              </a:solidFill>
              <a:latin typeface="SimSun"/>
              <a:ea typeface="SimSun"/>
              <a:cs typeface="SimSun"/>
              <a:sym typeface="SimSun"/>
            </a:endParaRPr>
          </a:p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2E2F30"/>
                </a:solidFill>
                <a:latin typeface="SimSun"/>
                <a:ea typeface="SimSun"/>
                <a:cs typeface="SimSun"/>
                <a:sym typeface="SimSun"/>
              </a:rPr>
              <a:t>辣</a:t>
            </a:r>
            <a:endParaRPr sz="4400" b="0" i="0" u="none" strike="noStrike" cap="none">
              <a:solidFill>
                <a:srgbClr val="2E2F30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51" name="Google Shape;2651;p69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652" name="Google Shape;2652;p69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3" name="Google Shape;2653;p69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4" name="Google Shape;2654;p69"/>
          <p:cNvGrpSpPr/>
          <p:nvPr/>
        </p:nvGrpSpPr>
        <p:grpSpPr>
          <a:xfrm>
            <a:off x="1028700" y="699041"/>
            <a:ext cx="16230600" cy="2768059"/>
            <a:chOff x="0" y="0"/>
            <a:chExt cx="9318553" cy="1589239"/>
          </a:xfrm>
        </p:grpSpPr>
        <p:sp>
          <p:nvSpPr>
            <p:cNvPr id="2655" name="Google Shape;2655;p69"/>
            <p:cNvSpPr/>
            <p:nvPr/>
          </p:nvSpPr>
          <p:spPr>
            <a:xfrm>
              <a:off x="80010" y="8001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1441919"/>
                  </a:moveTo>
                  <a:lnTo>
                    <a:pt x="0" y="1496529"/>
                  </a:lnTo>
                  <a:lnTo>
                    <a:pt x="9225843" y="1496529"/>
                  </a:lnTo>
                  <a:lnTo>
                    <a:pt x="9225843" y="0"/>
                  </a:lnTo>
                  <a:lnTo>
                    <a:pt x="9171233" y="0"/>
                  </a:lnTo>
                  <a:lnTo>
                    <a:pt x="9171233" y="1441919"/>
                  </a:lnTo>
                  <a:close/>
                </a:path>
              </a:pathLst>
            </a:custGeom>
            <a:solidFill>
              <a:srgbClr val="E3E5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6" name="Google Shape;2656;p69"/>
            <p:cNvSpPr/>
            <p:nvPr/>
          </p:nvSpPr>
          <p:spPr>
            <a:xfrm>
              <a:off x="67310" y="6731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9183933" y="0"/>
                  </a:moveTo>
                  <a:lnTo>
                    <a:pt x="9183933" y="12700"/>
                  </a:ln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454619"/>
                  </a:lnTo>
                  <a:lnTo>
                    <a:pt x="0" y="1454619"/>
                  </a:lnTo>
                  <a:lnTo>
                    <a:pt x="0" y="1521929"/>
                  </a:lnTo>
                  <a:lnTo>
                    <a:pt x="9251243" y="1521929"/>
                  </a:lnTo>
                  <a:lnTo>
                    <a:pt x="9251243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7" name="Google Shape;2657;p69"/>
            <p:cNvSpPr/>
            <p:nvPr/>
          </p:nvSpPr>
          <p:spPr>
            <a:xfrm>
              <a:off x="12700" y="12700"/>
              <a:ext cx="9225843" cy="1496529"/>
            </a:xfrm>
            <a:custGeom>
              <a:avLst/>
              <a:gdLst/>
              <a:ahLst/>
              <a:cxnLst/>
              <a:rect l="l" t="t" r="r" b="b"/>
              <a:pathLst>
                <a:path w="9225843" h="1496529" extrusionOk="0">
                  <a:moveTo>
                    <a:pt x="0" y="0"/>
                  </a:moveTo>
                  <a:lnTo>
                    <a:pt x="9225843" y="0"/>
                  </a:lnTo>
                  <a:lnTo>
                    <a:pt x="9225843" y="1496529"/>
                  </a:lnTo>
                  <a:lnTo>
                    <a:pt x="0" y="149652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8" name="Google Shape;2658;p69"/>
            <p:cNvSpPr/>
            <p:nvPr/>
          </p:nvSpPr>
          <p:spPr>
            <a:xfrm>
              <a:off x="0" y="0"/>
              <a:ext cx="9251243" cy="1521929"/>
            </a:xfrm>
            <a:custGeom>
              <a:avLst/>
              <a:gdLst/>
              <a:ahLst/>
              <a:cxnLst/>
              <a:rect l="l" t="t" r="r" b="b"/>
              <a:pathLst>
                <a:path w="9251243" h="1521929" extrusionOk="0">
                  <a:moveTo>
                    <a:pt x="80010" y="1521929"/>
                  </a:moveTo>
                  <a:lnTo>
                    <a:pt x="9251243" y="1521929"/>
                  </a:lnTo>
                  <a:lnTo>
                    <a:pt x="9251243" y="80010"/>
                  </a:lnTo>
                  <a:lnTo>
                    <a:pt x="9251243" y="67310"/>
                  </a:lnTo>
                  <a:lnTo>
                    <a:pt x="9251243" y="0"/>
                  </a:lnTo>
                  <a:lnTo>
                    <a:pt x="0" y="0"/>
                  </a:lnTo>
                  <a:lnTo>
                    <a:pt x="0" y="1521929"/>
                  </a:lnTo>
                  <a:lnTo>
                    <a:pt x="67310" y="1521929"/>
                  </a:lnTo>
                  <a:lnTo>
                    <a:pt x="80010" y="1521929"/>
                  </a:lnTo>
                  <a:close/>
                  <a:moveTo>
                    <a:pt x="12700" y="12700"/>
                  </a:moveTo>
                  <a:lnTo>
                    <a:pt x="9238543" y="12700"/>
                  </a:lnTo>
                  <a:lnTo>
                    <a:pt x="9238543" y="1509229"/>
                  </a:lnTo>
                  <a:lnTo>
                    <a:pt x="12700" y="1509229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59" name="Google Shape;2659;p69"/>
          <p:cNvGrpSpPr/>
          <p:nvPr/>
        </p:nvGrpSpPr>
        <p:grpSpPr>
          <a:xfrm>
            <a:off x="1028700" y="3489221"/>
            <a:ext cx="16230598" cy="6226279"/>
            <a:chOff x="0" y="0"/>
            <a:chExt cx="10748598" cy="3380261"/>
          </a:xfrm>
        </p:grpSpPr>
        <p:sp>
          <p:nvSpPr>
            <p:cNvPr id="2660" name="Google Shape;2660;p69"/>
            <p:cNvSpPr/>
            <p:nvPr/>
          </p:nvSpPr>
          <p:spPr>
            <a:xfrm>
              <a:off x="80010" y="80010"/>
              <a:ext cx="10655888" cy="3287551"/>
            </a:xfrm>
            <a:custGeom>
              <a:avLst/>
              <a:gdLst/>
              <a:ahLst/>
              <a:cxnLst/>
              <a:rect l="l" t="t" r="r" b="b"/>
              <a:pathLst>
                <a:path w="10655888" h="3287551" extrusionOk="0">
                  <a:moveTo>
                    <a:pt x="0" y="3232941"/>
                  </a:moveTo>
                  <a:lnTo>
                    <a:pt x="0" y="3287551"/>
                  </a:lnTo>
                  <a:lnTo>
                    <a:pt x="10655888" y="3287551"/>
                  </a:lnTo>
                  <a:lnTo>
                    <a:pt x="10655888" y="0"/>
                  </a:lnTo>
                  <a:lnTo>
                    <a:pt x="10601278" y="0"/>
                  </a:lnTo>
                  <a:lnTo>
                    <a:pt x="10601278" y="3232941"/>
                  </a:lnTo>
                  <a:close/>
                </a:path>
              </a:pathLst>
            </a:custGeom>
            <a:solidFill>
              <a:srgbClr val="D1F3C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1" name="Google Shape;2661;p69"/>
            <p:cNvSpPr/>
            <p:nvPr/>
          </p:nvSpPr>
          <p:spPr>
            <a:xfrm>
              <a:off x="67310" y="67310"/>
              <a:ext cx="10681288" cy="3312951"/>
            </a:xfrm>
            <a:custGeom>
              <a:avLst/>
              <a:gdLst/>
              <a:ahLst/>
              <a:cxnLst/>
              <a:rect l="l" t="t" r="r" b="b"/>
              <a:pathLst>
                <a:path w="10681288" h="3312951" extrusionOk="0">
                  <a:moveTo>
                    <a:pt x="10613978" y="0"/>
                  </a:moveTo>
                  <a:lnTo>
                    <a:pt x="10613978" y="12700"/>
                  </a:ln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3245641"/>
                  </a:lnTo>
                  <a:lnTo>
                    <a:pt x="0" y="3245641"/>
                  </a:lnTo>
                  <a:lnTo>
                    <a:pt x="0" y="3312951"/>
                  </a:lnTo>
                  <a:lnTo>
                    <a:pt x="10681288" y="3312951"/>
                  </a:lnTo>
                  <a:lnTo>
                    <a:pt x="1068128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2" name="Google Shape;2662;p69"/>
            <p:cNvSpPr/>
            <p:nvPr/>
          </p:nvSpPr>
          <p:spPr>
            <a:xfrm>
              <a:off x="12700" y="12700"/>
              <a:ext cx="10655888" cy="3287551"/>
            </a:xfrm>
            <a:custGeom>
              <a:avLst/>
              <a:gdLst/>
              <a:ahLst/>
              <a:cxnLst/>
              <a:rect l="l" t="t" r="r" b="b"/>
              <a:pathLst>
                <a:path w="10655888" h="3287551" extrusionOk="0">
                  <a:moveTo>
                    <a:pt x="0" y="0"/>
                  </a:moveTo>
                  <a:lnTo>
                    <a:pt x="10655888" y="0"/>
                  </a:lnTo>
                  <a:lnTo>
                    <a:pt x="10655888" y="3287551"/>
                  </a:lnTo>
                  <a:lnTo>
                    <a:pt x="0" y="328755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3" name="Google Shape;2663;p69"/>
            <p:cNvSpPr/>
            <p:nvPr/>
          </p:nvSpPr>
          <p:spPr>
            <a:xfrm>
              <a:off x="0" y="0"/>
              <a:ext cx="10681288" cy="3312951"/>
            </a:xfrm>
            <a:custGeom>
              <a:avLst/>
              <a:gdLst/>
              <a:ahLst/>
              <a:cxnLst/>
              <a:rect l="l" t="t" r="r" b="b"/>
              <a:pathLst>
                <a:path w="10681288" h="3312951" extrusionOk="0">
                  <a:moveTo>
                    <a:pt x="80010" y="3312951"/>
                  </a:moveTo>
                  <a:lnTo>
                    <a:pt x="10681288" y="3312951"/>
                  </a:lnTo>
                  <a:lnTo>
                    <a:pt x="10681288" y="80010"/>
                  </a:lnTo>
                  <a:lnTo>
                    <a:pt x="10681288" y="67310"/>
                  </a:lnTo>
                  <a:lnTo>
                    <a:pt x="10681288" y="0"/>
                  </a:lnTo>
                  <a:lnTo>
                    <a:pt x="0" y="0"/>
                  </a:lnTo>
                  <a:lnTo>
                    <a:pt x="0" y="3312951"/>
                  </a:lnTo>
                  <a:lnTo>
                    <a:pt x="67310" y="3312951"/>
                  </a:lnTo>
                  <a:lnTo>
                    <a:pt x="80010" y="3312951"/>
                  </a:lnTo>
                  <a:close/>
                  <a:moveTo>
                    <a:pt x="12700" y="12700"/>
                  </a:moveTo>
                  <a:lnTo>
                    <a:pt x="10668588" y="12700"/>
                  </a:lnTo>
                  <a:lnTo>
                    <a:pt x="10668588" y="3300251"/>
                  </a:lnTo>
                  <a:lnTo>
                    <a:pt x="12700" y="3300251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4" name="Google Shape;2664;p69"/>
          <p:cNvGrpSpPr/>
          <p:nvPr/>
        </p:nvGrpSpPr>
        <p:grpSpPr>
          <a:xfrm>
            <a:off x="1028700" y="3543300"/>
            <a:ext cx="16142863" cy="632973"/>
            <a:chOff x="0" y="0"/>
            <a:chExt cx="118125962" cy="4631804"/>
          </a:xfrm>
        </p:grpSpPr>
        <p:sp>
          <p:nvSpPr>
            <p:cNvPr id="2665" name="Google Shape;2665;p69"/>
            <p:cNvSpPr/>
            <p:nvPr/>
          </p:nvSpPr>
          <p:spPr>
            <a:xfrm>
              <a:off x="72390" y="72390"/>
              <a:ext cx="117981179" cy="4487024"/>
            </a:xfrm>
            <a:custGeom>
              <a:avLst/>
              <a:gdLst/>
              <a:ahLst/>
              <a:cxnLst/>
              <a:rect l="l" t="t" r="r" b="b"/>
              <a:pathLst>
                <a:path w="117981179" h="4487024" extrusionOk="0">
                  <a:moveTo>
                    <a:pt x="0" y="0"/>
                  </a:moveTo>
                  <a:lnTo>
                    <a:pt x="117981179" y="0"/>
                  </a:lnTo>
                  <a:lnTo>
                    <a:pt x="117981179" y="4487024"/>
                  </a:lnTo>
                  <a:lnTo>
                    <a:pt x="0" y="44870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1F3C8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6" name="Google Shape;2666;p69"/>
            <p:cNvSpPr/>
            <p:nvPr/>
          </p:nvSpPr>
          <p:spPr>
            <a:xfrm>
              <a:off x="0" y="0"/>
              <a:ext cx="118125962" cy="4631804"/>
            </a:xfrm>
            <a:custGeom>
              <a:avLst/>
              <a:gdLst/>
              <a:ahLst/>
              <a:cxnLst/>
              <a:rect l="l" t="t" r="r" b="b"/>
              <a:pathLst>
                <a:path w="118125962" h="4631804" extrusionOk="0">
                  <a:moveTo>
                    <a:pt x="117981189" y="4487024"/>
                  </a:moveTo>
                  <a:lnTo>
                    <a:pt x="118125962" y="4487024"/>
                  </a:lnTo>
                  <a:lnTo>
                    <a:pt x="118125962" y="4631804"/>
                  </a:lnTo>
                  <a:lnTo>
                    <a:pt x="117981189" y="4631804"/>
                  </a:lnTo>
                  <a:lnTo>
                    <a:pt x="117981189" y="448702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487024"/>
                  </a:lnTo>
                  <a:lnTo>
                    <a:pt x="0" y="4487024"/>
                  </a:lnTo>
                  <a:lnTo>
                    <a:pt x="0" y="144780"/>
                  </a:lnTo>
                  <a:close/>
                  <a:moveTo>
                    <a:pt x="0" y="4487024"/>
                  </a:moveTo>
                  <a:lnTo>
                    <a:pt x="144780" y="4487024"/>
                  </a:lnTo>
                  <a:lnTo>
                    <a:pt x="144780" y="4631804"/>
                  </a:lnTo>
                  <a:lnTo>
                    <a:pt x="0" y="4631804"/>
                  </a:lnTo>
                  <a:lnTo>
                    <a:pt x="0" y="4487024"/>
                  </a:lnTo>
                  <a:close/>
                  <a:moveTo>
                    <a:pt x="117981189" y="144780"/>
                  </a:moveTo>
                  <a:lnTo>
                    <a:pt x="118125962" y="144780"/>
                  </a:lnTo>
                  <a:lnTo>
                    <a:pt x="118125962" y="4487024"/>
                  </a:lnTo>
                  <a:lnTo>
                    <a:pt x="117981189" y="4487024"/>
                  </a:lnTo>
                  <a:lnTo>
                    <a:pt x="117981189" y="144780"/>
                  </a:lnTo>
                  <a:close/>
                  <a:moveTo>
                    <a:pt x="144780" y="4487024"/>
                  </a:moveTo>
                  <a:lnTo>
                    <a:pt x="117981189" y="4487024"/>
                  </a:lnTo>
                  <a:lnTo>
                    <a:pt x="117981189" y="4631804"/>
                  </a:lnTo>
                  <a:lnTo>
                    <a:pt x="144780" y="4631804"/>
                  </a:lnTo>
                  <a:lnTo>
                    <a:pt x="144780" y="4487024"/>
                  </a:lnTo>
                  <a:close/>
                  <a:moveTo>
                    <a:pt x="117981189" y="0"/>
                  </a:moveTo>
                  <a:lnTo>
                    <a:pt x="118125962" y="0"/>
                  </a:lnTo>
                  <a:lnTo>
                    <a:pt x="118125962" y="144780"/>
                  </a:lnTo>
                  <a:lnTo>
                    <a:pt x="117981189" y="144780"/>
                  </a:lnTo>
                  <a:lnTo>
                    <a:pt x="11798118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17981189" y="0"/>
                  </a:lnTo>
                  <a:lnTo>
                    <a:pt x="11798118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67" name="Google Shape;2667;p69"/>
          <p:cNvGrpSpPr/>
          <p:nvPr/>
        </p:nvGrpSpPr>
        <p:grpSpPr>
          <a:xfrm>
            <a:off x="1333243" y="3758066"/>
            <a:ext cx="1040735" cy="242434"/>
            <a:chOff x="0" y="0"/>
            <a:chExt cx="1387647" cy="323246"/>
          </a:xfrm>
        </p:grpSpPr>
        <p:grpSp>
          <p:nvGrpSpPr>
            <p:cNvPr id="2668" name="Google Shape;2668;p69"/>
            <p:cNvGrpSpPr/>
            <p:nvPr/>
          </p:nvGrpSpPr>
          <p:grpSpPr>
            <a:xfrm>
              <a:off x="1068722" y="4321"/>
              <a:ext cx="318925" cy="318925"/>
              <a:chOff x="0" y="0"/>
              <a:chExt cx="495300" cy="495300"/>
            </a:xfrm>
          </p:grpSpPr>
          <p:sp>
            <p:nvSpPr>
              <p:cNvPr id="2669" name="Google Shape;2669;p6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0" name="Google Shape;2670;p6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C3F7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1" name="Google Shape;2671;p69"/>
            <p:cNvGrpSpPr/>
            <p:nvPr/>
          </p:nvGrpSpPr>
          <p:grpSpPr>
            <a:xfrm>
              <a:off x="548378" y="0"/>
              <a:ext cx="318925" cy="318925"/>
              <a:chOff x="0" y="0"/>
              <a:chExt cx="495300" cy="495300"/>
            </a:xfrm>
          </p:grpSpPr>
          <p:sp>
            <p:nvSpPr>
              <p:cNvPr id="2672" name="Google Shape;2672;p6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3" name="Google Shape;2673;p6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9C37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74" name="Google Shape;2674;p69"/>
            <p:cNvGrpSpPr/>
            <p:nvPr/>
          </p:nvGrpSpPr>
          <p:grpSpPr>
            <a:xfrm>
              <a:off x="0" y="0"/>
              <a:ext cx="318925" cy="318925"/>
              <a:chOff x="0" y="0"/>
              <a:chExt cx="495300" cy="495300"/>
            </a:xfrm>
          </p:grpSpPr>
          <p:sp>
            <p:nvSpPr>
              <p:cNvPr id="2675" name="Google Shape;2675;p69"/>
              <p:cNvSpPr/>
              <p:nvPr/>
            </p:nvSpPr>
            <p:spPr>
              <a:xfrm>
                <a:off x="0" y="0"/>
                <a:ext cx="49530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95300" h="495300" extrusionOk="0">
                    <a:moveTo>
                      <a:pt x="247650" y="0"/>
                    </a:moveTo>
                    <a:cubicBezTo>
                      <a:pt x="110490" y="0"/>
                      <a:pt x="0" y="110490"/>
                      <a:pt x="0" y="247650"/>
                    </a:cubicBezTo>
                    <a:cubicBezTo>
                      <a:pt x="0" y="384810"/>
                      <a:pt x="110490" y="495300"/>
                      <a:pt x="247650" y="495300"/>
                    </a:cubicBezTo>
                    <a:cubicBezTo>
                      <a:pt x="383540" y="495300"/>
                      <a:pt x="495300" y="384810"/>
                      <a:pt x="495300" y="247650"/>
                    </a:cubicBezTo>
                    <a:cubicBezTo>
                      <a:pt x="495300" y="110490"/>
                      <a:pt x="383540" y="0"/>
                      <a:pt x="247650" y="0"/>
                    </a:cubicBezTo>
                    <a:close/>
                    <a:moveTo>
                      <a:pt x="247650" y="457200"/>
                    </a:moveTo>
                    <a:cubicBezTo>
                      <a:pt x="132080" y="457200"/>
                      <a:pt x="38100" y="363220"/>
                      <a:pt x="38100" y="247650"/>
                    </a:cubicBezTo>
                    <a:cubicBezTo>
                      <a:pt x="38100" y="132080"/>
                      <a:pt x="132080" y="38100"/>
                      <a:pt x="247650" y="38100"/>
                    </a:cubicBezTo>
                    <a:cubicBezTo>
                      <a:pt x="363220" y="38100"/>
                      <a:pt x="457200" y="132080"/>
                      <a:pt x="457200" y="247650"/>
                    </a:cubicBezTo>
                    <a:cubicBezTo>
                      <a:pt x="457200" y="363220"/>
                      <a:pt x="363220" y="457200"/>
                      <a:pt x="247650" y="45720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6" name="Google Shape;2676;p69"/>
              <p:cNvSpPr/>
              <p:nvPr/>
            </p:nvSpPr>
            <p:spPr>
              <a:xfrm>
                <a:off x="38100" y="38100"/>
                <a:ext cx="4191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19100" h="419100" extrusionOk="0">
                    <a:moveTo>
                      <a:pt x="209550" y="0"/>
                    </a:moveTo>
                    <a:cubicBezTo>
                      <a:pt x="93980" y="0"/>
                      <a:pt x="0" y="93980"/>
                      <a:pt x="0" y="209550"/>
                    </a:cubicBezTo>
                    <a:cubicBezTo>
                      <a:pt x="0" y="325120"/>
                      <a:pt x="93980" y="419100"/>
                      <a:pt x="209550" y="419100"/>
                    </a:cubicBezTo>
                    <a:cubicBezTo>
                      <a:pt x="325120" y="419100"/>
                      <a:pt x="419100" y="325120"/>
                      <a:pt x="419100" y="209550"/>
                    </a:cubicBezTo>
                    <a:cubicBezTo>
                      <a:pt x="419100" y="93980"/>
                      <a:pt x="325120" y="0"/>
                      <a:pt x="209550" y="0"/>
                    </a:cubicBezTo>
                    <a:close/>
                  </a:path>
                </a:pathLst>
              </a:custGeom>
              <a:solidFill>
                <a:srgbClr val="F7B2B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77" name="Google Shape;2677;p69"/>
          <p:cNvSpPr txBox="1"/>
          <p:nvPr/>
        </p:nvSpPr>
        <p:spPr>
          <a:xfrm>
            <a:off x="1123815" y="842590"/>
            <a:ext cx="5303791" cy="931794"/>
          </a:xfrm>
          <a:prstGeom prst="rect">
            <a:avLst/>
          </a:prstGeom>
          <a:solidFill>
            <a:srgbClr val="E5DFEC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练习Exercises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8" name="Google Shape;2678;p69"/>
          <p:cNvSpPr txBox="1"/>
          <p:nvPr/>
        </p:nvSpPr>
        <p:spPr>
          <a:xfrm>
            <a:off x="5333999" y="1702068"/>
            <a:ext cx="8689299" cy="1863587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朗读数字 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Read the following numbers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79" name="Google Shape;2679;p69"/>
          <p:cNvGraphicFramePr/>
          <p:nvPr/>
        </p:nvGraphicFramePr>
        <p:xfrm>
          <a:off x="4038600" y="4273677"/>
          <a:ext cx="9905975" cy="5213223"/>
        </p:xfrm>
        <a:graphic>
          <a:graphicData uri="http://schemas.openxmlformats.org/drawingml/2006/table">
            <a:tbl>
              <a:tblPr>
                <a:noFill/>
                <a:tableStyleId>{96F2FB46-D5D2-4FA2-B1D0-B49998A0B9BE}</a:tableStyleId>
              </a:tblPr>
              <a:tblGrid>
                <a:gridCol w="33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2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2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2.2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2.02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55.25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100.5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200.02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7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222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 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315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   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805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200"/>
                        <a:buFont typeface="Arial"/>
                        <a:buNone/>
                      </a:pPr>
                      <a:r>
                        <a:rPr lang="en-US" sz="32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999</a:t>
                      </a:r>
                      <a:r>
                        <a:rPr lang="en-US" sz="3200" b="1" u="none" strike="noStrike" cap="none">
                          <a:latin typeface="SimSun"/>
                          <a:ea typeface="SimSun"/>
                          <a:cs typeface="SimSun"/>
                          <a:sym typeface="SimSun"/>
                        </a:rPr>
                        <a:t> 元</a:t>
                      </a:r>
                      <a:endParaRPr sz="20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68575" marR="68575" marT="0" marB="0">
                    <a:lnL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4472C4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4" name="Google Shape;2684;p70"/>
          <p:cNvGrpSpPr/>
          <p:nvPr/>
        </p:nvGrpSpPr>
        <p:grpSpPr>
          <a:xfrm>
            <a:off x="-42958320" y="-12876463"/>
            <a:ext cx="100333204" cy="24291612"/>
            <a:chOff x="-57159858" y="-16051681"/>
            <a:chExt cx="133777604" cy="32388817"/>
          </a:xfrm>
        </p:grpSpPr>
        <p:sp>
          <p:nvSpPr>
            <p:cNvPr id="2685" name="Google Shape;2685;p70"/>
            <p:cNvSpPr/>
            <p:nvPr/>
          </p:nvSpPr>
          <p:spPr>
            <a:xfrm rot="-5400000">
              <a:off x="22650201" y="-38701881"/>
              <a:ext cx="31317344" cy="76617745"/>
            </a:xfrm>
            <a:custGeom>
              <a:avLst/>
              <a:gdLst/>
              <a:ahLst/>
              <a:cxnLst/>
              <a:rect l="l" t="t" r="r" b="b"/>
              <a:pathLst>
                <a:path w="6750569" h="9906344" extrusionOk="0">
                  <a:moveTo>
                    <a:pt x="6750569" y="34774"/>
                  </a:moveTo>
                  <a:lnTo>
                    <a:pt x="0" y="34774"/>
                  </a:lnTo>
                  <a:lnTo>
                    <a:pt x="0" y="0"/>
                  </a:lnTo>
                  <a:lnTo>
                    <a:pt x="6750569" y="0"/>
                  </a:lnTo>
                  <a:lnTo>
                    <a:pt x="6750569" y="34774"/>
                  </a:lnTo>
                  <a:close/>
                  <a:moveTo>
                    <a:pt x="6750569" y="1095392"/>
                  </a:moveTo>
                  <a:lnTo>
                    <a:pt x="0" y="1095392"/>
                  </a:lnTo>
                  <a:lnTo>
                    <a:pt x="0" y="1130166"/>
                  </a:lnTo>
                  <a:lnTo>
                    <a:pt x="6750569" y="1130166"/>
                  </a:lnTo>
                  <a:lnTo>
                    <a:pt x="6750569" y="1095392"/>
                  </a:lnTo>
                  <a:close/>
                  <a:moveTo>
                    <a:pt x="6750569" y="2195131"/>
                  </a:moveTo>
                  <a:lnTo>
                    <a:pt x="0" y="2195131"/>
                  </a:lnTo>
                  <a:lnTo>
                    <a:pt x="0" y="2229905"/>
                  </a:lnTo>
                  <a:lnTo>
                    <a:pt x="6750569" y="2229905"/>
                  </a:lnTo>
                  <a:lnTo>
                    <a:pt x="6750569" y="2195131"/>
                  </a:lnTo>
                  <a:close/>
                  <a:moveTo>
                    <a:pt x="6750569" y="3290523"/>
                  </a:moveTo>
                  <a:lnTo>
                    <a:pt x="0" y="3290523"/>
                  </a:lnTo>
                  <a:lnTo>
                    <a:pt x="0" y="3325297"/>
                  </a:lnTo>
                  <a:lnTo>
                    <a:pt x="6750569" y="3325297"/>
                  </a:lnTo>
                  <a:lnTo>
                    <a:pt x="6750569" y="3290523"/>
                  </a:lnTo>
                  <a:close/>
                  <a:moveTo>
                    <a:pt x="6750569" y="4385915"/>
                  </a:moveTo>
                  <a:lnTo>
                    <a:pt x="0" y="4385915"/>
                  </a:lnTo>
                  <a:lnTo>
                    <a:pt x="0" y="4420689"/>
                  </a:lnTo>
                  <a:lnTo>
                    <a:pt x="6750569" y="4420689"/>
                  </a:lnTo>
                  <a:lnTo>
                    <a:pt x="6750569" y="4385915"/>
                  </a:lnTo>
                  <a:close/>
                  <a:moveTo>
                    <a:pt x="6750569" y="5481307"/>
                  </a:moveTo>
                  <a:lnTo>
                    <a:pt x="0" y="5481307"/>
                  </a:lnTo>
                  <a:lnTo>
                    <a:pt x="0" y="5516082"/>
                  </a:lnTo>
                  <a:lnTo>
                    <a:pt x="6750569" y="5516082"/>
                  </a:lnTo>
                  <a:lnTo>
                    <a:pt x="6750569" y="5481307"/>
                  </a:lnTo>
                  <a:close/>
                  <a:moveTo>
                    <a:pt x="6750569" y="6581046"/>
                  </a:moveTo>
                  <a:lnTo>
                    <a:pt x="0" y="6581046"/>
                  </a:lnTo>
                  <a:lnTo>
                    <a:pt x="0" y="6615820"/>
                  </a:lnTo>
                  <a:lnTo>
                    <a:pt x="6750569" y="6615820"/>
                  </a:lnTo>
                  <a:lnTo>
                    <a:pt x="6750569" y="6581046"/>
                  </a:lnTo>
                  <a:close/>
                  <a:moveTo>
                    <a:pt x="6750569" y="7676438"/>
                  </a:moveTo>
                  <a:lnTo>
                    <a:pt x="0" y="7676438"/>
                  </a:lnTo>
                  <a:lnTo>
                    <a:pt x="0" y="7711213"/>
                  </a:lnTo>
                  <a:lnTo>
                    <a:pt x="6750569" y="7711213"/>
                  </a:lnTo>
                  <a:lnTo>
                    <a:pt x="6750569" y="7676438"/>
                  </a:lnTo>
                  <a:close/>
                  <a:moveTo>
                    <a:pt x="6750569" y="8771830"/>
                  </a:moveTo>
                  <a:lnTo>
                    <a:pt x="0" y="8771830"/>
                  </a:lnTo>
                  <a:lnTo>
                    <a:pt x="0" y="8806605"/>
                  </a:lnTo>
                  <a:lnTo>
                    <a:pt x="6750569" y="8806605"/>
                  </a:lnTo>
                  <a:lnTo>
                    <a:pt x="6750569" y="8771830"/>
                  </a:lnTo>
                  <a:close/>
                  <a:moveTo>
                    <a:pt x="6750569" y="9871570"/>
                  </a:moveTo>
                  <a:lnTo>
                    <a:pt x="0" y="9871570"/>
                  </a:lnTo>
                  <a:lnTo>
                    <a:pt x="0" y="9906344"/>
                  </a:lnTo>
                  <a:lnTo>
                    <a:pt x="6750569" y="9906344"/>
                  </a:lnTo>
                  <a:lnTo>
                    <a:pt x="6750569" y="9871570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6" name="Google Shape;2686;p70"/>
            <p:cNvSpPr/>
            <p:nvPr/>
          </p:nvSpPr>
          <p:spPr>
            <a:xfrm rot="10800000">
              <a:off x="-57159858" y="-10276128"/>
              <a:ext cx="81941891" cy="26613264"/>
            </a:xfrm>
            <a:custGeom>
              <a:avLst/>
              <a:gdLst/>
              <a:ahLst/>
              <a:cxnLst/>
              <a:rect l="l" t="t" r="r" b="b"/>
              <a:pathLst>
                <a:path w="10919454" h="5837825" extrusionOk="0">
                  <a:moveTo>
                    <a:pt x="10919454" y="20493"/>
                  </a:moveTo>
                  <a:lnTo>
                    <a:pt x="0" y="20493"/>
                  </a:lnTo>
                  <a:lnTo>
                    <a:pt x="0" y="0"/>
                  </a:lnTo>
                  <a:lnTo>
                    <a:pt x="10919454" y="0"/>
                  </a:lnTo>
                  <a:lnTo>
                    <a:pt x="10919454" y="20493"/>
                  </a:lnTo>
                  <a:close/>
                  <a:moveTo>
                    <a:pt x="10919454" y="645516"/>
                  </a:moveTo>
                  <a:lnTo>
                    <a:pt x="0" y="645516"/>
                  </a:lnTo>
                  <a:lnTo>
                    <a:pt x="0" y="666009"/>
                  </a:lnTo>
                  <a:lnTo>
                    <a:pt x="10919454" y="666009"/>
                  </a:lnTo>
                  <a:lnTo>
                    <a:pt x="10919454" y="645516"/>
                  </a:lnTo>
                  <a:close/>
                  <a:moveTo>
                    <a:pt x="10919454" y="1293594"/>
                  </a:moveTo>
                  <a:lnTo>
                    <a:pt x="0" y="1293594"/>
                  </a:lnTo>
                  <a:lnTo>
                    <a:pt x="0" y="1314087"/>
                  </a:lnTo>
                  <a:lnTo>
                    <a:pt x="10919454" y="1314087"/>
                  </a:lnTo>
                  <a:lnTo>
                    <a:pt x="10919454" y="1293594"/>
                  </a:lnTo>
                  <a:close/>
                  <a:moveTo>
                    <a:pt x="10919454" y="1939111"/>
                  </a:moveTo>
                  <a:lnTo>
                    <a:pt x="0" y="1939111"/>
                  </a:lnTo>
                  <a:lnTo>
                    <a:pt x="0" y="1959603"/>
                  </a:lnTo>
                  <a:lnTo>
                    <a:pt x="10919454" y="1959603"/>
                  </a:lnTo>
                  <a:lnTo>
                    <a:pt x="10919454" y="1939111"/>
                  </a:lnTo>
                  <a:close/>
                  <a:moveTo>
                    <a:pt x="10919454" y="2584627"/>
                  </a:moveTo>
                  <a:lnTo>
                    <a:pt x="0" y="2584627"/>
                  </a:lnTo>
                  <a:lnTo>
                    <a:pt x="0" y="2605120"/>
                  </a:lnTo>
                  <a:lnTo>
                    <a:pt x="10919454" y="2605120"/>
                  </a:lnTo>
                  <a:lnTo>
                    <a:pt x="10919454" y="2584627"/>
                  </a:lnTo>
                  <a:close/>
                  <a:moveTo>
                    <a:pt x="10919454" y="3230144"/>
                  </a:moveTo>
                  <a:lnTo>
                    <a:pt x="0" y="3230144"/>
                  </a:lnTo>
                  <a:lnTo>
                    <a:pt x="0" y="3250636"/>
                  </a:lnTo>
                  <a:lnTo>
                    <a:pt x="10919454" y="3250636"/>
                  </a:lnTo>
                  <a:lnTo>
                    <a:pt x="10919454" y="3230144"/>
                  </a:lnTo>
                  <a:close/>
                  <a:moveTo>
                    <a:pt x="10919454" y="3878221"/>
                  </a:moveTo>
                  <a:lnTo>
                    <a:pt x="0" y="3878221"/>
                  </a:lnTo>
                  <a:lnTo>
                    <a:pt x="0" y="3898714"/>
                  </a:lnTo>
                  <a:lnTo>
                    <a:pt x="10919454" y="3898714"/>
                  </a:lnTo>
                  <a:lnTo>
                    <a:pt x="10919454" y="3878221"/>
                  </a:lnTo>
                  <a:close/>
                  <a:moveTo>
                    <a:pt x="10919454" y="4523738"/>
                  </a:moveTo>
                  <a:lnTo>
                    <a:pt x="0" y="4523738"/>
                  </a:lnTo>
                  <a:lnTo>
                    <a:pt x="0" y="4544231"/>
                  </a:lnTo>
                  <a:lnTo>
                    <a:pt x="10919454" y="4544231"/>
                  </a:lnTo>
                  <a:lnTo>
                    <a:pt x="10919454" y="4523738"/>
                  </a:lnTo>
                  <a:close/>
                  <a:moveTo>
                    <a:pt x="10919454" y="5169255"/>
                  </a:moveTo>
                  <a:lnTo>
                    <a:pt x="0" y="5169255"/>
                  </a:lnTo>
                  <a:lnTo>
                    <a:pt x="0" y="5189747"/>
                  </a:lnTo>
                  <a:lnTo>
                    <a:pt x="10919454" y="5189747"/>
                  </a:lnTo>
                  <a:lnTo>
                    <a:pt x="10919454" y="5169255"/>
                  </a:lnTo>
                  <a:close/>
                  <a:moveTo>
                    <a:pt x="10919454" y="5817333"/>
                  </a:moveTo>
                  <a:lnTo>
                    <a:pt x="0" y="5817333"/>
                  </a:lnTo>
                  <a:lnTo>
                    <a:pt x="0" y="5837825"/>
                  </a:lnTo>
                  <a:lnTo>
                    <a:pt x="10919454" y="5837825"/>
                  </a:lnTo>
                  <a:lnTo>
                    <a:pt x="10919454" y="5817333"/>
                  </a:lnTo>
                  <a:close/>
                </a:path>
              </a:pathLst>
            </a:custGeom>
            <a:solidFill>
              <a:srgbClr val="000000">
                <a:alpha val="14117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687" name="Google Shape;2687;p7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60215" y="2257330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8" name="Google Shape;2688;p7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609136" y="2839428"/>
            <a:ext cx="3102676" cy="290523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9" name="Google Shape;2689;p7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2344400" y="2095500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2690" name="Google Shape;2690;p70"/>
          <p:cNvSpPr txBox="1"/>
          <p:nvPr/>
        </p:nvSpPr>
        <p:spPr>
          <a:xfrm>
            <a:off x="1396953" y="828193"/>
            <a:ext cx="5662154" cy="757515"/>
          </a:xfrm>
          <a:prstGeom prst="rect">
            <a:avLst/>
          </a:prstGeom>
          <a:solidFill>
            <a:srgbClr val="FBD4B4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Do not forget to do: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70"/>
          <p:cNvSpPr txBox="1"/>
          <p:nvPr/>
        </p:nvSpPr>
        <p:spPr>
          <a:xfrm>
            <a:off x="1396953" y="2952431"/>
            <a:ext cx="5029200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Homework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2" name="Google Shape;2692;p70"/>
          <p:cNvSpPr txBox="1"/>
          <p:nvPr/>
        </p:nvSpPr>
        <p:spPr>
          <a:xfrm>
            <a:off x="6945502" y="3930456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MDL exercises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70"/>
          <p:cNvSpPr txBox="1"/>
          <p:nvPr/>
        </p:nvSpPr>
        <p:spPr>
          <a:xfrm>
            <a:off x="11940355" y="3169358"/>
            <a:ext cx="4515543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4" name="Google Shape;2694;p70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37105" y="6717621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2695" name="Google Shape;2695;p70"/>
          <p:cNvSpPr txBox="1"/>
          <p:nvPr/>
        </p:nvSpPr>
        <p:spPr>
          <a:xfrm>
            <a:off x="1139401" y="7750333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Prepare for the next lesson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6" name="Google Shape;2696;p7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2139628" y="6387308"/>
            <a:ext cx="3102676" cy="2905233"/>
          </a:xfrm>
          <a:prstGeom prst="rect">
            <a:avLst/>
          </a:prstGeom>
          <a:noFill/>
          <a:ln>
            <a:noFill/>
          </a:ln>
        </p:spPr>
      </p:pic>
      <p:sp>
        <p:nvSpPr>
          <p:cNvPr id="2697" name="Google Shape;2697;p70"/>
          <p:cNvSpPr txBox="1"/>
          <p:nvPr/>
        </p:nvSpPr>
        <p:spPr>
          <a:xfrm>
            <a:off x="9693190" y="7305000"/>
            <a:ext cx="8051472" cy="757515"/>
          </a:xfrm>
          <a:prstGeom prst="rect">
            <a:avLst/>
          </a:prstGeom>
          <a:solidFill>
            <a:srgbClr val="F2DADA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96"/>
              </a:lnSpc>
              <a:spcBef>
                <a:spcPts val="0"/>
              </a:spcBef>
              <a:spcAft>
                <a:spcPts val="0"/>
              </a:spcAft>
              <a:buClr>
                <a:srgbClr val="2E2F30"/>
              </a:buClr>
              <a:buSzPts val="5046"/>
              <a:buFont typeface="Calibri"/>
              <a:buNone/>
            </a:pPr>
            <a:r>
              <a:rPr lang="en-US" sz="5046" b="1" i="0" u="none" strike="noStrike" cap="none">
                <a:solidFill>
                  <a:srgbClr val="2E2F30"/>
                </a:solidFill>
                <a:latin typeface="Calibri"/>
                <a:ea typeface="Calibri"/>
                <a:cs typeface="Calibri"/>
                <a:sym typeface="Calibri"/>
              </a:rPr>
              <a:t>Practice speaking skill</a:t>
            </a:r>
            <a:endParaRPr sz="5046" b="1" i="0" u="none" strike="noStrike" cap="none">
              <a:solidFill>
                <a:srgbClr val="2E2F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98" name="Google Shape;2698;p7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79215" y="500180"/>
            <a:ext cx="1731416" cy="1277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9" name="Google Shape;2699;p70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648200" y="2139121"/>
            <a:ext cx="626398" cy="1705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0" name="Google Shape;2700;p7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80678" y="4448112"/>
            <a:ext cx="723229" cy="1136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1" name="Google Shape;2701;p70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5124206" y="3169358"/>
            <a:ext cx="1206225" cy="136507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2" name="Google Shape;2702;p70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030413" y="6605012"/>
            <a:ext cx="1432478" cy="1520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3" name="Google Shape;2703;p70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344400" y="6501395"/>
            <a:ext cx="1015900" cy="10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2335</Words>
  <Application>Microsoft Office PowerPoint</Application>
  <PresentationFormat>自定义</PresentationFormat>
  <Paragraphs>543</Paragraphs>
  <Slides>58</Slides>
  <Notes>58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65" baseType="lpstr">
      <vt:lpstr>Aa楷书拼音</vt:lpstr>
      <vt:lpstr>SimSun</vt:lpstr>
      <vt:lpstr>SimSun</vt:lpstr>
      <vt:lpstr>Arial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Peng Liu</cp:lastModifiedBy>
  <cp:revision>3</cp:revision>
  <dcterms:created xsi:type="dcterms:W3CDTF">2006-08-16T00:00:00Z</dcterms:created>
  <dcterms:modified xsi:type="dcterms:W3CDTF">2026-07-31T02:33:25Z</dcterms:modified>
</cp:coreProperties>
</file>