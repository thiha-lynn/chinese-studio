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46"/>
  </p:notesMasterIdLst>
  <p:sldIdLst>
    <p:sldId id="266" r:id="rId2"/>
    <p:sldId id="267" r:id="rId3"/>
    <p:sldId id="268" r:id="rId4"/>
    <p:sldId id="311" r:id="rId5"/>
    <p:sldId id="269" r:id="rId6"/>
    <p:sldId id="270" r:id="rId7"/>
    <p:sldId id="271" r:id="rId8"/>
    <p:sldId id="272" r:id="rId9"/>
    <p:sldId id="273" r:id="rId10"/>
    <p:sldId id="274" r:id="rId11"/>
    <p:sldId id="275" r:id="rId12"/>
    <p:sldId id="276" r:id="rId13"/>
    <p:sldId id="277" r:id="rId14"/>
    <p:sldId id="278" r:id="rId15"/>
    <p:sldId id="279" r:id="rId16"/>
    <p:sldId id="280" r:id="rId17"/>
    <p:sldId id="281" r:id="rId18"/>
    <p:sldId id="282" r:id="rId19"/>
    <p:sldId id="283" r:id="rId20"/>
    <p:sldId id="284" r:id="rId21"/>
    <p:sldId id="285" r:id="rId22"/>
    <p:sldId id="286" r:id="rId23"/>
    <p:sldId id="287" r:id="rId24"/>
    <p:sldId id="288" r:id="rId25"/>
    <p:sldId id="289" r:id="rId26"/>
    <p:sldId id="290" r:id="rId27"/>
    <p:sldId id="291" r:id="rId28"/>
    <p:sldId id="292" r:id="rId29"/>
    <p:sldId id="293" r:id="rId30"/>
    <p:sldId id="294" r:id="rId31"/>
    <p:sldId id="295" r:id="rId32"/>
    <p:sldId id="296" r:id="rId33"/>
    <p:sldId id="297" r:id="rId34"/>
    <p:sldId id="298" r:id="rId35"/>
    <p:sldId id="299" r:id="rId36"/>
    <p:sldId id="300" r:id="rId37"/>
    <p:sldId id="301" r:id="rId38"/>
    <p:sldId id="302" r:id="rId39"/>
    <p:sldId id="303" r:id="rId40"/>
    <p:sldId id="304" r:id="rId41"/>
    <p:sldId id="305" r:id="rId42"/>
    <p:sldId id="306" r:id="rId43"/>
    <p:sldId id="307" r:id="rId44"/>
    <p:sldId id="308" r:id="rId45"/>
  </p:sldIdLst>
  <p:sldSz cx="18288000" cy="10287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60" roundtripDataSignature="AMtx7mg8mtCholeCvd3W2iuhKQ/GOSDCf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30452C5-EC6F-4E13-9DEC-1031F5E2DCA8}">
  <a:tblStyle styleId="{830452C5-EC6F-4E13-9DEC-1031F5E2DCA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9C7EE34F-3DCB-45C5-8C23-12EBFCD43678}" styleName="Table_1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527"/>
    <p:restoredTop sz="94638"/>
  </p:normalViewPr>
  <p:slideViewPr>
    <p:cSldViewPr snapToGrid="0">
      <p:cViewPr varScale="1">
        <p:scale>
          <a:sx n="38" d="100"/>
          <a:sy n="38" d="100"/>
        </p:scale>
        <p:origin x="84" y="46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63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62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61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60" Type="http://customschemas.google.com/relationships/presentationmetadata" Target="meta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64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1" name="Google Shape;351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8" name="Google Shape;368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9" name="Google Shape;379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7">
          <a:extLst>
            <a:ext uri="{FF2B5EF4-FFF2-40B4-BE49-F238E27FC236}">
              <a16:creationId xmlns:a16="http://schemas.microsoft.com/office/drawing/2014/main" id="{A438BB90-FEC6-4A07-1840-C21BA84617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13:notes">
            <a:extLst>
              <a:ext uri="{FF2B5EF4-FFF2-40B4-BE49-F238E27FC236}">
                <a16:creationId xmlns:a16="http://schemas.microsoft.com/office/drawing/2014/main" id="{9E63AD21-733A-4360-086D-6D7D7222993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9" name="Google Shape;379;p13:notes">
            <a:extLst>
              <a:ext uri="{FF2B5EF4-FFF2-40B4-BE49-F238E27FC236}">
                <a16:creationId xmlns:a16="http://schemas.microsoft.com/office/drawing/2014/main" id="{3E31CCCF-FE71-704C-6310-8ADF547C6AA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2606117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4" name="Google Shape;404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7" name="Google Shape;427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1" name="Google Shape;451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9" name="Google Shape;479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8" name="Google Shape;498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7" name="Google Shape;517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4" name="Google Shape;544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p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4" name="Google Shape;564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p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4" name="Google Shape;584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p2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4" name="Google Shape;604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p2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8" name="Google Shape;618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Google Shape;632;p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3" name="Google Shape;633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Google Shape;647;p2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8" name="Google Shape;648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p2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3" name="Google Shape;663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p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8" name="Google Shape;678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" name="Google Shape;697;p2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8" name="Google Shape;698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p3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8" name="Google Shape;718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Google Shape;737;p3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8" name="Google Shape;738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p3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7" name="Google Shape;757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" name="Google Shape;773;p3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4" name="Google Shape;774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7" name="Google Shape;787;p3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8" name="Google Shape;788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6" name="Google Shape;806;p3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7" name="Google Shape;807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3" name="Google Shape;823;p3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4" name="Google Shape;824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6" name="Google Shape;836;p3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7" name="Google Shape;837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8" name="Google Shape;848;p3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9" name="Google Shape;849;p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5" name="Google Shape;865;p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6" name="Google Shape;866;p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3" name="Google Shape;883;p4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4" name="Google Shape;884;p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" name="Google Shape;901;p4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2" name="Google Shape;902;p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5" name="Google Shape;925;p4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6" name="Google Shape;926;p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4" name="Google Shape;944;p4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5" name="Google Shape;945;p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3" name="Google Shape;963;p4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4" name="Google Shape;964;p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7" name="Google Shape;987;p4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8" name="Google Shape;988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8" name="Google Shape;1008;p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09" name="Google Shape;1009;p4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0" name="Google Shape;1010;p4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37</a:t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Google Shape;1033;p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34" name="Google Shape;1034;p4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5" name="Google Shape;1035;p4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38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8" name="Google Shape;1058;p4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9" name="Google Shape;1059;p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3" name="Google Shape;1073;p4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4" name="Google Shape;1074;p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" name="Google Shape;1105;p5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6" name="Google Shape;1106;p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7" name="Google Shape;1137;p5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8" name="Google Shape;1138;p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" name="Google Shape;1167;p5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8" name="Google Shape;1168;p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5" name="Google Shape;1195;p5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6" name="Google Shape;1196;p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5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5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57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" name="Google Shape;28;p5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5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8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58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4" name="Google Shape;34;p5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5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5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59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40" name="Google Shape;40;p59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41" name="Google Shape;41;p5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5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5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6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60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7" name="Google Shape;47;p60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8" name="Google Shape;48;p60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9" name="Google Shape;49;p60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50" name="Google Shape;50;p6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6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6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6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6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6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6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62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62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62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2" name="Google Shape;62;p6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6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6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63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63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63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9" name="Google Shape;69;p6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6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6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6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64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6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6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6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65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65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6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6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6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5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1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5.png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4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10" Type="http://schemas.openxmlformats.org/officeDocument/2006/relationships/image" Target="../media/image20.png"/><Relationship Id="rId4" Type="http://schemas.openxmlformats.org/officeDocument/2006/relationships/image" Target="../media/image15.png"/><Relationship Id="rId9" Type="http://schemas.openxmlformats.org/officeDocument/2006/relationships/image" Target="../media/image1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4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4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Relationship Id="rId9" Type="http://schemas.openxmlformats.org/officeDocument/2006/relationships/image" Target="../media/image2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13" Type="http://schemas.openxmlformats.org/officeDocument/2006/relationships/image" Target="../media/image29.png"/><Relationship Id="rId3" Type="http://schemas.openxmlformats.org/officeDocument/2006/relationships/image" Target="../media/image14.png"/><Relationship Id="rId7" Type="http://schemas.openxmlformats.org/officeDocument/2006/relationships/image" Target="../media/image7.png"/><Relationship Id="rId12" Type="http://schemas.openxmlformats.org/officeDocument/2006/relationships/image" Target="../media/image2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11" Type="http://schemas.openxmlformats.org/officeDocument/2006/relationships/image" Target="../media/image27.png"/><Relationship Id="rId5" Type="http://schemas.openxmlformats.org/officeDocument/2006/relationships/image" Target="../media/image16.png"/><Relationship Id="rId10" Type="http://schemas.openxmlformats.org/officeDocument/2006/relationships/image" Target="../media/image26.png"/><Relationship Id="rId4" Type="http://schemas.openxmlformats.org/officeDocument/2006/relationships/image" Target="../media/image15.png"/><Relationship Id="rId9" Type="http://schemas.openxmlformats.org/officeDocument/2006/relationships/image" Target="../media/image2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14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14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14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jpg"/><Relationship Id="rId3" Type="http://schemas.openxmlformats.org/officeDocument/2006/relationships/image" Target="../media/image14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14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14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Relationship Id="rId9" Type="http://schemas.openxmlformats.org/officeDocument/2006/relationships/image" Target="../media/image36.jp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14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Relationship Id="rId9" Type="http://schemas.openxmlformats.org/officeDocument/2006/relationships/image" Target="../media/image38.jp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14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Relationship Id="rId9" Type="http://schemas.openxmlformats.org/officeDocument/2006/relationships/image" Target="../media/image40.jp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image" Target="../media/image14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Relationship Id="rId9" Type="http://schemas.openxmlformats.org/officeDocument/2006/relationships/image" Target="../media/image42.jp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14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image" Target="../media/image14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image" Target="../media/image14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image" Target="../media/image14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3" Type="http://schemas.openxmlformats.org/officeDocument/2006/relationships/image" Target="../media/image14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3" Type="http://schemas.openxmlformats.org/officeDocument/2006/relationships/image" Target="../media/image14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3" Type="http://schemas.openxmlformats.org/officeDocument/2006/relationships/image" Target="../media/image14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10" Type="http://schemas.openxmlformats.org/officeDocument/2006/relationships/image" Target="../media/image31.png"/><Relationship Id="rId4" Type="http://schemas.openxmlformats.org/officeDocument/2006/relationships/image" Target="../media/image15.png"/><Relationship Id="rId9" Type="http://schemas.openxmlformats.org/officeDocument/2006/relationships/image" Target="../media/image47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3" Type="http://schemas.openxmlformats.org/officeDocument/2006/relationships/image" Target="../media/image14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26.png"/><Relationship Id="rId4" Type="http://schemas.openxmlformats.org/officeDocument/2006/relationships/image" Target="../media/image50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26.png"/><Relationship Id="rId4" Type="http://schemas.openxmlformats.org/officeDocument/2006/relationships/image" Target="../media/image50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26.png"/><Relationship Id="rId4" Type="http://schemas.openxmlformats.org/officeDocument/2006/relationships/image" Target="../media/image50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26.png"/><Relationship Id="rId4" Type="http://schemas.openxmlformats.org/officeDocument/2006/relationships/image" Target="../media/image50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png"/><Relationship Id="rId3" Type="http://schemas.openxmlformats.org/officeDocument/2006/relationships/image" Target="../media/image1.png"/><Relationship Id="rId7" Type="http://schemas.openxmlformats.org/officeDocument/2006/relationships/image" Target="../media/image53.png"/><Relationship Id="rId12" Type="http://schemas.openxmlformats.org/officeDocument/2006/relationships/image" Target="../media/image29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28.png"/><Relationship Id="rId5" Type="http://schemas.openxmlformats.org/officeDocument/2006/relationships/image" Target="../media/image52.png"/><Relationship Id="rId10" Type="http://schemas.openxmlformats.org/officeDocument/2006/relationships/image" Target="../media/image27.png"/><Relationship Id="rId4" Type="http://schemas.openxmlformats.org/officeDocument/2006/relationships/image" Target="../media/image51.png"/><Relationship Id="rId9" Type="http://schemas.openxmlformats.org/officeDocument/2006/relationships/image" Target="../media/image55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1.png"/><Relationship Id="rId7" Type="http://schemas.openxmlformats.org/officeDocument/2006/relationships/image" Target="../media/image27.png"/><Relationship Id="rId12" Type="http://schemas.openxmlformats.org/officeDocument/2006/relationships/image" Target="../media/image55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54.png"/><Relationship Id="rId5" Type="http://schemas.openxmlformats.org/officeDocument/2006/relationships/image" Target="../media/image52.png"/><Relationship Id="rId10" Type="http://schemas.openxmlformats.org/officeDocument/2006/relationships/image" Target="../media/image53.png"/><Relationship Id="rId4" Type="http://schemas.openxmlformats.org/officeDocument/2006/relationships/image" Target="../media/image51.png"/><Relationship Id="rId9" Type="http://schemas.openxmlformats.org/officeDocument/2006/relationships/image" Target="../media/image29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1.png"/><Relationship Id="rId7" Type="http://schemas.openxmlformats.org/officeDocument/2006/relationships/image" Target="../media/image27.png"/><Relationship Id="rId12" Type="http://schemas.openxmlformats.org/officeDocument/2006/relationships/image" Target="../media/image55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54.png"/><Relationship Id="rId5" Type="http://schemas.openxmlformats.org/officeDocument/2006/relationships/image" Target="../media/image52.png"/><Relationship Id="rId10" Type="http://schemas.openxmlformats.org/officeDocument/2006/relationships/image" Target="../media/image53.png"/><Relationship Id="rId4" Type="http://schemas.openxmlformats.org/officeDocument/2006/relationships/image" Target="../media/image51.png"/><Relationship Id="rId9" Type="http://schemas.openxmlformats.org/officeDocument/2006/relationships/image" Target="../media/image29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png"/><Relationship Id="rId3" Type="http://schemas.openxmlformats.org/officeDocument/2006/relationships/image" Target="../media/image1.png"/><Relationship Id="rId7" Type="http://schemas.openxmlformats.org/officeDocument/2006/relationships/image" Target="../media/image53.png"/><Relationship Id="rId12" Type="http://schemas.openxmlformats.org/officeDocument/2006/relationships/image" Target="../media/image29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28.png"/><Relationship Id="rId5" Type="http://schemas.openxmlformats.org/officeDocument/2006/relationships/image" Target="../media/image52.png"/><Relationship Id="rId10" Type="http://schemas.openxmlformats.org/officeDocument/2006/relationships/image" Target="../media/image27.png"/><Relationship Id="rId4" Type="http://schemas.openxmlformats.org/officeDocument/2006/relationships/image" Target="../media/image51.png"/><Relationship Id="rId9" Type="http://schemas.openxmlformats.org/officeDocument/2006/relationships/image" Target="../media/image55.pn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1.png"/><Relationship Id="rId7" Type="http://schemas.openxmlformats.org/officeDocument/2006/relationships/image" Target="../media/image27.png"/><Relationship Id="rId12" Type="http://schemas.openxmlformats.org/officeDocument/2006/relationships/image" Target="../media/image26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56.png"/><Relationship Id="rId5" Type="http://schemas.openxmlformats.org/officeDocument/2006/relationships/image" Target="../media/image52.png"/><Relationship Id="rId10" Type="http://schemas.openxmlformats.org/officeDocument/2006/relationships/image" Target="../media/image24.png"/><Relationship Id="rId4" Type="http://schemas.openxmlformats.org/officeDocument/2006/relationships/image" Target="../media/image51.png"/><Relationship Id="rId9" Type="http://schemas.openxmlformats.org/officeDocument/2006/relationships/image" Target="../media/image29.png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1.png"/><Relationship Id="rId7" Type="http://schemas.openxmlformats.org/officeDocument/2006/relationships/image" Target="../media/image27.png"/><Relationship Id="rId12" Type="http://schemas.openxmlformats.org/officeDocument/2006/relationships/image" Target="../media/image26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56.png"/><Relationship Id="rId5" Type="http://schemas.openxmlformats.org/officeDocument/2006/relationships/image" Target="../media/image52.png"/><Relationship Id="rId10" Type="http://schemas.openxmlformats.org/officeDocument/2006/relationships/image" Target="../media/image24.png"/><Relationship Id="rId4" Type="http://schemas.openxmlformats.org/officeDocument/2006/relationships/image" Target="../media/image51.png"/><Relationship Id="rId9" Type="http://schemas.openxmlformats.org/officeDocument/2006/relationships/image" Target="../media/image29.png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png"/><Relationship Id="rId3" Type="http://schemas.openxmlformats.org/officeDocument/2006/relationships/image" Target="../media/image1.png"/><Relationship Id="rId7" Type="http://schemas.openxmlformats.org/officeDocument/2006/relationships/image" Target="../media/image24.png"/><Relationship Id="rId12" Type="http://schemas.openxmlformats.org/officeDocument/2006/relationships/image" Target="../media/image29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28.png"/><Relationship Id="rId5" Type="http://schemas.openxmlformats.org/officeDocument/2006/relationships/image" Target="../media/image52.png"/><Relationship Id="rId10" Type="http://schemas.openxmlformats.org/officeDocument/2006/relationships/image" Target="../media/image27.png"/><Relationship Id="rId4" Type="http://schemas.openxmlformats.org/officeDocument/2006/relationships/image" Target="../media/image51.png"/><Relationship Id="rId9" Type="http://schemas.openxmlformats.org/officeDocument/2006/relationships/image" Target="../media/image26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60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9.png"/><Relationship Id="rId5" Type="http://schemas.openxmlformats.org/officeDocument/2006/relationships/image" Target="../media/image58.png"/><Relationship Id="rId4" Type="http://schemas.openxmlformats.org/officeDocument/2006/relationships/image" Target="../media/image57.png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3" Type="http://schemas.openxmlformats.org/officeDocument/2006/relationships/image" Target="../media/image1.png"/><Relationship Id="rId7" Type="http://schemas.openxmlformats.org/officeDocument/2006/relationships/image" Target="../media/image60.png"/><Relationship Id="rId12" Type="http://schemas.openxmlformats.org/officeDocument/2006/relationships/image" Target="../media/image63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9.png"/><Relationship Id="rId11" Type="http://schemas.openxmlformats.org/officeDocument/2006/relationships/image" Target="../media/image62.png"/><Relationship Id="rId5" Type="http://schemas.openxmlformats.org/officeDocument/2006/relationships/image" Target="../media/image58.png"/><Relationship Id="rId10" Type="http://schemas.openxmlformats.org/officeDocument/2006/relationships/image" Target="../media/image61.png"/><Relationship Id="rId4" Type="http://schemas.openxmlformats.org/officeDocument/2006/relationships/image" Target="../media/image57.png"/><Relationship Id="rId9" Type="http://schemas.openxmlformats.org/officeDocument/2006/relationships/image" Target="../media/image25.png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3" Type="http://schemas.openxmlformats.org/officeDocument/2006/relationships/image" Target="../media/image1.png"/><Relationship Id="rId7" Type="http://schemas.openxmlformats.org/officeDocument/2006/relationships/image" Target="../media/image60.png"/><Relationship Id="rId12" Type="http://schemas.openxmlformats.org/officeDocument/2006/relationships/image" Target="../media/image63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9.png"/><Relationship Id="rId11" Type="http://schemas.openxmlformats.org/officeDocument/2006/relationships/image" Target="../media/image62.png"/><Relationship Id="rId5" Type="http://schemas.openxmlformats.org/officeDocument/2006/relationships/image" Target="../media/image58.png"/><Relationship Id="rId10" Type="http://schemas.openxmlformats.org/officeDocument/2006/relationships/image" Target="../media/image61.png"/><Relationship Id="rId4" Type="http://schemas.openxmlformats.org/officeDocument/2006/relationships/image" Target="../media/image57.png"/><Relationship Id="rId9" Type="http://schemas.openxmlformats.org/officeDocument/2006/relationships/image" Target="../media/image25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60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9.png"/><Relationship Id="rId5" Type="http://schemas.openxmlformats.org/officeDocument/2006/relationships/image" Target="../media/image58.png"/><Relationship Id="rId4" Type="http://schemas.openxmlformats.org/officeDocument/2006/relationships/image" Target="../media/image57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60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9.png"/><Relationship Id="rId5" Type="http://schemas.openxmlformats.org/officeDocument/2006/relationships/image" Target="../media/image58.png"/><Relationship Id="rId4" Type="http://schemas.openxmlformats.org/officeDocument/2006/relationships/image" Target="../media/image57.png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png"/><Relationship Id="rId13" Type="http://schemas.openxmlformats.org/officeDocument/2006/relationships/image" Target="../media/image26.png"/><Relationship Id="rId3" Type="http://schemas.openxmlformats.org/officeDocument/2006/relationships/image" Target="../media/image49.png"/><Relationship Id="rId7" Type="http://schemas.openxmlformats.org/officeDocument/2006/relationships/image" Target="../media/image67.png"/><Relationship Id="rId12" Type="http://schemas.openxmlformats.org/officeDocument/2006/relationships/image" Target="../media/image70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6.png"/><Relationship Id="rId11" Type="http://schemas.openxmlformats.org/officeDocument/2006/relationships/image" Target="../media/image61.png"/><Relationship Id="rId5" Type="http://schemas.openxmlformats.org/officeDocument/2006/relationships/image" Target="../media/image65.png"/><Relationship Id="rId10" Type="http://schemas.openxmlformats.org/officeDocument/2006/relationships/image" Target="../media/image63.png"/><Relationship Id="rId4" Type="http://schemas.openxmlformats.org/officeDocument/2006/relationships/image" Target="../media/image64.png"/><Relationship Id="rId9" Type="http://schemas.openxmlformats.org/officeDocument/2006/relationships/image" Target="../media/image69.png"/><Relationship Id="rId14" Type="http://schemas.openxmlformats.org/officeDocument/2006/relationships/image" Target="../media/image7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ADBCD"/>
        </a:solidFill>
        <a:effectLst/>
      </p:bgPr>
    </p:bg>
    <p:spTree>
      <p:nvGrpSpPr>
        <p:cNvPr id="1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3" name="Google Shape;353;p11"/>
          <p:cNvPicPr preferRelativeResize="0"/>
          <p:nvPr/>
        </p:nvPicPr>
        <p:blipFill rotWithShape="1">
          <a:blip r:embed="rId3">
            <a:alphaModFix amt="19999"/>
          </a:blip>
          <a:srcRect b="43786"/>
          <a:stretch/>
        </p:blipFill>
        <p:spPr>
          <a:xfrm>
            <a:off x="0" y="6607"/>
            <a:ext cx="18288000" cy="10280393"/>
          </a:xfrm>
          <a:prstGeom prst="rect">
            <a:avLst/>
          </a:prstGeom>
          <a:noFill/>
          <a:ln>
            <a:noFill/>
          </a:ln>
        </p:spPr>
      </p:pic>
      <p:pic>
        <p:nvPicPr>
          <p:cNvPr id="354" name="Google Shape;354;p1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38910" y="1387561"/>
            <a:ext cx="13077798" cy="801015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55" name="Google Shape;355;p11"/>
          <p:cNvGrpSpPr/>
          <p:nvPr/>
        </p:nvGrpSpPr>
        <p:grpSpPr>
          <a:xfrm>
            <a:off x="436884" y="2242238"/>
            <a:ext cx="12706554" cy="6336124"/>
            <a:chOff x="433318" y="8879"/>
            <a:chExt cx="10660297" cy="8448162"/>
          </a:xfrm>
        </p:grpSpPr>
        <p:sp>
          <p:nvSpPr>
            <p:cNvPr id="356" name="Google Shape;356;p11"/>
            <p:cNvSpPr txBox="1"/>
            <p:nvPr/>
          </p:nvSpPr>
          <p:spPr>
            <a:xfrm rot="21517737">
              <a:off x="618202" y="1424045"/>
              <a:ext cx="10475413" cy="40708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2426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0" b="0" i="0" u="none" strike="noStrike" cap="none" dirty="0">
                  <a:solidFill>
                    <a:srgbClr val="272626"/>
                  </a:solidFill>
                  <a:latin typeface="Arial"/>
                  <a:ea typeface="Arial"/>
                  <a:cs typeface="Arial"/>
                  <a:sym typeface="Arial"/>
                </a:rPr>
                <a:t>Lesson 4 </a:t>
              </a:r>
              <a:endParaRPr sz="1050" dirty="0"/>
            </a:p>
            <a:p>
              <a:pPr marL="0" marR="0" lvl="0" indent="0" algn="ctr" rtl="0">
                <a:lnSpc>
                  <a:spcPct val="12426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6600" b="0" i="0" u="none" strike="noStrike" cap="none" dirty="0">
                  <a:solidFill>
                    <a:srgbClr val="272626"/>
                  </a:solidFill>
                  <a:latin typeface="Arial"/>
                  <a:ea typeface="Arial"/>
                  <a:cs typeface="Arial"/>
                  <a:sym typeface="Arial"/>
                </a:rPr>
                <a:t>I</a:t>
              </a:r>
              <a:r>
                <a:rPr lang="en-US" sz="8000" b="0" i="0" u="none" strike="noStrike" cap="none" dirty="0">
                  <a:solidFill>
                    <a:srgbClr val="272626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-US" sz="6600" b="0" i="0" u="none" strike="noStrike" cap="none" dirty="0">
                  <a:solidFill>
                    <a:srgbClr val="272626"/>
                  </a:solidFill>
                  <a:latin typeface="Arial"/>
                  <a:ea typeface="Arial"/>
                  <a:cs typeface="Arial"/>
                  <a:sym typeface="Arial"/>
                </a:rPr>
                <a:t>would like to exchange RMB</a:t>
              </a:r>
              <a:endParaRPr sz="8000" b="0" i="0" u="none" strike="noStrike" cap="none" dirty="0">
                <a:solidFill>
                  <a:srgbClr val="27262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7" name="Google Shape;357;p11"/>
            <p:cNvSpPr txBox="1"/>
            <p:nvPr/>
          </p:nvSpPr>
          <p:spPr>
            <a:xfrm rot="-82743">
              <a:off x="433318" y="8879"/>
              <a:ext cx="9713109" cy="97206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2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Chinese 2</a:t>
              </a:r>
              <a:endParaRPr/>
            </a:p>
          </p:txBody>
        </p:sp>
        <p:sp>
          <p:nvSpPr>
            <p:cNvPr id="358" name="Google Shape;358;p11"/>
            <p:cNvSpPr txBox="1"/>
            <p:nvPr/>
          </p:nvSpPr>
          <p:spPr>
            <a:xfrm rot="21513261">
              <a:off x="2348830" y="6868060"/>
              <a:ext cx="8165575" cy="158898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8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400" b="0" i="0" u="none" strike="noStrike" cap="none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  </a:t>
              </a:r>
              <a:r>
                <a:rPr lang="en-US" sz="4400" b="0" i="0" u="none" strike="noStrike" cap="none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Dì</a:t>
              </a:r>
              <a:r>
                <a:rPr lang="en-US" sz="4400" b="0" i="0" u="none" strike="noStrike" cap="none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-US" sz="4400" b="0" i="0" u="none" strike="noStrike" cap="none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sì</a:t>
              </a:r>
              <a:r>
                <a:rPr lang="en-US" sz="4400" b="0" i="0" u="none" strike="noStrike" cap="none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-US" sz="4400" b="0" i="0" u="none" strike="noStrike" cap="none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kè</a:t>
              </a:r>
              <a:r>
                <a:rPr lang="en-US" sz="4400" b="0" i="0" u="none" strike="noStrike" cap="none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   </a:t>
              </a:r>
              <a:r>
                <a:rPr lang="en-US" sz="3200" b="0" i="0" u="none" strike="noStrike" cap="none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Wǒ</a:t>
              </a:r>
              <a:r>
                <a:rPr lang="en-US" sz="4400" b="0" i="0" u="none" strike="noStrike" cap="none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-US" sz="4400" b="0" i="0" u="none" strike="noStrike" cap="none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yào</a:t>
              </a:r>
              <a:r>
                <a:rPr lang="en-US" sz="4400" b="0" i="0" u="none" strike="noStrike" cap="none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-US" sz="4400" b="0" i="0" u="none" strike="noStrike" cap="none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huàn</a:t>
              </a:r>
              <a:r>
                <a:rPr lang="en-US" sz="4400" b="0" i="0" u="none" strike="noStrike" cap="none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-US" sz="4400" b="0" i="0" u="none" strike="noStrike" cap="none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rénmínbì</a:t>
              </a:r>
              <a:r>
                <a:rPr lang="en-US" sz="4400" b="0" i="0" u="none" strike="noStrike" cap="none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sz="4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l" rtl="0">
                <a:lnSpc>
                  <a:spcPct val="8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400" b="0" i="0" u="none" strike="noStrike" cap="none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 </a:t>
              </a:r>
              <a:r>
                <a:rPr lang="en-US" sz="4400" b="0" i="0" u="none" strike="noStrike" cap="none" dirty="0" err="1">
                  <a:solidFill>
                    <a:srgbClr val="000000"/>
                  </a:solidFill>
                  <a:latin typeface="SimSun" panose="02010600030101010101" pitchFamily="2" charset="-122"/>
                  <a:ea typeface="SimSun" panose="02010600030101010101" pitchFamily="2" charset="-122"/>
                  <a:sym typeface="Arial"/>
                </a:rPr>
                <a:t>第四课</a:t>
              </a:r>
              <a:r>
                <a:rPr lang="en-US" sz="4400" b="0" i="0" u="none" strike="noStrike" cap="none" dirty="0">
                  <a:solidFill>
                    <a:srgbClr val="000000"/>
                  </a:solidFill>
                  <a:latin typeface="SimSun" panose="02010600030101010101" pitchFamily="2" charset="-122"/>
                  <a:ea typeface="SimSun" panose="02010600030101010101" pitchFamily="2" charset="-122"/>
                  <a:sym typeface="Arial"/>
                </a:rPr>
                <a:t>    我 要  换  </a:t>
              </a:r>
              <a:r>
                <a:rPr lang="en-US" sz="4400" b="0" i="0" u="none" strike="noStrike" cap="none" dirty="0" err="1">
                  <a:solidFill>
                    <a:srgbClr val="000000"/>
                  </a:solidFill>
                  <a:latin typeface="SimSun" panose="02010600030101010101" pitchFamily="2" charset="-122"/>
                  <a:ea typeface="SimSun" panose="02010600030101010101" pitchFamily="2" charset="-122"/>
                  <a:sym typeface="Arial"/>
                </a:rPr>
                <a:t>人民币</a:t>
              </a:r>
              <a:endParaRPr sz="4400" b="0" i="0" u="none" strike="noStrike" cap="none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endParaRPr>
            </a:p>
          </p:txBody>
        </p:sp>
      </p:grpSp>
      <p:pic>
        <p:nvPicPr>
          <p:cNvPr id="359" name="Google Shape;359;p1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276981">
            <a:off x="12148762" y="2602223"/>
            <a:ext cx="6147135" cy="5732203"/>
          </a:xfrm>
          <a:prstGeom prst="rect">
            <a:avLst/>
          </a:prstGeom>
          <a:noFill/>
          <a:ln>
            <a:noFill/>
          </a:ln>
        </p:spPr>
      </p:pic>
      <p:pic>
        <p:nvPicPr>
          <p:cNvPr id="360" name="Google Shape;360;p11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 rot="-772345">
            <a:off x="316990" y="6780678"/>
            <a:ext cx="1499829" cy="3158683"/>
          </a:xfrm>
          <a:prstGeom prst="rect">
            <a:avLst/>
          </a:prstGeom>
          <a:noFill/>
          <a:ln>
            <a:noFill/>
          </a:ln>
        </p:spPr>
      </p:pic>
      <p:pic>
        <p:nvPicPr>
          <p:cNvPr id="361" name="Google Shape;361;p11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 rot="7840615">
            <a:off x="13859570" y="1515622"/>
            <a:ext cx="2348424" cy="768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62" name="Google Shape;362;p11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4503181" y="8221861"/>
            <a:ext cx="1061203" cy="1061203"/>
          </a:xfrm>
          <a:prstGeom prst="rect">
            <a:avLst/>
          </a:prstGeom>
          <a:noFill/>
          <a:ln>
            <a:noFill/>
          </a:ln>
        </p:spPr>
      </p:pic>
      <p:pic>
        <p:nvPicPr>
          <p:cNvPr id="363" name="Google Shape;363;p11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 rot="-611161">
            <a:off x="1247258" y="332096"/>
            <a:ext cx="862233" cy="1931762"/>
          </a:xfrm>
          <a:prstGeom prst="rect">
            <a:avLst/>
          </a:prstGeom>
          <a:noFill/>
          <a:ln>
            <a:noFill/>
          </a:ln>
        </p:spPr>
      </p:pic>
      <p:pic>
        <p:nvPicPr>
          <p:cNvPr id="364" name="Google Shape;364;p11" descr="A picture containing clothing&#10;&#10;Description automatically generated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3139566" y="3635285"/>
            <a:ext cx="3761364" cy="3761364"/>
          </a:xfrm>
          <a:prstGeom prst="rect">
            <a:avLst/>
          </a:prstGeom>
          <a:noFill/>
          <a:ln>
            <a:noFill/>
          </a:ln>
        </p:spPr>
      </p:pic>
      <p:pic>
        <p:nvPicPr>
          <p:cNvPr id="365" name="Google Shape;365;p11" descr="A picture containing text, vector graphics&#10;&#10;Description automatically generated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14503181" y="3823286"/>
            <a:ext cx="3375985" cy="33759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EC4"/>
        </a:solidFill>
        <a:effectLst/>
      </p:bgPr>
    </p:bg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0" name="Google Shape;370;p12"/>
          <p:cNvPicPr preferRelativeResize="0"/>
          <p:nvPr/>
        </p:nvPicPr>
        <p:blipFill rotWithShape="1">
          <a:blip r:embed="rId3">
            <a:alphaModFix amt="19999"/>
          </a:blip>
          <a:srcRect b="43786"/>
          <a:stretch/>
        </p:blipFill>
        <p:spPr>
          <a:xfrm>
            <a:off x="0" y="6607"/>
            <a:ext cx="18288000" cy="10280393"/>
          </a:xfrm>
          <a:prstGeom prst="rect">
            <a:avLst/>
          </a:prstGeom>
          <a:noFill/>
          <a:ln>
            <a:noFill/>
          </a:ln>
        </p:spPr>
      </p:pic>
      <p:pic>
        <p:nvPicPr>
          <p:cNvPr id="371" name="Google Shape;371;p1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85800" y="190500"/>
            <a:ext cx="16764000" cy="9897354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72" name="Google Shape;372;p12"/>
          <p:cNvGraphicFramePr/>
          <p:nvPr>
            <p:extLst>
              <p:ext uri="{D42A27DB-BD31-4B8C-83A1-F6EECF244321}">
                <p14:modId xmlns:p14="http://schemas.microsoft.com/office/powerpoint/2010/main" val="4025747969"/>
              </p:ext>
            </p:extLst>
          </p:nvPr>
        </p:nvGraphicFramePr>
        <p:xfrm>
          <a:off x="1143577" y="1035949"/>
          <a:ext cx="16040100" cy="7899681"/>
        </p:xfrm>
        <a:graphic>
          <a:graphicData uri="http://schemas.openxmlformats.org/drawingml/2006/table">
            <a:tbl>
              <a:tblPr firstRow="1" bandRow="1">
                <a:noFill/>
                <a:tableStyleId>{9C7EE34F-3DCB-45C5-8C23-12EBFCD43678}</a:tableStyleId>
              </a:tblPr>
              <a:tblGrid>
                <a:gridCol w="746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3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3617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58372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600" b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3600" b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4000" b="0" u="none" strike="noStrike" cap="none">
                          <a:solidFill>
                            <a:schemeClr val="dk1"/>
                          </a:solidFill>
                          <a:latin typeface="SimSun"/>
                          <a:ea typeface="SimSun"/>
                          <a:cs typeface="SimSun"/>
                          <a:sym typeface="SimSun"/>
                        </a:rPr>
                        <a:t>课 </a:t>
                      </a:r>
                      <a:endParaRPr sz="2800" b="0" u="none" strike="noStrike" cap="none">
                        <a:solidFill>
                          <a:schemeClr val="dk1"/>
                        </a:solidFill>
                        <a:latin typeface="SimSun"/>
                        <a:ea typeface="SimSun"/>
                        <a:cs typeface="SimSun"/>
                        <a:sym typeface="SimSu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200" b="1" u="none" strike="noStrike" cap="none">
                          <a:solidFill>
                            <a:srgbClr val="5F497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lessons, subjects</a:t>
                      </a:r>
                      <a:endParaRPr sz="2000" b="1" u="none" strike="noStrike" cap="none">
                        <a:solidFill>
                          <a:srgbClr val="5F497A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600" b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</a:t>
                      </a:r>
                      <a:endParaRPr sz="3600" b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4000" b="0" u="none" strike="noStrike" cap="none">
                          <a:solidFill>
                            <a:schemeClr val="dk1"/>
                          </a:solidFill>
                          <a:latin typeface="SimSun"/>
                          <a:ea typeface="SimSun"/>
                          <a:cs typeface="SimSun"/>
                          <a:sym typeface="SimSun"/>
                        </a:rPr>
                        <a:t>邮局 </a:t>
                      </a:r>
                      <a:endParaRPr sz="2800" b="0" u="none" strike="noStrike" cap="none">
                        <a:solidFill>
                          <a:schemeClr val="dk1"/>
                        </a:solidFill>
                        <a:latin typeface="SimSun"/>
                        <a:ea typeface="SimSun"/>
                        <a:cs typeface="SimSun"/>
                        <a:sym typeface="SimSu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200" b="1" u="none" strike="noStrike" cap="none" dirty="0">
                          <a:solidFill>
                            <a:srgbClr val="5F497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post office</a:t>
                      </a:r>
                      <a:endParaRPr sz="2000" b="1" u="none" strike="noStrike" cap="none" dirty="0">
                        <a:solidFill>
                          <a:srgbClr val="5F497A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47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6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3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4000" b="0" u="none" strike="noStrike" cap="none">
                          <a:solidFill>
                            <a:schemeClr val="dk1"/>
                          </a:solidFill>
                          <a:latin typeface="SimSun"/>
                          <a:ea typeface="SimSun"/>
                          <a:cs typeface="SimSun"/>
                          <a:sym typeface="SimSun"/>
                        </a:rPr>
                        <a:t>英语课</a:t>
                      </a:r>
                      <a:endParaRPr sz="2800" b="0" u="none" strike="noStrike" cap="none">
                        <a:solidFill>
                          <a:schemeClr val="dk1"/>
                        </a:solidFill>
                        <a:latin typeface="SimSun"/>
                        <a:ea typeface="SimSun"/>
                        <a:cs typeface="SimSun"/>
                        <a:sym typeface="SimSu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200" b="1" u="none" strike="noStrike" cap="none" dirty="0">
                          <a:solidFill>
                            <a:srgbClr val="5F497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English class</a:t>
                      </a:r>
                      <a:endParaRPr sz="2000" b="1" u="none" strike="noStrike" cap="none" dirty="0">
                        <a:solidFill>
                          <a:srgbClr val="5F497A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60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13</a:t>
                      </a:r>
                      <a:endParaRPr sz="36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4000" b="0" u="none" strike="noStrike" cap="none">
                          <a:solidFill>
                            <a:schemeClr val="dk1"/>
                          </a:solidFill>
                          <a:latin typeface="SimSun"/>
                          <a:ea typeface="SimSun"/>
                          <a:cs typeface="SimSun"/>
                          <a:sym typeface="SimSun"/>
                        </a:rPr>
                        <a:t>顺便 </a:t>
                      </a:r>
                      <a:endParaRPr sz="2800" b="0" u="none" strike="noStrike" cap="none">
                        <a:solidFill>
                          <a:schemeClr val="dk1"/>
                        </a:solidFill>
                        <a:latin typeface="SimSun"/>
                        <a:ea typeface="SimSun"/>
                        <a:cs typeface="SimSun"/>
                        <a:sym typeface="SimSu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200" b="1" u="none" strike="noStrike" cap="none" dirty="0">
                          <a:solidFill>
                            <a:srgbClr val="5F497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Conveniently, </a:t>
                      </a:r>
                      <a:endParaRPr sz="2000" b="1" u="none" strike="noStrike" cap="none" dirty="0">
                        <a:solidFill>
                          <a:srgbClr val="5F497A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5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6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3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4000" b="0" u="none" strike="noStrike" cap="none">
                          <a:solidFill>
                            <a:schemeClr val="dk1"/>
                          </a:solidFill>
                          <a:latin typeface="SimSun"/>
                          <a:ea typeface="SimSun"/>
                          <a:cs typeface="SimSun"/>
                          <a:sym typeface="SimSun"/>
                        </a:rPr>
                        <a:t>汉语课</a:t>
                      </a:r>
                      <a:endParaRPr sz="2800" b="0" u="none" strike="noStrike" cap="none">
                        <a:solidFill>
                          <a:schemeClr val="dk1"/>
                        </a:solidFill>
                        <a:latin typeface="SimSun"/>
                        <a:ea typeface="SimSun"/>
                        <a:cs typeface="SimSun"/>
                        <a:sym typeface="SimSu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200" b="1" u="none" strike="noStrike" cap="none">
                          <a:solidFill>
                            <a:srgbClr val="5F497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Chinese class</a:t>
                      </a:r>
                      <a:endParaRPr sz="2000" b="1" u="none" strike="noStrike" cap="none">
                        <a:solidFill>
                          <a:srgbClr val="5F497A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60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14</a:t>
                      </a:r>
                      <a:endParaRPr sz="36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4000" b="0" u="none" strike="noStrike" cap="none">
                          <a:solidFill>
                            <a:schemeClr val="dk1"/>
                          </a:solidFill>
                          <a:latin typeface="SimSun"/>
                          <a:ea typeface="SimSun"/>
                          <a:cs typeface="SimSun"/>
                          <a:sym typeface="SimSun"/>
                        </a:rPr>
                        <a:t>换 </a:t>
                      </a:r>
                      <a:endParaRPr sz="2800" b="0" u="none" strike="noStrike" cap="none">
                        <a:solidFill>
                          <a:schemeClr val="dk1"/>
                        </a:solidFill>
                        <a:latin typeface="SimSun"/>
                        <a:ea typeface="SimSun"/>
                        <a:cs typeface="SimSun"/>
                        <a:sym typeface="SimSu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200" b="1" u="none" strike="noStrike" cap="none">
                          <a:solidFill>
                            <a:srgbClr val="5F497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to change</a:t>
                      </a:r>
                      <a:endParaRPr sz="2000" b="1" u="none" strike="noStrike" cap="none">
                        <a:solidFill>
                          <a:srgbClr val="5F497A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6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3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4000" b="0" u="none" strike="noStrike" cap="none">
                          <a:solidFill>
                            <a:schemeClr val="dk1"/>
                          </a:solidFill>
                          <a:latin typeface="SimSun"/>
                          <a:ea typeface="SimSun"/>
                          <a:cs typeface="SimSun"/>
                          <a:sym typeface="SimSun"/>
                        </a:rPr>
                        <a:t>泰语课</a:t>
                      </a:r>
                      <a:endParaRPr sz="2800" b="0" u="none" strike="noStrike" cap="none">
                        <a:solidFill>
                          <a:schemeClr val="dk1"/>
                        </a:solidFill>
                        <a:latin typeface="SimSun"/>
                        <a:ea typeface="SimSun"/>
                        <a:cs typeface="SimSun"/>
                        <a:sym typeface="SimSu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200" b="1" u="none" strike="noStrike" cap="none">
                          <a:solidFill>
                            <a:srgbClr val="5F497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Thai class</a:t>
                      </a:r>
                      <a:endParaRPr sz="2000" b="1" u="none" strike="noStrike" cap="none">
                        <a:solidFill>
                          <a:srgbClr val="5F497A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60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15</a:t>
                      </a:r>
                      <a:endParaRPr sz="36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4000" b="0" u="none" strike="noStrike" cap="none">
                          <a:solidFill>
                            <a:schemeClr val="dk1"/>
                          </a:solidFill>
                          <a:latin typeface="SimSun"/>
                          <a:ea typeface="SimSun"/>
                          <a:cs typeface="SimSun"/>
                          <a:sym typeface="SimSun"/>
                        </a:rPr>
                        <a:t>陪 </a:t>
                      </a:r>
                      <a:endParaRPr sz="2800" b="0" u="none" strike="noStrike" cap="none">
                        <a:solidFill>
                          <a:schemeClr val="dk1"/>
                        </a:solidFill>
                        <a:latin typeface="SimSun"/>
                        <a:ea typeface="SimSun"/>
                        <a:cs typeface="SimSun"/>
                        <a:sym typeface="SimSu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200" b="1" u="none" strike="noStrike" cap="none" dirty="0">
                          <a:solidFill>
                            <a:srgbClr val="5F497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to accompany, go with</a:t>
                      </a:r>
                      <a:endParaRPr sz="2000" b="1" u="none" strike="noStrike" cap="none" dirty="0">
                        <a:solidFill>
                          <a:srgbClr val="5F497A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6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3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4000" b="0" u="none" strike="noStrike" cap="none">
                          <a:solidFill>
                            <a:schemeClr val="dk1"/>
                          </a:solidFill>
                          <a:latin typeface="SimSun"/>
                          <a:ea typeface="SimSun"/>
                          <a:cs typeface="SimSun"/>
                          <a:sym typeface="SimSun"/>
                        </a:rPr>
                        <a:t>门 </a:t>
                      </a:r>
                      <a:endParaRPr sz="2800" b="0" u="none" strike="noStrike" cap="none">
                        <a:solidFill>
                          <a:schemeClr val="dk1"/>
                        </a:solidFill>
                        <a:latin typeface="SimSun"/>
                        <a:ea typeface="SimSun"/>
                        <a:cs typeface="SimSun"/>
                        <a:sym typeface="SimSu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200" b="1" u="none" strike="noStrike" cap="none">
                          <a:solidFill>
                            <a:srgbClr val="5F497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measure word for subjects</a:t>
                      </a:r>
                      <a:endParaRPr sz="2000" b="1" u="none" strike="noStrike" cap="none">
                        <a:solidFill>
                          <a:srgbClr val="5F497A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60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16</a:t>
                      </a:r>
                      <a:endParaRPr sz="36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4000" b="0" u="none" strike="noStrike" cap="none">
                          <a:solidFill>
                            <a:schemeClr val="dk1"/>
                          </a:solidFill>
                          <a:latin typeface="SimSun"/>
                          <a:ea typeface="SimSun"/>
                          <a:cs typeface="SimSun"/>
                          <a:sym typeface="SimSun"/>
                        </a:rPr>
                        <a:t>请稍等 </a:t>
                      </a:r>
                      <a:endParaRPr sz="2800" b="0" u="none" strike="noStrike" cap="none">
                        <a:solidFill>
                          <a:schemeClr val="dk1"/>
                        </a:solidFill>
                        <a:latin typeface="SimSun"/>
                        <a:ea typeface="SimSun"/>
                        <a:cs typeface="SimSun"/>
                        <a:sym typeface="SimSu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200" b="1" u="none" strike="noStrike" cap="none">
                          <a:solidFill>
                            <a:srgbClr val="5F497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just a moment, please</a:t>
                      </a:r>
                      <a:endParaRPr sz="2000" b="1" u="none" strike="noStrike" cap="none">
                        <a:solidFill>
                          <a:srgbClr val="5F497A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6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sz="3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4000" b="0" u="none" strike="noStrike" cap="none">
                          <a:solidFill>
                            <a:schemeClr val="dk1"/>
                          </a:solidFill>
                          <a:latin typeface="SimSun"/>
                          <a:ea typeface="SimSun"/>
                          <a:cs typeface="SimSun"/>
                          <a:sym typeface="SimSun"/>
                        </a:rPr>
                        <a:t>节 </a:t>
                      </a:r>
                      <a:endParaRPr sz="2800" b="0" u="none" strike="noStrike" cap="none">
                        <a:solidFill>
                          <a:schemeClr val="dk1"/>
                        </a:solidFill>
                        <a:latin typeface="SimSun"/>
                        <a:ea typeface="SimSun"/>
                        <a:cs typeface="SimSun"/>
                        <a:sym typeface="SimSu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200" b="1" u="none" strike="noStrike" cap="none" dirty="0">
                          <a:solidFill>
                            <a:srgbClr val="5F497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measure word for lessons (hours)</a:t>
                      </a:r>
                      <a:endParaRPr sz="2000" b="1" u="none" strike="noStrike" cap="none" dirty="0">
                        <a:solidFill>
                          <a:srgbClr val="5F497A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60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17</a:t>
                      </a:r>
                      <a:endParaRPr sz="36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4000" b="0" u="none" strike="noStrike" cap="none">
                          <a:solidFill>
                            <a:schemeClr val="dk1"/>
                          </a:solidFill>
                          <a:latin typeface="SimSun"/>
                          <a:ea typeface="SimSun"/>
                          <a:cs typeface="SimSun"/>
                          <a:sym typeface="SimSun"/>
                        </a:rPr>
                        <a:t>人民币 </a:t>
                      </a:r>
                      <a:endParaRPr sz="2800" b="0" u="none" strike="noStrike" cap="none">
                        <a:solidFill>
                          <a:schemeClr val="dk1"/>
                        </a:solidFill>
                        <a:latin typeface="SimSun"/>
                        <a:ea typeface="SimSun"/>
                        <a:cs typeface="SimSun"/>
                        <a:sym typeface="SimSu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200" b="1" u="none" strike="noStrike" cap="none">
                          <a:solidFill>
                            <a:srgbClr val="5F497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Renminbi</a:t>
                      </a:r>
                      <a:r>
                        <a:rPr lang="en-US" sz="3200" b="1" u="none" strike="noStrike" cap="none">
                          <a:solidFill>
                            <a:srgbClr val="5F497A"/>
                          </a:solidFill>
                          <a:latin typeface="SimSun"/>
                          <a:ea typeface="SimSun"/>
                          <a:cs typeface="SimSun"/>
                          <a:sym typeface="SimSun"/>
                        </a:rPr>
                        <a:t>；</a:t>
                      </a:r>
                      <a:r>
                        <a:rPr lang="en-US" sz="3200" b="1" u="none" strike="noStrike" cap="none">
                          <a:solidFill>
                            <a:srgbClr val="5F497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RMB</a:t>
                      </a:r>
                      <a:endParaRPr sz="2000" b="1" u="none" strike="noStrike" cap="none">
                        <a:solidFill>
                          <a:srgbClr val="5F497A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6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 sz="3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4000" b="0" u="none" strike="noStrike" cap="none">
                          <a:solidFill>
                            <a:schemeClr val="dk1"/>
                          </a:solidFill>
                          <a:latin typeface="SimSun"/>
                          <a:ea typeface="SimSun"/>
                          <a:cs typeface="SimSun"/>
                          <a:sym typeface="SimSun"/>
                        </a:rPr>
                        <a:t>教 </a:t>
                      </a:r>
                      <a:endParaRPr sz="2800" b="0" u="none" strike="noStrike" cap="none">
                        <a:solidFill>
                          <a:schemeClr val="dk1"/>
                        </a:solidFill>
                        <a:latin typeface="SimSun"/>
                        <a:ea typeface="SimSun"/>
                        <a:cs typeface="SimSun"/>
                        <a:sym typeface="SimSu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200" b="1" u="none" strike="noStrike" cap="none" dirty="0">
                          <a:solidFill>
                            <a:srgbClr val="5F497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to teach</a:t>
                      </a:r>
                      <a:endParaRPr sz="2000" b="1" u="none" strike="noStrike" cap="none" dirty="0">
                        <a:solidFill>
                          <a:srgbClr val="5F497A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60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18</a:t>
                      </a:r>
                      <a:endParaRPr sz="36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4000" u="none" strike="noStrike" cap="none">
                          <a:latin typeface="SimSun"/>
                          <a:ea typeface="SimSun"/>
                          <a:cs typeface="SimSun"/>
                          <a:sym typeface="SimSun"/>
                        </a:rPr>
                        <a:t>美元 </a:t>
                      </a:r>
                      <a:endParaRPr sz="2800" u="none" strike="noStrike" cap="none">
                        <a:latin typeface="SimSun"/>
                        <a:ea typeface="SimSun"/>
                        <a:cs typeface="SimSun"/>
                        <a:sym typeface="SimSu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200" b="1" u="none" strike="noStrike" cap="none">
                          <a:solidFill>
                            <a:srgbClr val="5F497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US dollar</a:t>
                      </a:r>
                      <a:endParaRPr sz="2000" b="1" u="none" strike="noStrike" cap="none">
                        <a:solidFill>
                          <a:srgbClr val="5F497A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6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endParaRPr sz="3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4000" b="0" u="none" strike="noStrike" cap="none">
                          <a:solidFill>
                            <a:schemeClr val="dk1"/>
                          </a:solidFill>
                          <a:latin typeface="SimSun"/>
                          <a:ea typeface="SimSun"/>
                          <a:cs typeface="SimSun"/>
                          <a:sym typeface="SimSun"/>
                        </a:rPr>
                        <a:t>次 </a:t>
                      </a:r>
                      <a:endParaRPr sz="2800" b="0" u="none" strike="noStrike" cap="none">
                        <a:solidFill>
                          <a:schemeClr val="dk1"/>
                        </a:solidFill>
                        <a:latin typeface="SimSun"/>
                        <a:ea typeface="SimSun"/>
                        <a:cs typeface="SimSun"/>
                        <a:sym typeface="SimSu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200" b="1" u="none" strike="noStrike" cap="none" dirty="0">
                          <a:solidFill>
                            <a:srgbClr val="5F497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times</a:t>
                      </a:r>
                      <a:endParaRPr sz="2000" b="1" u="none" strike="noStrike" cap="none" dirty="0">
                        <a:solidFill>
                          <a:srgbClr val="5F497A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60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19</a:t>
                      </a:r>
                      <a:endParaRPr sz="36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4000" u="none" strike="noStrike" cap="none">
                          <a:latin typeface="SimSun"/>
                          <a:ea typeface="SimSun"/>
                          <a:cs typeface="SimSun"/>
                          <a:sym typeface="SimSun"/>
                        </a:rPr>
                        <a:t>泰铢 </a:t>
                      </a:r>
                      <a:endParaRPr sz="2800" u="none" strike="noStrike" cap="none">
                        <a:latin typeface="SimSun"/>
                        <a:ea typeface="SimSun"/>
                        <a:cs typeface="SimSun"/>
                        <a:sym typeface="SimSu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200" b="1" u="none" strike="noStrike" cap="none">
                          <a:solidFill>
                            <a:srgbClr val="5F497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Baht</a:t>
                      </a:r>
                      <a:endParaRPr sz="2000" b="1" u="none" strike="noStrike" cap="none">
                        <a:solidFill>
                          <a:srgbClr val="5F497A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6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</a:t>
                      </a:r>
                      <a:endParaRPr sz="3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4000" b="0" u="none" strike="noStrike" cap="none">
                          <a:solidFill>
                            <a:schemeClr val="dk1"/>
                          </a:solidFill>
                          <a:latin typeface="SimSun"/>
                          <a:ea typeface="SimSun"/>
                          <a:cs typeface="SimSun"/>
                          <a:sym typeface="SimSun"/>
                        </a:rPr>
                        <a:t>考试 </a:t>
                      </a:r>
                      <a:endParaRPr sz="2800" b="0" u="none" strike="noStrike" cap="none">
                        <a:solidFill>
                          <a:schemeClr val="dk1"/>
                        </a:solidFill>
                        <a:latin typeface="SimSun"/>
                        <a:ea typeface="SimSun"/>
                        <a:cs typeface="SimSun"/>
                        <a:sym typeface="SimSu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332740" lvl="0" indent="0" algn="ctr" rtl="0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200" b="1" u="none" strike="noStrike" cap="none">
                          <a:solidFill>
                            <a:srgbClr val="5F497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examination</a:t>
                      </a:r>
                      <a:r>
                        <a:rPr lang="en-US" sz="3200" b="1" u="none" strike="noStrike" cap="none">
                          <a:solidFill>
                            <a:srgbClr val="5F497A"/>
                          </a:solidFill>
                          <a:latin typeface="SimSun"/>
                          <a:ea typeface="SimSun"/>
                          <a:cs typeface="SimSun"/>
                          <a:sym typeface="SimSun"/>
                        </a:rPr>
                        <a:t>; </a:t>
                      </a:r>
                      <a:endParaRPr sz="2000" b="1" u="none" strike="noStrike" cap="none">
                        <a:solidFill>
                          <a:srgbClr val="5F497A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332740" lvl="0" indent="0" algn="ctr" rtl="0">
                        <a:lnSpc>
                          <a:spcPct val="98000"/>
                        </a:lnSpc>
                        <a:spcBef>
                          <a:spcPts val="127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200" b="1" u="none" strike="noStrike" cap="none">
                          <a:solidFill>
                            <a:srgbClr val="5F497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to exam</a:t>
                      </a:r>
                      <a:endParaRPr sz="2000" b="1" u="none" strike="noStrike" cap="none">
                        <a:solidFill>
                          <a:srgbClr val="5F497A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60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</a:t>
                      </a:r>
                      <a:endParaRPr sz="36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4000" u="none" strike="noStrike" cap="none">
                          <a:latin typeface="SimSun"/>
                          <a:ea typeface="SimSun"/>
                          <a:cs typeface="SimSun"/>
                          <a:sym typeface="SimSun"/>
                        </a:rPr>
                        <a:t>欧元</a:t>
                      </a:r>
                      <a:endParaRPr sz="2800" u="none" strike="noStrike" cap="none">
                        <a:latin typeface="SimSun"/>
                        <a:ea typeface="SimSun"/>
                        <a:cs typeface="SimSun"/>
                        <a:sym typeface="SimSu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200" b="1" u="none" strike="noStrike" cap="none">
                          <a:solidFill>
                            <a:srgbClr val="5F497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Euro</a:t>
                      </a:r>
                      <a:endParaRPr sz="2000" b="1" u="none" strike="noStrike" cap="none">
                        <a:solidFill>
                          <a:srgbClr val="5F497A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6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endParaRPr sz="3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4000" b="0" u="none" strike="noStrike" cap="none">
                          <a:solidFill>
                            <a:schemeClr val="dk1"/>
                          </a:solidFill>
                          <a:latin typeface="SimSun"/>
                          <a:ea typeface="SimSun"/>
                          <a:cs typeface="SimSun"/>
                          <a:sym typeface="SimSun"/>
                        </a:rPr>
                        <a:t>得 </a:t>
                      </a:r>
                      <a:endParaRPr sz="2800" b="0" u="none" strike="noStrike" cap="none">
                        <a:solidFill>
                          <a:schemeClr val="dk1"/>
                        </a:solidFill>
                        <a:latin typeface="SimSun"/>
                        <a:ea typeface="SimSun"/>
                        <a:cs typeface="SimSun"/>
                        <a:sym typeface="SimSu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200" b="1" u="none" strike="noStrike" cap="none" dirty="0">
                          <a:solidFill>
                            <a:srgbClr val="5F497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 particle used for verb, </a:t>
                      </a:r>
                      <a:endParaRPr sz="2000" b="1" u="none" strike="noStrike" cap="none" dirty="0">
                        <a:solidFill>
                          <a:srgbClr val="5F497A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60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21</a:t>
                      </a:r>
                      <a:endParaRPr sz="36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4000" u="none" strike="noStrike" cap="none">
                          <a:latin typeface="SimSun"/>
                          <a:ea typeface="SimSun"/>
                          <a:cs typeface="SimSun"/>
                          <a:sym typeface="SimSun"/>
                        </a:rPr>
                        <a:t>数</a:t>
                      </a:r>
                      <a:endParaRPr sz="2800" u="none" strike="noStrike" cap="none">
                        <a:latin typeface="SimSun"/>
                        <a:ea typeface="SimSun"/>
                        <a:cs typeface="SimSun"/>
                        <a:sym typeface="SimSu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200" b="1" u="none" strike="noStrike" cap="none">
                          <a:solidFill>
                            <a:srgbClr val="5F497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Count</a:t>
                      </a:r>
                      <a:endParaRPr sz="2000" b="1" u="none" strike="noStrike" cap="none">
                        <a:solidFill>
                          <a:srgbClr val="5F497A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6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11</a:t>
                      </a:r>
                      <a:endParaRPr sz="3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4000" b="0" u="none" strike="noStrike" cap="none">
                          <a:solidFill>
                            <a:schemeClr val="dk1"/>
                          </a:solidFill>
                          <a:latin typeface="SimSun"/>
                          <a:ea typeface="SimSun"/>
                          <a:cs typeface="SimSun"/>
                          <a:sym typeface="SimSun"/>
                        </a:rPr>
                        <a:t>分 </a:t>
                      </a:r>
                      <a:endParaRPr sz="2800" b="0" u="none" strike="noStrike" cap="none">
                        <a:solidFill>
                          <a:schemeClr val="dk1"/>
                        </a:solidFill>
                        <a:latin typeface="SimSun"/>
                        <a:ea typeface="SimSun"/>
                        <a:cs typeface="SimSun"/>
                        <a:sym typeface="SimSu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200" b="1" u="none" strike="noStrike" cap="none">
                          <a:solidFill>
                            <a:srgbClr val="5F497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point</a:t>
                      </a:r>
                      <a:endParaRPr sz="2000" b="1" u="none" strike="noStrike" cap="none">
                        <a:solidFill>
                          <a:srgbClr val="5F497A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60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22</a:t>
                      </a:r>
                      <a:endParaRPr sz="36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4000" u="none" strike="noStrike" cap="none">
                          <a:latin typeface="SimSun"/>
                          <a:ea typeface="SimSun"/>
                          <a:cs typeface="SimSun"/>
                          <a:sym typeface="SimSun"/>
                        </a:rPr>
                        <a:t>银行</a:t>
                      </a:r>
                      <a:endParaRPr sz="2800" u="none" strike="noStrike" cap="none">
                        <a:latin typeface="SimSun"/>
                        <a:ea typeface="SimSun"/>
                        <a:cs typeface="SimSun"/>
                        <a:sym typeface="SimSu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200" b="1" u="none" strike="noStrike" cap="none" dirty="0">
                          <a:solidFill>
                            <a:srgbClr val="5F497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Bank</a:t>
                      </a:r>
                      <a:endParaRPr sz="2000" b="1" u="none" strike="noStrike" cap="none" dirty="0">
                        <a:solidFill>
                          <a:srgbClr val="5F497A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pic>
        <p:nvPicPr>
          <p:cNvPr id="373" name="Google Shape;373;p1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7840615">
            <a:off x="-69313" y="763313"/>
            <a:ext cx="2348424" cy="768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4" name="Google Shape;374;p12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 rot="789396">
            <a:off x="-174327" y="7538208"/>
            <a:ext cx="1468832" cy="2146982"/>
          </a:xfrm>
          <a:prstGeom prst="rect">
            <a:avLst/>
          </a:prstGeom>
          <a:noFill/>
          <a:ln>
            <a:noFill/>
          </a:ln>
        </p:spPr>
      </p:pic>
      <p:pic>
        <p:nvPicPr>
          <p:cNvPr id="375" name="Google Shape;375;p12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 rot="1697473">
            <a:off x="16740967" y="226513"/>
            <a:ext cx="1232340" cy="1207693"/>
          </a:xfrm>
          <a:prstGeom prst="rect">
            <a:avLst/>
          </a:prstGeom>
          <a:noFill/>
          <a:ln>
            <a:noFill/>
          </a:ln>
        </p:spPr>
      </p:pic>
      <p:pic>
        <p:nvPicPr>
          <p:cNvPr id="376" name="Google Shape;376;p12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 flipH="1">
            <a:off x="15836885" y="7048499"/>
            <a:ext cx="2195826" cy="31357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EC4"/>
        </a:solidFill>
        <a:effectLst/>
      </p:bgPr>
    </p:bg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13"/>
          <p:cNvSpPr/>
          <p:nvPr/>
        </p:nvSpPr>
        <p:spPr>
          <a:xfrm>
            <a:off x="1478524" y="1866901"/>
            <a:ext cx="14478213" cy="7674374"/>
          </a:xfrm>
          <a:custGeom>
            <a:avLst/>
            <a:gdLst/>
            <a:ahLst/>
            <a:cxnLst/>
            <a:rect l="l" t="t" r="r" b="b"/>
            <a:pathLst>
              <a:path w="10825342" h="5776630" extrusionOk="0">
                <a:moveTo>
                  <a:pt x="278431" y="16918"/>
                </a:moveTo>
                <a:cubicBezTo>
                  <a:pt x="278431" y="16918"/>
                  <a:pt x="604014" y="12258"/>
                  <a:pt x="1062834" y="12454"/>
                </a:cubicBezTo>
                <a:cubicBezTo>
                  <a:pt x="8817733" y="12671"/>
                  <a:pt x="10551274" y="0"/>
                  <a:pt x="10551274" y="0"/>
                </a:cubicBezTo>
                <a:cubicBezTo>
                  <a:pt x="10618737" y="0"/>
                  <a:pt x="10694674" y="0"/>
                  <a:pt x="10773448" y="85073"/>
                </a:cubicBezTo>
                <a:cubicBezTo>
                  <a:pt x="10816426" y="131488"/>
                  <a:pt x="10817494" y="240224"/>
                  <a:pt x="10817899" y="320281"/>
                </a:cubicBezTo>
                <a:cubicBezTo>
                  <a:pt x="10817899" y="320281"/>
                  <a:pt x="10816195" y="4157017"/>
                  <a:pt x="10816195" y="5014045"/>
                </a:cubicBezTo>
                <a:cubicBezTo>
                  <a:pt x="10816195" y="5228205"/>
                  <a:pt x="10825342" y="5527383"/>
                  <a:pt x="10825342" y="5527383"/>
                </a:cubicBezTo>
                <a:cubicBezTo>
                  <a:pt x="10825342" y="5656052"/>
                  <a:pt x="10821173" y="5776630"/>
                  <a:pt x="10568335" y="5768495"/>
                </a:cubicBezTo>
                <a:cubicBezTo>
                  <a:pt x="10568335" y="5768495"/>
                  <a:pt x="10191862" y="5748197"/>
                  <a:pt x="9095459" y="5755795"/>
                </a:cubicBezTo>
                <a:cubicBezTo>
                  <a:pt x="2547822" y="5763930"/>
                  <a:pt x="304023" y="5776630"/>
                  <a:pt x="304023" y="5776630"/>
                </a:cubicBezTo>
                <a:cubicBezTo>
                  <a:pt x="132548" y="5776630"/>
                  <a:pt x="4213" y="5675561"/>
                  <a:pt x="8532" y="5473013"/>
                </a:cubicBezTo>
                <a:cubicBezTo>
                  <a:pt x="8532" y="5473013"/>
                  <a:pt x="9630" y="4974472"/>
                  <a:pt x="4815" y="1481678"/>
                </a:cubicBezTo>
                <a:cubicBezTo>
                  <a:pt x="0" y="663668"/>
                  <a:pt x="25592" y="330596"/>
                  <a:pt x="25592" y="330596"/>
                </a:cubicBezTo>
                <a:cubicBezTo>
                  <a:pt x="27224" y="150571"/>
                  <a:pt x="143504" y="16918"/>
                  <a:pt x="278431" y="16918"/>
                </a:cubicBezTo>
                <a:close/>
              </a:path>
            </a:pathLst>
          </a:custGeom>
          <a:solidFill>
            <a:srgbClr val="FFF3E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2" name="Google Shape;382;p13"/>
          <p:cNvSpPr/>
          <p:nvPr/>
        </p:nvSpPr>
        <p:spPr>
          <a:xfrm>
            <a:off x="3047773" y="687100"/>
            <a:ext cx="10724631" cy="3189755"/>
          </a:xfrm>
          <a:custGeom>
            <a:avLst/>
            <a:gdLst/>
            <a:ahLst/>
            <a:cxnLst/>
            <a:rect l="l" t="t" r="r" b="b"/>
            <a:pathLst>
              <a:path w="3443102" h="1144961" extrusionOk="0">
                <a:moveTo>
                  <a:pt x="2504203" y="1133773"/>
                </a:moveTo>
                <a:cubicBezTo>
                  <a:pt x="2504203" y="1133773"/>
                  <a:pt x="2084450" y="1144961"/>
                  <a:pt x="1621865" y="1142339"/>
                </a:cubicBezTo>
                <a:cubicBezTo>
                  <a:pt x="1584822" y="1140177"/>
                  <a:pt x="1057073" y="1132352"/>
                  <a:pt x="1057073" y="1132352"/>
                </a:cubicBezTo>
                <a:cubicBezTo>
                  <a:pt x="812931" y="1123518"/>
                  <a:pt x="565145" y="1106537"/>
                  <a:pt x="398404" y="1048359"/>
                </a:cubicBezTo>
                <a:cubicBezTo>
                  <a:pt x="120505" y="951398"/>
                  <a:pt x="0" y="773869"/>
                  <a:pt x="0" y="577261"/>
                </a:cubicBezTo>
                <a:lnTo>
                  <a:pt x="0" y="577259"/>
                </a:lnTo>
                <a:cubicBezTo>
                  <a:pt x="8536" y="440430"/>
                  <a:pt x="34263" y="311302"/>
                  <a:pt x="140291" y="225758"/>
                </a:cubicBezTo>
                <a:cubicBezTo>
                  <a:pt x="342602" y="62530"/>
                  <a:pt x="736658" y="7673"/>
                  <a:pt x="1155311" y="7673"/>
                </a:cubicBezTo>
                <a:cubicBezTo>
                  <a:pt x="1155311" y="7673"/>
                  <a:pt x="1551711" y="15681"/>
                  <a:pt x="1584822" y="7673"/>
                </a:cubicBezTo>
                <a:cubicBezTo>
                  <a:pt x="1865523" y="0"/>
                  <a:pt x="2329451" y="7673"/>
                  <a:pt x="2329451" y="7673"/>
                </a:cubicBezTo>
                <a:cubicBezTo>
                  <a:pt x="2697758" y="15152"/>
                  <a:pt x="3061071" y="84484"/>
                  <a:pt x="3258811" y="207066"/>
                </a:cubicBezTo>
                <a:cubicBezTo>
                  <a:pt x="3409828" y="300683"/>
                  <a:pt x="3443102" y="425358"/>
                  <a:pt x="3433962" y="577261"/>
                </a:cubicBezTo>
                <a:lnTo>
                  <a:pt x="3433962" y="577262"/>
                </a:lnTo>
                <a:cubicBezTo>
                  <a:pt x="3433962" y="891835"/>
                  <a:pt x="3150965" y="1105932"/>
                  <a:pt x="2504203" y="1133773"/>
                </a:cubicBezTo>
                <a:close/>
              </a:path>
            </a:pathLst>
          </a:custGeom>
          <a:solidFill>
            <a:srgbClr val="FDF5B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83" name="Google Shape;383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732959" y="419100"/>
            <a:ext cx="3020414" cy="720862"/>
          </a:xfrm>
          <a:prstGeom prst="rect">
            <a:avLst/>
          </a:prstGeom>
          <a:noFill/>
          <a:ln>
            <a:noFill/>
          </a:ln>
        </p:spPr>
      </p:pic>
      <p:sp>
        <p:nvSpPr>
          <p:cNvPr id="384" name="Google Shape;384;p13"/>
          <p:cNvSpPr txBox="1"/>
          <p:nvPr/>
        </p:nvSpPr>
        <p:spPr>
          <a:xfrm>
            <a:off x="2307655" y="1715239"/>
            <a:ext cx="11789345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课 n. </a:t>
            </a:r>
            <a:r>
              <a:rPr lang="en-US" sz="80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kè</a:t>
            </a:r>
            <a:r>
              <a:rPr lang="en-US" sz="8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lessons, subjects </a:t>
            </a:r>
            <a:endParaRPr sz="8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85" name="Google Shape;385;p1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698455">
            <a:off x="14863540" y="-142294"/>
            <a:ext cx="3629501" cy="241263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6" name="Google Shape;386;p1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803959">
            <a:off x="15680560" y="8048436"/>
            <a:ext cx="2122534" cy="1966751"/>
          </a:xfrm>
          <a:prstGeom prst="rect">
            <a:avLst/>
          </a:prstGeom>
          <a:noFill/>
          <a:ln>
            <a:noFill/>
          </a:ln>
        </p:spPr>
      </p:pic>
      <p:pic>
        <p:nvPicPr>
          <p:cNvPr id="387" name="Google Shape;387;p13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 rot="-442419">
            <a:off x="615416" y="8148284"/>
            <a:ext cx="2443041" cy="1959523"/>
          </a:xfrm>
          <a:prstGeom prst="rect">
            <a:avLst/>
          </a:prstGeom>
          <a:noFill/>
          <a:ln>
            <a:noFill/>
          </a:ln>
        </p:spPr>
      </p:pic>
      <p:pic>
        <p:nvPicPr>
          <p:cNvPr id="388" name="Google Shape;388;p13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 rot="-2627376">
            <a:off x="3593605" y="-158566"/>
            <a:ext cx="947383" cy="2122534"/>
          </a:xfrm>
          <a:prstGeom prst="rect">
            <a:avLst/>
          </a:prstGeom>
          <a:noFill/>
          <a:ln>
            <a:noFill/>
          </a:ln>
        </p:spPr>
      </p:pic>
      <p:sp>
        <p:nvSpPr>
          <p:cNvPr id="389" name="Google Shape;389;p13"/>
          <p:cNvSpPr txBox="1"/>
          <p:nvPr/>
        </p:nvSpPr>
        <p:spPr>
          <a:xfrm rot="791915">
            <a:off x="14573022" y="504334"/>
            <a:ext cx="4050280" cy="1630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68194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3600"/>
              <a:buFont typeface="Calibri"/>
              <a:buNone/>
            </a:pPr>
            <a:r>
              <a:rPr lang="en-US" sz="3600" b="1" i="0" u="none" strike="noStrike" cap="none">
                <a:solidFill>
                  <a:srgbClr val="2E2F30"/>
                </a:solidFill>
                <a:latin typeface="Calibri"/>
                <a:ea typeface="Calibri"/>
                <a:cs typeface="Calibri"/>
                <a:sym typeface="Calibri"/>
              </a:rPr>
              <a:t>生词 </a:t>
            </a:r>
            <a:endParaRPr sz="3600" b="1" i="0" u="none" strike="noStrike" cap="none">
              <a:solidFill>
                <a:srgbClr val="2E2F3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26145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4800"/>
              <a:buFont typeface="Arial"/>
              <a:buNone/>
            </a:pPr>
            <a:r>
              <a:rPr lang="en-US" sz="4800" b="1" i="0" u="none" strike="noStrike" cap="none">
                <a:solidFill>
                  <a:srgbClr val="2E2F30"/>
                </a:solidFill>
                <a:latin typeface="Arial"/>
                <a:ea typeface="Arial"/>
                <a:cs typeface="Arial"/>
                <a:sym typeface="Arial"/>
              </a:rPr>
              <a:t>New words</a:t>
            </a:r>
            <a:endParaRPr sz="4800" b="1" i="0" u="none" strike="noStrike" cap="none">
              <a:solidFill>
                <a:srgbClr val="2E2F3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0" name="Google Shape;390;p13"/>
          <p:cNvSpPr/>
          <p:nvPr/>
        </p:nvSpPr>
        <p:spPr>
          <a:xfrm>
            <a:off x="2349268" y="3612983"/>
            <a:ext cx="3848673" cy="1700401"/>
          </a:xfrm>
          <a:custGeom>
            <a:avLst/>
            <a:gdLst/>
            <a:ahLst/>
            <a:cxnLst/>
            <a:rect l="l" t="t" r="r" b="b"/>
            <a:pathLst>
              <a:path w="3443102" h="1144961" extrusionOk="0">
                <a:moveTo>
                  <a:pt x="2504203" y="1133773"/>
                </a:moveTo>
                <a:cubicBezTo>
                  <a:pt x="2504203" y="1133773"/>
                  <a:pt x="2084450" y="1144961"/>
                  <a:pt x="1621865" y="1142339"/>
                </a:cubicBezTo>
                <a:cubicBezTo>
                  <a:pt x="1584822" y="1140177"/>
                  <a:pt x="1057073" y="1132352"/>
                  <a:pt x="1057073" y="1132352"/>
                </a:cubicBezTo>
                <a:cubicBezTo>
                  <a:pt x="812931" y="1123518"/>
                  <a:pt x="565145" y="1106537"/>
                  <a:pt x="398404" y="1048359"/>
                </a:cubicBezTo>
                <a:cubicBezTo>
                  <a:pt x="120505" y="951398"/>
                  <a:pt x="0" y="773869"/>
                  <a:pt x="0" y="577261"/>
                </a:cubicBezTo>
                <a:lnTo>
                  <a:pt x="0" y="577259"/>
                </a:lnTo>
                <a:cubicBezTo>
                  <a:pt x="8536" y="440430"/>
                  <a:pt x="34263" y="311302"/>
                  <a:pt x="140291" y="225758"/>
                </a:cubicBezTo>
                <a:cubicBezTo>
                  <a:pt x="342602" y="62530"/>
                  <a:pt x="736658" y="7673"/>
                  <a:pt x="1155311" y="7673"/>
                </a:cubicBezTo>
                <a:cubicBezTo>
                  <a:pt x="1155311" y="7673"/>
                  <a:pt x="1551711" y="15681"/>
                  <a:pt x="1584822" y="7673"/>
                </a:cubicBezTo>
                <a:cubicBezTo>
                  <a:pt x="1865523" y="0"/>
                  <a:pt x="2329451" y="7673"/>
                  <a:pt x="2329451" y="7673"/>
                </a:cubicBezTo>
                <a:cubicBezTo>
                  <a:pt x="2697758" y="15152"/>
                  <a:pt x="3061071" y="84484"/>
                  <a:pt x="3258811" y="207066"/>
                </a:cubicBezTo>
                <a:cubicBezTo>
                  <a:pt x="3409828" y="300683"/>
                  <a:pt x="3443102" y="425358"/>
                  <a:pt x="3433962" y="577261"/>
                </a:cubicBezTo>
                <a:lnTo>
                  <a:pt x="3433962" y="577262"/>
                </a:lnTo>
                <a:cubicBezTo>
                  <a:pt x="3433962" y="891835"/>
                  <a:pt x="3150965" y="1105932"/>
                  <a:pt x="2504203" y="1133773"/>
                </a:cubicBezTo>
                <a:close/>
              </a:path>
            </a:pathLst>
          </a:custGeom>
          <a:solidFill>
            <a:srgbClr val="E5DFEC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1" name="Google Shape;391;p13"/>
          <p:cNvSpPr/>
          <p:nvPr/>
        </p:nvSpPr>
        <p:spPr>
          <a:xfrm>
            <a:off x="7162800" y="3903601"/>
            <a:ext cx="3589475" cy="1700401"/>
          </a:xfrm>
          <a:custGeom>
            <a:avLst/>
            <a:gdLst/>
            <a:ahLst/>
            <a:cxnLst/>
            <a:rect l="l" t="t" r="r" b="b"/>
            <a:pathLst>
              <a:path w="3443102" h="1144961" extrusionOk="0">
                <a:moveTo>
                  <a:pt x="2504203" y="1133773"/>
                </a:moveTo>
                <a:cubicBezTo>
                  <a:pt x="2504203" y="1133773"/>
                  <a:pt x="2084450" y="1144961"/>
                  <a:pt x="1621865" y="1142339"/>
                </a:cubicBezTo>
                <a:cubicBezTo>
                  <a:pt x="1584822" y="1140177"/>
                  <a:pt x="1057073" y="1132352"/>
                  <a:pt x="1057073" y="1132352"/>
                </a:cubicBezTo>
                <a:cubicBezTo>
                  <a:pt x="812931" y="1123518"/>
                  <a:pt x="565145" y="1106537"/>
                  <a:pt x="398404" y="1048359"/>
                </a:cubicBezTo>
                <a:cubicBezTo>
                  <a:pt x="120505" y="951398"/>
                  <a:pt x="0" y="773869"/>
                  <a:pt x="0" y="577261"/>
                </a:cubicBezTo>
                <a:lnTo>
                  <a:pt x="0" y="577259"/>
                </a:lnTo>
                <a:cubicBezTo>
                  <a:pt x="8536" y="440430"/>
                  <a:pt x="34263" y="311302"/>
                  <a:pt x="140291" y="225758"/>
                </a:cubicBezTo>
                <a:cubicBezTo>
                  <a:pt x="342602" y="62530"/>
                  <a:pt x="736658" y="7673"/>
                  <a:pt x="1155311" y="7673"/>
                </a:cubicBezTo>
                <a:cubicBezTo>
                  <a:pt x="1155311" y="7673"/>
                  <a:pt x="1551711" y="15681"/>
                  <a:pt x="1584822" y="7673"/>
                </a:cubicBezTo>
                <a:cubicBezTo>
                  <a:pt x="1865523" y="0"/>
                  <a:pt x="2329451" y="7673"/>
                  <a:pt x="2329451" y="7673"/>
                </a:cubicBezTo>
                <a:cubicBezTo>
                  <a:pt x="2697758" y="15152"/>
                  <a:pt x="3061071" y="84484"/>
                  <a:pt x="3258811" y="207066"/>
                </a:cubicBezTo>
                <a:cubicBezTo>
                  <a:pt x="3409828" y="300683"/>
                  <a:pt x="3443102" y="425358"/>
                  <a:pt x="3433962" y="577261"/>
                </a:cubicBezTo>
                <a:lnTo>
                  <a:pt x="3433962" y="577262"/>
                </a:lnTo>
                <a:cubicBezTo>
                  <a:pt x="3433962" y="891835"/>
                  <a:pt x="3150965" y="1105932"/>
                  <a:pt x="2504203" y="1133773"/>
                </a:cubicBezTo>
                <a:close/>
              </a:path>
            </a:pathLst>
          </a:custGeom>
          <a:solidFill>
            <a:srgbClr val="E5DFEC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2" name="Google Shape;392;p13"/>
          <p:cNvSpPr txBox="1"/>
          <p:nvPr/>
        </p:nvSpPr>
        <p:spPr>
          <a:xfrm>
            <a:off x="2963803" y="3702089"/>
            <a:ext cx="2520525" cy="1388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3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 err="1">
                <a:solidFill>
                  <a:srgbClr val="272626"/>
                </a:solidFill>
                <a:latin typeface="Calibri"/>
                <a:ea typeface="Calibri"/>
                <a:cs typeface="Calibri"/>
                <a:sym typeface="Calibri"/>
              </a:rPr>
              <a:t>Yīnɡyǔ</a:t>
            </a:r>
            <a:r>
              <a:rPr lang="en-US" sz="2400" b="0" i="0" u="none" strike="noStrike" cap="none" dirty="0">
                <a:solidFill>
                  <a:srgbClr val="272626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b="0" i="0" u="none" strike="noStrike" cap="none" dirty="0" err="1">
                <a:solidFill>
                  <a:srgbClr val="272626"/>
                </a:solidFill>
                <a:latin typeface="Calibri"/>
                <a:ea typeface="Calibri"/>
                <a:cs typeface="Calibri"/>
                <a:sym typeface="Calibri"/>
              </a:rPr>
              <a:t>kè</a:t>
            </a:r>
            <a:r>
              <a:rPr lang="en-US" sz="2400" b="0" i="0" u="none" strike="noStrike" cap="none" dirty="0">
                <a:solidFill>
                  <a:srgbClr val="272626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100" dirty="0"/>
          </a:p>
          <a:p>
            <a:pPr marL="0" marR="0" lvl="0" indent="0" algn="ctr" rtl="0">
              <a:lnSpc>
                <a:spcPct val="96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0" i="0" u="none" strike="noStrike" cap="none" dirty="0" err="1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英语</a:t>
            </a:r>
            <a:r>
              <a:rPr lang="en-US" sz="3200" b="0" i="0" u="none" strike="noStrike" cap="none" dirty="0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 </a:t>
            </a:r>
            <a:r>
              <a:rPr lang="en-US" sz="3200" b="0" i="0" u="none" strike="noStrike" cap="none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课</a:t>
            </a:r>
            <a:endParaRPr sz="3200" b="0" i="0" u="none" strike="noStrike" cap="none" dirty="0">
              <a:solidFill>
                <a:srgbClr val="FF0000"/>
              </a:solidFill>
              <a:latin typeface="SimSun" panose="02010600030101010101" pitchFamily="2" charset="-122"/>
              <a:ea typeface="SimSun" panose="02010600030101010101" pitchFamily="2" charset="-122"/>
              <a:sym typeface="Arial"/>
            </a:endParaRPr>
          </a:p>
          <a:p>
            <a:pPr marL="0" marR="0" lvl="0" indent="0" algn="ctr" rtl="0">
              <a:lnSpc>
                <a:spcPct val="96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English class</a:t>
            </a:r>
            <a:endParaRPr sz="1100" dirty="0"/>
          </a:p>
        </p:txBody>
      </p:sp>
      <p:pic>
        <p:nvPicPr>
          <p:cNvPr id="393" name="Google Shape;393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1079914">
            <a:off x="2292559" y="3172930"/>
            <a:ext cx="1169397" cy="720862"/>
          </a:xfrm>
          <a:prstGeom prst="rect">
            <a:avLst/>
          </a:prstGeom>
          <a:noFill/>
          <a:ln>
            <a:noFill/>
          </a:ln>
        </p:spPr>
      </p:pic>
      <p:sp>
        <p:nvSpPr>
          <p:cNvPr id="394" name="Google Shape;394;p13"/>
          <p:cNvSpPr txBox="1"/>
          <p:nvPr/>
        </p:nvSpPr>
        <p:spPr>
          <a:xfrm>
            <a:off x="7236894" y="3933692"/>
            <a:ext cx="2935967" cy="1388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3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 err="1">
                <a:solidFill>
                  <a:srgbClr val="272626"/>
                </a:solidFill>
                <a:latin typeface="Calibri"/>
                <a:ea typeface="Calibri"/>
                <a:cs typeface="Calibri"/>
                <a:sym typeface="Calibri"/>
              </a:rPr>
              <a:t>Hànyǔ</a:t>
            </a:r>
            <a:r>
              <a:rPr lang="en-US" sz="2400" b="0" i="0" u="none" strike="noStrike" cap="none" dirty="0">
                <a:solidFill>
                  <a:srgbClr val="272626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b="0" i="0" u="none" strike="noStrike" cap="none" dirty="0" err="1">
                <a:solidFill>
                  <a:srgbClr val="272626"/>
                </a:solidFill>
                <a:latin typeface="Calibri"/>
                <a:ea typeface="Calibri"/>
                <a:cs typeface="Calibri"/>
                <a:sym typeface="Calibri"/>
              </a:rPr>
              <a:t>kè</a:t>
            </a:r>
            <a:r>
              <a:rPr lang="en-US" sz="2400" b="0" i="0" u="none" strike="noStrike" cap="none" dirty="0">
                <a:solidFill>
                  <a:srgbClr val="272626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100" dirty="0"/>
          </a:p>
          <a:p>
            <a:pPr marL="0" marR="0" lvl="0" indent="0" algn="ctr" rtl="0">
              <a:lnSpc>
                <a:spcPct val="96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0" i="0" u="none" strike="noStrike" cap="none" dirty="0" err="1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汉语</a:t>
            </a:r>
            <a:r>
              <a:rPr lang="en-US" sz="3200" b="0" i="0" u="none" strike="noStrike" cap="none" dirty="0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 </a:t>
            </a:r>
            <a:r>
              <a:rPr lang="en-US" sz="3200" b="0" i="0" u="none" strike="noStrike" cap="none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课</a:t>
            </a:r>
            <a:endParaRPr sz="3200" b="0" i="0" u="none" strike="noStrike" cap="none" dirty="0">
              <a:solidFill>
                <a:srgbClr val="FF0000"/>
              </a:solidFill>
              <a:latin typeface="SimSun" panose="02010600030101010101" pitchFamily="2" charset="-122"/>
              <a:ea typeface="SimSun" panose="02010600030101010101" pitchFamily="2" charset="-122"/>
              <a:sym typeface="Arial"/>
            </a:endParaRPr>
          </a:p>
          <a:p>
            <a:pPr marL="0" marR="0" lvl="0" indent="0" algn="ctr" rtl="0">
              <a:lnSpc>
                <a:spcPct val="96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Chinese class</a:t>
            </a:r>
            <a:endParaRPr sz="1100" dirty="0"/>
          </a:p>
        </p:txBody>
      </p:sp>
      <p:pic>
        <p:nvPicPr>
          <p:cNvPr id="395" name="Google Shape;395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217799" y="4140150"/>
            <a:ext cx="1169397" cy="720862"/>
          </a:xfrm>
          <a:prstGeom prst="rect">
            <a:avLst/>
          </a:prstGeom>
          <a:noFill/>
          <a:ln>
            <a:noFill/>
          </a:ln>
        </p:spPr>
      </p:pic>
      <p:sp>
        <p:nvSpPr>
          <p:cNvPr id="396" name="Google Shape;396;p13"/>
          <p:cNvSpPr/>
          <p:nvPr/>
        </p:nvSpPr>
        <p:spPr>
          <a:xfrm>
            <a:off x="11811000" y="3529660"/>
            <a:ext cx="3589475" cy="1700401"/>
          </a:xfrm>
          <a:custGeom>
            <a:avLst/>
            <a:gdLst/>
            <a:ahLst/>
            <a:cxnLst/>
            <a:rect l="l" t="t" r="r" b="b"/>
            <a:pathLst>
              <a:path w="3443102" h="1144961" extrusionOk="0">
                <a:moveTo>
                  <a:pt x="2504203" y="1133773"/>
                </a:moveTo>
                <a:cubicBezTo>
                  <a:pt x="2504203" y="1133773"/>
                  <a:pt x="2084450" y="1144961"/>
                  <a:pt x="1621865" y="1142339"/>
                </a:cubicBezTo>
                <a:cubicBezTo>
                  <a:pt x="1584822" y="1140177"/>
                  <a:pt x="1057073" y="1132352"/>
                  <a:pt x="1057073" y="1132352"/>
                </a:cubicBezTo>
                <a:cubicBezTo>
                  <a:pt x="812931" y="1123518"/>
                  <a:pt x="565145" y="1106537"/>
                  <a:pt x="398404" y="1048359"/>
                </a:cubicBezTo>
                <a:cubicBezTo>
                  <a:pt x="120505" y="951398"/>
                  <a:pt x="0" y="773869"/>
                  <a:pt x="0" y="577261"/>
                </a:cubicBezTo>
                <a:lnTo>
                  <a:pt x="0" y="577259"/>
                </a:lnTo>
                <a:cubicBezTo>
                  <a:pt x="8536" y="440430"/>
                  <a:pt x="34263" y="311302"/>
                  <a:pt x="140291" y="225758"/>
                </a:cubicBezTo>
                <a:cubicBezTo>
                  <a:pt x="342602" y="62530"/>
                  <a:pt x="736658" y="7673"/>
                  <a:pt x="1155311" y="7673"/>
                </a:cubicBezTo>
                <a:cubicBezTo>
                  <a:pt x="1155311" y="7673"/>
                  <a:pt x="1551711" y="15681"/>
                  <a:pt x="1584822" y="7673"/>
                </a:cubicBezTo>
                <a:cubicBezTo>
                  <a:pt x="1865523" y="0"/>
                  <a:pt x="2329451" y="7673"/>
                  <a:pt x="2329451" y="7673"/>
                </a:cubicBezTo>
                <a:cubicBezTo>
                  <a:pt x="2697758" y="15152"/>
                  <a:pt x="3061071" y="84484"/>
                  <a:pt x="3258811" y="207066"/>
                </a:cubicBezTo>
                <a:cubicBezTo>
                  <a:pt x="3409828" y="300683"/>
                  <a:pt x="3443102" y="425358"/>
                  <a:pt x="3433962" y="577261"/>
                </a:cubicBezTo>
                <a:lnTo>
                  <a:pt x="3433962" y="577262"/>
                </a:lnTo>
                <a:cubicBezTo>
                  <a:pt x="3433962" y="891835"/>
                  <a:pt x="3150965" y="1105932"/>
                  <a:pt x="2504203" y="1133773"/>
                </a:cubicBezTo>
                <a:close/>
              </a:path>
            </a:pathLst>
          </a:custGeom>
          <a:solidFill>
            <a:srgbClr val="E5DFEC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7" name="Google Shape;397;p13"/>
          <p:cNvSpPr txBox="1"/>
          <p:nvPr/>
        </p:nvSpPr>
        <p:spPr>
          <a:xfrm>
            <a:off x="12372654" y="3650884"/>
            <a:ext cx="2520525" cy="1580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3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 dirty="0" err="1">
                <a:solidFill>
                  <a:srgbClr val="272626"/>
                </a:solidFill>
                <a:latin typeface="Calibri"/>
                <a:ea typeface="Calibri"/>
                <a:cs typeface="Calibri"/>
                <a:sym typeface="Calibri"/>
              </a:rPr>
              <a:t>Tàiyǔ</a:t>
            </a:r>
            <a:r>
              <a:rPr lang="en-US" sz="2800" b="0" i="0" u="none" strike="noStrike" cap="none" dirty="0">
                <a:solidFill>
                  <a:srgbClr val="272626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800" b="0" i="0" u="none" strike="noStrike" cap="none" dirty="0" err="1">
                <a:solidFill>
                  <a:srgbClr val="272626"/>
                </a:solidFill>
                <a:latin typeface="Calibri"/>
                <a:ea typeface="Calibri"/>
                <a:cs typeface="Calibri"/>
                <a:sym typeface="Calibri"/>
              </a:rPr>
              <a:t>kè</a:t>
            </a:r>
            <a:r>
              <a:rPr lang="en-US" sz="2800" b="0" i="0" u="none" strike="noStrike" cap="none" dirty="0">
                <a:solidFill>
                  <a:srgbClr val="272626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200" dirty="0"/>
          </a:p>
          <a:p>
            <a:pPr marL="0" marR="0" lvl="0" indent="0" algn="ctr" rtl="0">
              <a:lnSpc>
                <a:spcPct val="96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 dirty="0" err="1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泰语</a:t>
            </a:r>
            <a:r>
              <a:rPr lang="en-US" sz="3600" b="0" i="0" u="none" strike="noStrike" cap="none" dirty="0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 </a:t>
            </a:r>
            <a:r>
              <a:rPr lang="en-US" sz="3600" b="0" i="0" u="none" strike="noStrike" cap="none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课</a:t>
            </a:r>
            <a:endParaRPr sz="3600" b="0" i="0" u="none" strike="noStrike" cap="none" dirty="0">
              <a:solidFill>
                <a:srgbClr val="FF0000"/>
              </a:solidFill>
              <a:latin typeface="SimSun" panose="02010600030101010101" pitchFamily="2" charset="-122"/>
              <a:ea typeface="SimSun" panose="02010600030101010101" pitchFamily="2" charset="-122"/>
              <a:sym typeface="Arial"/>
            </a:endParaRPr>
          </a:p>
          <a:p>
            <a:pPr marL="0" marR="0" lvl="0" indent="0" algn="ctr" rtl="0">
              <a:lnSpc>
                <a:spcPct val="96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Thai class</a:t>
            </a:r>
            <a:endParaRPr sz="1200" dirty="0"/>
          </a:p>
        </p:txBody>
      </p:sp>
      <p:pic>
        <p:nvPicPr>
          <p:cNvPr id="398" name="Google Shape;398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1501278">
            <a:off x="14239263" y="3169229"/>
            <a:ext cx="1169397" cy="720862"/>
          </a:xfrm>
          <a:prstGeom prst="rect">
            <a:avLst/>
          </a:prstGeom>
          <a:noFill/>
          <a:ln>
            <a:noFill/>
          </a:ln>
        </p:spPr>
      </p:pic>
      <p:pic>
        <p:nvPicPr>
          <p:cNvPr id="399" name="Google Shape;399;p13" descr="Graphical user interface&#10;&#10;Description automatically generated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2001812" y="5604002"/>
            <a:ext cx="3589475" cy="3589475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pic>
        <p:nvPicPr>
          <p:cNvPr id="400" name="Google Shape;400;p13" descr="Graphical user interface&#10;&#10;Description automatically generated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7220711" y="5554090"/>
            <a:ext cx="3575752" cy="3575752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pic>
        <p:nvPicPr>
          <p:cNvPr id="401" name="Google Shape;401;p13" descr="Graphical user interface&#10;&#10;Description automatically generated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2439610" y="5568012"/>
            <a:ext cx="3575752" cy="3575752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EC4"/>
        </a:solidFill>
        <a:effectLst/>
      </p:bgPr>
    </p:bg>
    <p:spTree>
      <p:nvGrpSpPr>
        <p:cNvPr id="1" name="Shape 380">
          <a:extLst>
            <a:ext uri="{FF2B5EF4-FFF2-40B4-BE49-F238E27FC236}">
              <a16:creationId xmlns:a16="http://schemas.microsoft.com/office/drawing/2014/main" id="{1D67DED6-FB25-DD0D-06ED-6B5296DC95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13">
            <a:extLst>
              <a:ext uri="{FF2B5EF4-FFF2-40B4-BE49-F238E27FC236}">
                <a16:creationId xmlns:a16="http://schemas.microsoft.com/office/drawing/2014/main" id="{FDA5A60F-B70E-453A-6C46-575E1E3442CF}"/>
              </a:ext>
            </a:extLst>
          </p:cNvPr>
          <p:cNvSpPr/>
          <p:nvPr/>
        </p:nvSpPr>
        <p:spPr>
          <a:xfrm>
            <a:off x="1478524" y="1866901"/>
            <a:ext cx="14478213" cy="7674374"/>
          </a:xfrm>
          <a:custGeom>
            <a:avLst/>
            <a:gdLst/>
            <a:ahLst/>
            <a:cxnLst/>
            <a:rect l="l" t="t" r="r" b="b"/>
            <a:pathLst>
              <a:path w="10825342" h="5776630" extrusionOk="0">
                <a:moveTo>
                  <a:pt x="278431" y="16918"/>
                </a:moveTo>
                <a:cubicBezTo>
                  <a:pt x="278431" y="16918"/>
                  <a:pt x="604014" y="12258"/>
                  <a:pt x="1062834" y="12454"/>
                </a:cubicBezTo>
                <a:cubicBezTo>
                  <a:pt x="8817733" y="12671"/>
                  <a:pt x="10551274" y="0"/>
                  <a:pt x="10551274" y="0"/>
                </a:cubicBezTo>
                <a:cubicBezTo>
                  <a:pt x="10618737" y="0"/>
                  <a:pt x="10694674" y="0"/>
                  <a:pt x="10773448" y="85073"/>
                </a:cubicBezTo>
                <a:cubicBezTo>
                  <a:pt x="10816426" y="131488"/>
                  <a:pt x="10817494" y="240224"/>
                  <a:pt x="10817899" y="320281"/>
                </a:cubicBezTo>
                <a:cubicBezTo>
                  <a:pt x="10817899" y="320281"/>
                  <a:pt x="10816195" y="4157017"/>
                  <a:pt x="10816195" y="5014045"/>
                </a:cubicBezTo>
                <a:cubicBezTo>
                  <a:pt x="10816195" y="5228205"/>
                  <a:pt x="10825342" y="5527383"/>
                  <a:pt x="10825342" y="5527383"/>
                </a:cubicBezTo>
                <a:cubicBezTo>
                  <a:pt x="10825342" y="5656052"/>
                  <a:pt x="10821173" y="5776630"/>
                  <a:pt x="10568335" y="5768495"/>
                </a:cubicBezTo>
                <a:cubicBezTo>
                  <a:pt x="10568335" y="5768495"/>
                  <a:pt x="10191862" y="5748197"/>
                  <a:pt x="9095459" y="5755795"/>
                </a:cubicBezTo>
                <a:cubicBezTo>
                  <a:pt x="2547822" y="5763930"/>
                  <a:pt x="304023" y="5776630"/>
                  <a:pt x="304023" y="5776630"/>
                </a:cubicBezTo>
                <a:cubicBezTo>
                  <a:pt x="132548" y="5776630"/>
                  <a:pt x="4213" y="5675561"/>
                  <a:pt x="8532" y="5473013"/>
                </a:cubicBezTo>
                <a:cubicBezTo>
                  <a:pt x="8532" y="5473013"/>
                  <a:pt x="9630" y="4974472"/>
                  <a:pt x="4815" y="1481678"/>
                </a:cubicBezTo>
                <a:cubicBezTo>
                  <a:pt x="0" y="663668"/>
                  <a:pt x="25592" y="330596"/>
                  <a:pt x="25592" y="330596"/>
                </a:cubicBezTo>
                <a:cubicBezTo>
                  <a:pt x="27224" y="150571"/>
                  <a:pt x="143504" y="16918"/>
                  <a:pt x="278431" y="16918"/>
                </a:cubicBezTo>
                <a:close/>
              </a:path>
            </a:pathLst>
          </a:custGeom>
          <a:solidFill>
            <a:srgbClr val="FFF3E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2" name="Google Shape;382;p13">
            <a:extLst>
              <a:ext uri="{FF2B5EF4-FFF2-40B4-BE49-F238E27FC236}">
                <a16:creationId xmlns:a16="http://schemas.microsoft.com/office/drawing/2014/main" id="{CEF03411-111C-1A7C-2049-04530BFCB273}"/>
              </a:ext>
            </a:extLst>
          </p:cNvPr>
          <p:cNvSpPr/>
          <p:nvPr/>
        </p:nvSpPr>
        <p:spPr>
          <a:xfrm>
            <a:off x="3047773" y="687100"/>
            <a:ext cx="10724631" cy="3189755"/>
          </a:xfrm>
          <a:custGeom>
            <a:avLst/>
            <a:gdLst/>
            <a:ahLst/>
            <a:cxnLst/>
            <a:rect l="l" t="t" r="r" b="b"/>
            <a:pathLst>
              <a:path w="3443102" h="1144961" extrusionOk="0">
                <a:moveTo>
                  <a:pt x="2504203" y="1133773"/>
                </a:moveTo>
                <a:cubicBezTo>
                  <a:pt x="2504203" y="1133773"/>
                  <a:pt x="2084450" y="1144961"/>
                  <a:pt x="1621865" y="1142339"/>
                </a:cubicBezTo>
                <a:cubicBezTo>
                  <a:pt x="1584822" y="1140177"/>
                  <a:pt x="1057073" y="1132352"/>
                  <a:pt x="1057073" y="1132352"/>
                </a:cubicBezTo>
                <a:cubicBezTo>
                  <a:pt x="812931" y="1123518"/>
                  <a:pt x="565145" y="1106537"/>
                  <a:pt x="398404" y="1048359"/>
                </a:cubicBezTo>
                <a:cubicBezTo>
                  <a:pt x="120505" y="951398"/>
                  <a:pt x="0" y="773869"/>
                  <a:pt x="0" y="577261"/>
                </a:cubicBezTo>
                <a:lnTo>
                  <a:pt x="0" y="577259"/>
                </a:lnTo>
                <a:cubicBezTo>
                  <a:pt x="8536" y="440430"/>
                  <a:pt x="34263" y="311302"/>
                  <a:pt x="140291" y="225758"/>
                </a:cubicBezTo>
                <a:cubicBezTo>
                  <a:pt x="342602" y="62530"/>
                  <a:pt x="736658" y="7673"/>
                  <a:pt x="1155311" y="7673"/>
                </a:cubicBezTo>
                <a:cubicBezTo>
                  <a:pt x="1155311" y="7673"/>
                  <a:pt x="1551711" y="15681"/>
                  <a:pt x="1584822" y="7673"/>
                </a:cubicBezTo>
                <a:cubicBezTo>
                  <a:pt x="1865523" y="0"/>
                  <a:pt x="2329451" y="7673"/>
                  <a:pt x="2329451" y="7673"/>
                </a:cubicBezTo>
                <a:cubicBezTo>
                  <a:pt x="2697758" y="15152"/>
                  <a:pt x="3061071" y="84484"/>
                  <a:pt x="3258811" y="207066"/>
                </a:cubicBezTo>
                <a:cubicBezTo>
                  <a:pt x="3409828" y="300683"/>
                  <a:pt x="3443102" y="425358"/>
                  <a:pt x="3433962" y="577261"/>
                </a:cubicBezTo>
                <a:lnTo>
                  <a:pt x="3433962" y="577262"/>
                </a:lnTo>
                <a:cubicBezTo>
                  <a:pt x="3433962" y="891835"/>
                  <a:pt x="3150965" y="1105932"/>
                  <a:pt x="2504203" y="1133773"/>
                </a:cubicBezTo>
                <a:close/>
              </a:path>
            </a:pathLst>
          </a:custGeom>
          <a:solidFill>
            <a:srgbClr val="FDF5B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83" name="Google Shape;383;p13">
            <a:extLst>
              <a:ext uri="{FF2B5EF4-FFF2-40B4-BE49-F238E27FC236}">
                <a16:creationId xmlns:a16="http://schemas.microsoft.com/office/drawing/2014/main" id="{245BEDCD-8BF4-0164-82E3-3830EB76639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732959" y="419100"/>
            <a:ext cx="3020414" cy="720862"/>
          </a:xfrm>
          <a:prstGeom prst="rect">
            <a:avLst/>
          </a:prstGeom>
          <a:noFill/>
          <a:ln>
            <a:noFill/>
          </a:ln>
        </p:spPr>
      </p:pic>
      <p:sp>
        <p:nvSpPr>
          <p:cNvPr id="384" name="Google Shape;384;p13">
            <a:extLst>
              <a:ext uri="{FF2B5EF4-FFF2-40B4-BE49-F238E27FC236}">
                <a16:creationId xmlns:a16="http://schemas.microsoft.com/office/drawing/2014/main" id="{EDE4EEAB-1BD1-9EEF-BC93-3B8825C9AD75}"/>
              </a:ext>
            </a:extLst>
          </p:cNvPr>
          <p:cNvSpPr txBox="1"/>
          <p:nvPr/>
        </p:nvSpPr>
        <p:spPr>
          <a:xfrm>
            <a:off x="2307655" y="1715239"/>
            <a:ext cx="11789345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课 n. </a:t>
            </a:r>
            <a:r>
              <a:rPr lang="en-US" sz="80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kè</a:t>
            </a:r>
            <a:r>
              <a:rPr lang="en-US" sz="8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lessons, subjects </a:t>
            </a:r>
            <a:endParaRPr sz="8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85" name="Google Shape;385;p13">
            <a:extLst>
              <a:ext uri="{FF2B5EF4-FFF2-40B4-BE49-F238E27FC236}">
                <a16:creationId xmlns:a16="http://schemas.microsoft.com/office/drawing/2014/main" id="{DC2CB0D2-901C-B033-FC64-CC210A9DD4DB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698455">
            <a:off x="14863540" y="-142294"/>
            <a:ext cx="3629501" cy="241263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6" name="Google Shape;386;p13">
            <a:extLst>
              <a:ext uri="{FF2B5EF4-FFF2-40B4-BE49-F238E27FC236}">
                <a16:creationId xmlns:a16="http://schemas.microsoft.com/office/drawing/2014/main" id="{4DCE1034-7574-BD3F-61ED-DDE34C05A2DE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803959">
            <a:off x="15680560" y="8048436"/>
            <a:ext cx="2122534" cy="1966751"/>
          </a:xfrm>
          <a:prstGeom prst="rect">
            <a:avLst/>
          </a:prstGeom>
          <a:noFill/>
          <a:ln>
            <a:noFill/>
          </a:ln>
        </p:spPr>
      </p:pic>
      <p:pic>
        <p:nvPicPr>
          <p:cNvPr id="387" name="Google Shape;387;p13">
            <a:extLst>
              <a:ext uri="{FF2B5EF4-FFF2-40B4-BE49-F238E27FC236}">
                <a16:creationId xmlns:a16="http://schemas.microsoft.com/office/drawing/2014/main" id="{F5D480F4-7EC5-9B0E-22A1-4A840BE5C219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 rot="-442419">
            <a:off x="615416" y="8148284"/>
            <a:ext cx="2443041" cy="1959523"/>
          </a:xfrm>
          <a:prstGeom prst="rect">
            <a:avLst/>
          </a:prstGeom>
          <a:noFill/>
          <a:ln>
            <a:noFill/>
          </a:ln>
        </p:spPr>
      </p:pic>
      <p:pic>
        <p:nvPicPr>
          <p:cNvPr id="388" name="Google Shape;388;p13">
            <a:extLst>
              <a:ext uri="{FF2B5EF4-FFF2-40B4-BE49-F238E27FC236}">
                <a16:creationId xmlns:a16="http://schemas.microsoft.com/office/drawing/2014/main" id="{69805485-E4BE-FB18-ACD4-F89BEE422415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 rot="-2627376">
            <a:off x="3593605" y="-158566"/>
            <a:ext cx="947383" cy="2122534"/>
          </a:xfrm>
          <a:prstGeom prst="rect">
            <a:avLst/>
          </a:prstGeom>
          <a:noFill/>
          <a:ln>
            <a:noFill/>
          </a:ln>
        </p:spPr>
      </p:pic>
      <p:sp>
        <p:nvSpPr>
          <p:cNvPr id="389" name="Google Shape;389;p13">
            <a:extLst>
              <a:ext uri="{FF2B5EF4-FFF2-40B4-BE49-F238E27FC236}">
                <a16:creationId xmlns:a16="http://schemas.microsoft.com/office/drawing/2014/main" id="{48BFC4C5-06B0-7BD5-F13E-66FA7D0A0E66}"/>
              </a:ext>
            </a:extLst>
          </p:cNvPr>
          <p:cNvSpPr txBox="1"/>
          <p:nvPr/>
        </p:nvSpPr>
        <p:spPr>
          <a:xfrm rot="791915">
            <a:off x="14573022" y="504334"/>
            <a:ext cx="4050280" cy="1630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68194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3600"/>
              <a:buFont typeface="Calibri"/>
              <a:buNone/>
            </a:pPr>
            <a:r>
              <a:rPr lang="en-US" sz="3600" b="1" i="0" u="none" strike="noStrike" cap="none">
                <a:solidFill>
                  <a:srgbClr val="2E2F30"/>
                </a:solidFill>
                <a:latin typeface="Calibri"/>
                <a:ea typeface="Calibri"/>
                <a:cs typeface="Calibri"/>
                <a:sym typeface="Calibri"/>
              </a:rPr>
              <a:t>生词 </a:t>
            </a:r>
            <a:endParaRPr sz="3600" b="1" i="0" u="none" strike="noStrike" cap="none">
              <a:solidFill>
                <a:srgbClr val="2E2F3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26145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4800"/>
              <a:buFont typeface="Arial"/>
              <a:buNone/>
            </a:pPr>
            <a:r>
              <a:rPr lang="en-US" sz="4800" b="1" i="0" u="none" strike="noStrike" cap="none">
                <a:solidFill>
                  <a:srgbClr val="2E2F30"/>
                </a:solidFill>
                <a:latin typeface="Arial"/>
                <a:ea typeface="Arial"/>
                <a:cs typeface="Arial"/>
                <a:sym typeface="Arial"/>
              </a:rPr>
              <a:t>New words</a:t>
            </a:r>
            <a:endParaRPr sz="4800" b="1" i="0" u="none" strike="noStrike" cap="none">
              <a:solidFill>
                <a:srgbClr val="2E2F3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0" name="Google Shape;390;p13">
            <a:extLst>
              <a:ext uri="{FF2B5EF4-FFF2-40B4-BE49-F238E27FC236}">
                <a16:creationId xmlns:a16="http://schemas.microsoft.com/office/drawing/2014/main" id="{A85CC69D-F5BD-D5EE-3C80-EF8CA08FD795}"/>
              </a:ext>
            </a:extLst>
          </p:cNvPr>
          <p:cNvSpPr/>
          <p:nvPr/>
        </p:nvSpPr>
        <p:spPr>
          <a:xfrm>
            <a:off x="2349268" y="3612983"/>
            <a:ext cx="3848673" cy="1700401"/>
          </a:xfrm>
          <a:custGeom>
            <a:avLst/>
            <a:gdLst/>
            <a:ahLst/>
            <a:cxnLst/>
            <a:rect l="l" t="t" r="r" b="b"/>
            <a:pathLst>
              <a:path w="3443102" h="1144961" extrusionOk="0">
                <a:moveTo>
                  <a:pt x="2504203" y="1133773"/>
                </a:moveTo>
                <a:cubicBezTo>
                  <a:pt x="2504203" y="1133773"/>
                  <a:pt x="2084450" y="1144961"/>
                  <a:pt x="1621865" y="1142339"/>
                </a:cubicBezTo>
                <a:cubicBezTo>
                  <a:pt x="1584822" y="1140177"/>
                  <a:pt x="1057073" y="1132352"/>
                  <a:pt x="1057073" y="1132352"/>
                </a:cubicBezTo>
                <a:cubicBezTo>
                  <a:pt x="812931" y="1123518"/>
                  <a:pt x="565145" y="1106537"/>
                  <a:pt x="398404" y="1048359"/>
                </a:cubicBezTo>
                <a:cubicBezTo>
                  <a:pt x="120505" y="951398"/>
                  <a:pt x="0" y="773869"/>
                  <a:pt x="0" y="577261"/>
                </a:cubicBezTo>
                <a:lnTo>
                  <a:pt x="0" y="577259"/>
                </a:lnTo>
                <a:cubicBezTo>
                  <a:pt x="8536" y="440430"/>
                  <a:pt x="34263" y="311302"/>
                  <a:pt x="140291" y="225758"/>
                </a:cubicBezTo>
                <a:cubicBezTo>
                  <a:pt x="342602" y="62530"/>
                  <a:pt x="736658" y="7673"/>
                  <a:pt x="1155311" y="7673"/>
                </a:cubicBezTo>
                <a:cubicBezTo>
                  <a:pt x="1155311" y="7673"/>
                  <a:pt x="1551711" y="15681"/>
                  <a:pt x="1584822" y="7673"/>
                </a:cubicBezTo>
                <a:cubicBezTo>
                  <a:pt x="1865523" y="0"/>
                  <a:pt x="2329451" y="7673"/>
                  <a:pt x="2329451" y="7673"/>
                </a:cubicBezTo>
                <a:cubicBezTo>
                  <a:pt x="2697758" y="15152"/>
                  <a:pt x="3061071" y="84484"/>
                  <a:pt x="3258811" y="207066"/>
                </a:cubicBezTo>
                <a:cubicBezTo>
                  <a:pt x="3409828" y="300683"/>
                  <a:pt x="3443102" y="425358"/>
                  <a:pt x="3433962" y="577261"/>
                </a:cubicBezTo>
                <a:lnTo>
                  <a:pt x="3433962" y="577262"/>
                </a:lnTo>
                <a:cubicBezTo>
                  <a:pt x="3433962" y="891835"/>
                  <a:pt x="3150965" y="1105932"/>
                  <a:pt x="2504203" y="1133773"/>
                </a:cubicBezTo>
                <a:close/>
              </a:path>
            </a:pathLst>
          </a:custGeom>
          <a:solidFill>
            <a:srgbClr val="E5DFEC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1" name="Google Shape;391;p13">
            <a:extLst>
              <a:ext uri="{FF2B5EF4-FFF2-40B4-BE49-F238E27FC236}">
                <a16:creationId xmlns:a16="http://schemas.microsoft.com/office/drawing/2014/main" id="{DEB38AC4-343D-7576-9EF3-3EC70D86300C}"/>
              </a:ext>
            </a:extLst>
          </p:cNvPr>
          <p:cNvSpPr/>
          <p:nvPr/>
        </p:nvSpPr>
        <p:spPr>
          <a:xfrm>
            <a:off x="7162800" y="3903601"/>
            <a:ext cx="3589475" cy="1700401"/>
          </a:xfrm>
          <a:custGeom>
            <a:avLst/>
            <a:gdLst/>
            <a:ahLst/>
            <a:cxnLst/>
            <a:rect l="l" t="t" r="r" b="b"/>
            <a:pathLst>
              <a:path w="3443102" h="1144961" extrusionOk="0">
                <a:moveTo>
                  <a:pt x="2504203" y="1133773"/>
                </a:moveTo>
                <a:cubicBezTo>
                  <a:pt x="2504203" y="1133773"/>
                  <a:pt x="2084450" y="1144961"/>
                  <a:pt x="1621865" y="1142339"/>
                </a:cubicBezTo>
                <a:cubicBezTo>
                  <a:pt x="1584822" y="1140177"/>
                  <a:pt x="1057073" y="1132352"/>
                  <a:pt x="1057073" y="1132352"/>
                </a:cubicBezTo>
                <a:cubicBezTo>
                  <a:pt x="812931" y="1123518"/>
                  <a:pt x="565145" y="1106537"/>
                  <a:pt x="398404" y="1048359"/>
                </a:cubicBezTo>
                <a:cubicBezTo>
                  <a:pt x="120505" y="951398"/>
                  <a:pt x="0" y="773869"/>
                  <a:pt x="0" y="577261"/>
                </a:cubicBezTo>
                <a:lnTo>
                  <a:pt x="0" y="577259"/>
                </a:lnTo>
                <a:cubicBezTo>
                  <a:pt x="8536" y="440430"/>
                  <a:pt x="34263" y="311302"/>
                  <a:pt x="140291" y="225758"/>
                </a:cubicBezTo>
                <a:cubicBezTo>
                  <a:pt x="342602" y="62530"/>
                  <a:pt x="736658" y="7673"/>
                  <a:pt x="1155311" y="7673"/>
                </a:cubicBezTo>
                <a:cubicBezTo>
                  <a:pt x="1155311" y="7673"/>
                  <a:pt x="1551711" y="15681"/>
                  <a:pt x="1584822" y="7673"/>
                </a:cubicBezTo>
                <a:cubicBezTo>
                  <a:pt x="1865523" y="0"/>
                  <a:pt x="2329451" y="7673"/>
                  <a:pt x="2329451" y="7673"/>
                </a:cubicBezTo>
                <a:cubicBezTo>
                  <a:pt x="2697758" y="15152"/>
                  <a:pt x="3061071" y="84484"/>
                  <a:pt x="3258811" y="207066"/>
                </a:cubicBezTo>
                <a:cubicBezTo>
                  <a:pt x="3409828" y="300683"/>
                  <a:pt x="3443102" y="425358"/>
                  <a:pt x="3433962" y="577261"/>
                </a:cubicBezTo>
                <a:lnTo>
                  <a:pt x="3433962" y="577262"/>
                </a:lnTo>
                <a:cubicBezTo>
                  <a:pt x="3433962" y="891835"/>
                  <a:pt x="3150965" y="1105932"/>
                  <a:pt x="2504203" y="1133773"/>
                </a:cubicBezTo>
                <a:close/>
              </a:path>
            </a:pathLst>
          </a:custGeom>
          <a:solidFill>
            <a:srgbClr val="E5DFEC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2" name="Google Shape;392;p13">
            <a:extLst>
              <a:ext uri="{FF2B5EF4-FFF2-40B4-BE49-F238E27FC236}">
                <a16:creationId xmlns:a16="http://schemas.microsoft.com/office/drawing/2014/main" id="{856CE59B-2BE7-B527-0941-3FBD3277F38A}"/>
              </a:ext>
            </a:extLst>
          </p:cNvPr>
          <p:cNvSpPr txBox="1"/>
          <p:nvPr/>
        </p:nvSpPr>
        <p:spPr>
          <a:xfrm>
            <a:off x="2963803" y="3702089"/>
            <a:ext cx="2520525" cy="1388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3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 err="1">
                <a:solidFill>
                  <a:srgbClr val="272626"/>
                </a:solidFill>
                <a:latin typeface="Calibri"/>
                <a:ea typeface="Calibri"/>
                <a:cs typeface="Calibri"/>
                <a:sym typeface="Calibri"/>
              </a:rPr>
              <a:t>Yīnɡyǔ</a:t>
            </a:r>
            <a:r>
              <a:rPr lang="en-US" sz="2400" b="0" i="0" u="none" strike="noStrike" cap="none" dirty="0">
                <a:solidFill>
                  <a:srgbClr val="272626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b="0" i="0" u="none" strike="noStrike" cap="none" dirty="0" err="1">
                <a:solidFill>
                  <a:srgbClr val="272626"/>
                </a:solidFill>
                <a:latin typeface="Calibri"/>
                <a:ea typeface="Calibri"/>
                <a:cs typeface="Calibri"/>
                <a:sym typeface="Calibri"/>
              </a:rPr>
              <a:t>kè</a:t>
            </a:r>
            <a:r>
              <a:rPr lang="en-US" sz="2400" b="0" i="0" u="none" strike="noStrike" cap="none" dirty="0">
                <a:solidFill>
                  <a:srgbClr val="272626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100" dirty="0"/>
          </a:p>
          <a:p>
            <a:pPr marL="0" marR="0" lvl="0" indent="0" algn="ctr" rtl="0">
              <a:lnSpc>
                <a:spcPct val="96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0" i="0" u="none" strike="noStrike" cap="none" dirty="0" err="1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英语</a:t>
            </a:r>
            <a:r>
              <a:rPr lang="en-US" sz="3200" b="0" i="0" u="none" strike="noStrike" cap="none" dirty="0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 </a:t>
            </a:r>
            <a:r>
              <a:rPr lang="en-US" sz="3200" b="0" i="0" u="none" strike="noStrike" cap="none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课</a:t>
            </a:r>
            <a:endParaRPr sz="3200" b="0" i="0" u="none" strike="noStrike" cap="none" dirty="0">
              <a:solidFill>
                <a:srgbClr val="FF0000"/>
              </a:solidFill>
              <a:latin typeface="SimSun" panose="02010600030101010101" pitchFamily="2" charset="-122"/>
              <a:ea typeface="SimSun" panose="02010600030101010101" pitchFamily="2" charset="-122"/>
              <a:sym typeface="Arial"/>
            </a:endParaRPr>
          </a:p>
          <a:p>
            <a:pPr marL="0" marR="0" lvl="0" indent="0" algn="ctr" rtl="0">
              <a:lnSpc>
                <a:spcPct val="96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English class</a:t>
            </a:r>
            <a:endParaRPr sz="1100" dirty="0"/>
          </a:p>
        </p:txBody>
      </p:sp>
      <p:pic>
        <p:nvPicPr>
          <p:cNvPr id="393" name="Google Shape;393;p13">
            <a:extLst>
              <a:ext uri="{FF2B5EF4-FFF2-40B4-BE49-F238E27FC236}">
                <a16:creationId xmlns:a16="http://schemas.microsoft.com/office/drawing/2014/main" id="{6D743D3B-B0B4-C665-F8CC-530752F62C8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1079914">
            <a:off x="2292559" y="3172930"/>
            <a:ext cx="1169397" cy="720862"/>
          </a:xfrm>
          <a:prstGeom prst="rect">
            <a:avLst/>
          </a:prstGeom>
          <a:noFill/>
          <a:ln>
            <a:noFill/>
          </a:ln>
        </p:spPr>
      </p:pic>
      <p:sp>
        <p:nvSpPr>
          <p:cNvPr id="394" name="Google Shape;394;p13">
            <a:extLst>
              <a:ext uri="{FF2B5EF4-FFF2-40B4-BE49-F238E27FC236}">
                <a16:creationId xmlns:a16="http://schemas.microsoft.com/office/drawing/2014/main" id="{C8AC4A65-313B-6694-CCD4-AF5FA249A20E}"/>
              </a:ext>
            </a:extLst>
          </p:cNvPr>
          <p:cNvSpPr txBox="1"/>
          <p:nvPr/>
        </p:nvSpPr>
        <p:spPr>
          <a:xfrm>
            <a:off x="7236894" y="3933692"/>
            <a:ext cx="2935967" cy="1388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3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 err="1">
                <a:solidFill>
                  <a:srgbClr val="272626"/>
                </a:solidFill>
                <a:latin typeface="Calibri"/>
                <a:ea typeface="Calibri"/>
                <a:cs typeface="Calibri"/>
                <a:sym typeface="Calibri"/>
              </a:rPr>
              <a:t>Hànyǔ</a:t>
            </a:r>
            <a:r>
              <a:rPr lang="en-US" sz="2400" b="0" i="0" u="none" strike="noStrike" cap="none" dirty="0">
                <a:solidFill>
                  <a:srgbClr val="272626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b="0" i="0" u="none" strike="noStrike" cap="none" dirty="0" err="1">
                <a:solidFill>
                  <a:srgbClr val="272626"/>
                </a:solidFill>
                <a:latin typeface="Calibri"/>
                <a:ea typeface="Calibri"/>
                <a:cs typeface="Calibri"/>
                <a:sym typeface="Calibri"/>
              </a:rPr>
              <a:t>kè</a:t>
            </a:r>
            <a:r>
              <a:rPr lang="en-US" sz="2400" b="0" i="0" u="none" strike="noStrike" cap="none" dirty="0">
                <a:solidFill>
                  <a:srgbClr val="272626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100" dirty="0"/>
          </a:p>
          <a:p>
            <a:pPr marL="0" marR="0" lvl="0" indent="0" algn="ctr" rtl="0">
              <a:lnSpc>
                <a:spcPct val="96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0" i="0" u="none" strike="noStrike" cap="none" dirty="0" err="1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汉语</a:t>
            </a:r>
            <a:r>
              <a:rPr lang="en-US" sz="3200" b="0" i="0" u="none" strike="noStrike" cap="none" dirty="0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 </a:t>
            </a:r>
            <a:r>
              <a:rPr lang="en-US" sz="3200" b="0" i="0" u="none" strike="noStrike" cap="none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课</a:t>
            </a:r>
            <a:endParaRPr sz="3200" b="0" i="0" u="none" strike="noStrike" cap="none" dirty="0">
              <a:solidFill>
                <a:srgbClr val="FF0000"/>
              </a:solidFill>
              <a:latin typeface="SimSun" panose="02010600030101010101" pitchFamily="2" charset="-122"/>
              <a:ea typeface="SimSun" panose="02010600030101010101" pitchFamily="2" charset="-122"/>
              <a:sym typeface="Arial"/>
            </a:endParaRPr>
          </a:p>
          <a:p>
            <a:pPr marL="0" marR="0" lvl="0" indent="0" algn="ctr" rtl="0">
              <a:lnSpc>
                <a:spcPct val="96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Chinese class</a:t>
            </a:r>
            <a:endParaRPr sz="1100" dirty="0"/>
          </a:p>
        </p:txBody>
      </p:sp>
      <p:pic>
        <p:nvPicPr>
          <p:cNvPr id="395" name="Google Shape;395;p13">
            <a:extLst>
              <a:ext uri="{FF2B5EF4-FFF2-40B4-BE49-F238E27FC236}">
                <a16:creationId xmlns:a16="http://schemas.microsoft.com/office/drawing/2014/main" id="{2F857867-D179-B96E-F712-6A3CA2314A0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217799" y="4140150"/>
            <a:ext cx="1169397" cy="720862"/>
          </a:xfrm>
          <a:prstGeom prst="rect">
            <a:avLst/>
          </a:prstGeom>
          <a:noFill/>
          <a:ln>
            <a:noFill/>
          </a:ln>
        </p:spPr>
      </p:pic>
      <p:sp>
        <p:nvSpPr>
          <p:cNvPr id="396" name="Google Shape;396;p13">
            <a:extLst>
              <a:ext uri="{FF2B5EF4-FFF2-40B4-BE49-F238E27FC236}">
                <a16:creationId xmlns:a16="http://schemas.microsoft.com/office/drawing/2014/main" id="{42E3C579-6509-764E-D07A-1A2E498C8B0E}"/>
              </a:ext>
            </a:extLst>
          </p:cNvPr>
          <p:cNvSpPr/>
          <p:nvPr/>
        </p:nvSpPr>
        <p:spPr>
          <a:xfrm>
            <a:off x="11811000" y="3529660"/>
            <a:ext cx="3589475" cy="1700401"/>
          </a:xfrm>
          <a:custGeom>
            <a:avLst/>
            <a:gdLst/>
            <a:ahLst/>
            <a:cxnLst/>
            <a:rect l="l" t="t" r="r" b="b"/>
            <a:pathLst>
              <a:path w="3443102" h="1144961" extrusionOk="0">
                <a:moveTo>
                  <a:pt x="2504203" y="1133773"/>
                </a:moveTo>
                <a:cubicBezTo>
                  <a:pt x="2504203" y="1133773"/>
                  <a:pt x="2084450" y="1144961"/>
                  <a:pt x="1621865" y="1142339"/>
                </a:cubicBezTo>
                <a:cubicBezTo>
                  <a:pt x="1584822" y="1140177"/>
                  <a:pt x="1057073" y="1132352"/>
                  <a:pt x="1057073" y="1132352"/>
                </a:cubicBezTo>
                <a:cubicBezTo>
                  <a:pt x="812931" y="1123518"/>
                  <a:pt x="565145" y="1106537"/>
                  <a:pt x="398404" y="1048359"/>
                </a:cubicBezTo>
                <a:cubicBezTo>
                  <a:pt x="120505" y="951398"/>
                  <a:pt x="0" y="773869"/>
                  <a:pt x="0" y="577261"/>
                </a:cubicBezTo>
                <a:lnTo>
                  <a:pt x="0" y="577259"/>
                </a:lnTo>
                <a:cubicBezTo>
                  <a:pt x="8536" y="440430"/>
                  <a:pt x="34263" y="311302"/>
                  <a:pt x="140291" y="225758"/>
                </a:cubicBezTo>
                <a:cubicBezTo>
                  <a:pt x="342602" y="62530"/>
                  <a:pt x="736658" y="7673"/>
                  <a:pt x="1155311" y="7673"/>
                </a:cubicBezTo>
                <a:cubicBezTo>
                  <a:pt x="1155311" y="7673"/>
                  <a:pt x="1551711" y="15681"/>
                  <a:pt x="1584822" y="7673"/>
                </a:cubicBezTo>
                <a:cubicBezTo>
                  <a:pt x="1865523" y="0"/>
                  <a:pt x="2329451" y="7673"/>
                  <a:pt x="2329451" y="7673"/>
                </a:cubicBezTo>
                <a:cubicBezTo>
                  <a:pt x="2697758" y="15152"/>
                  <a:pt x="3061071" y="84484"/>
                  <a:pt x="3258811" y="207066"/>
                </a:cubicBezTo>
                <a:cubicBezTo>
                  <a:pt x="3409828" y="300683"/>
                  <a:pt x="3443102" y="425358"/>
                  <a:pt x="3433962" y="577261"/>
                </a:cubicBezTo>
                <a:lnTo>
                  <a:pt x="3433962" y="577262"/>
                </a:lnTo>
                <a:cubicBezTo>
                  <a:pt x="3433962" y="891835"/>
                  <a:pt x="3150965" y="1105932"/>
                  <a:pt x="2504203" y="1133773"/>
                </a:cubicBezTo>
                <a:close/>
              </a:path>
            </a:pathLst>
          </a:custGeom>
          <a:solidFill>
            <a:srgbClr val="E5DFEC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7" name="Google Shape;397;p13">
            <a:extLst>
              <a:ext uri="{FF2B5EF4-FFF2-40B4-BE49-F238E27FC236}">
                <a16:creationId xmlns:a16="http://schemas.microsoft.com/office/drawing/2014/main" id="{44585F9E-E057-B0DF-D7E5-BDD05E94B27E}"/>
              </a:ext>
            </a:extLst>
          </p:cNvPr>
          <p:cNvSpPr txBox="1"/>
          <p:nvPr/>
        </p:nvSpPr>
        <p:spPr>
          <a:xfrm>
            <a:off x="2307655" y="5576679"/>
            <a:ext cx="7956964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20375"/>
              </a:lnSpc>
            </a:pPr>
            <a:r>
              <a:rPr lang="en-US" sz="3600" dirty="0" err="1">
                <a:latin typeface="SimSun" panose="02010600030101010101" pitchFamily="2" charset="-122"/>
                <a:ea typeface="SimSun" panose="02010600030101010101" pitchFamily="2" charset="-122"/>
              </a:rPr>
              <a:t>jīntiān</a:t>
            </a:r>
            <a:r>
              <a:rPr lang="en-US" sz="3600" dirty="0">
                <a:latin typeface="SimSun" panose="02010600030101010101" pitchFamily="2" charset="-122"/>
                <a:ea typeface="SimSun" panose="02010600030101010101" pitchFamily="2" charset="-122"/>
              </a:rPr>
              <a:t> </a:t>
            </a:r>
            <a:r>
              <a:rPr lang="en-US" sz="3600" dirty="0" err="1">
                <a:latin typeface="SimSun" panose="02010600030101010101" pitchFamily="2" charset="-122"/>
                <a:ea typeface="SimSun" panose="02010600030101010101" pitchFamily="2" charset="-122"/>
              </a:rPr>
              <a:t>nǐ</a:t>
            </a:r>
            <a:r>
              <a:rPr lang="en-US" sz="3600" dirty="0">
                <a:latin typeface="SimSun" panose="02010600030101010101" pitchFamily="2" charset="-122"/>
                <a:ea typeface="SimSun" panose="02010600030101010101" pitchFamily="2" charset="-122"/>
              </a:rPr>
              <a:t> </a:t>
            </a:r>
            <a:r>
              <a:rPr lang="en-US" sz="3600" dirty="0" err="1">
                <a:latin typeface="SimSun" panose="02010600030101010101" pitchFamily="2" charset="-122"/>
                <a:ea typeface="SimSun" panose="02010600030101010101" pitchFamily="2" charset="-122"/>
              </a:rPr>
              <a:t>yǒu</a:t>
            </a:r>
            <a:r>
              <a:rPr lang="en-US" sz="3600" dirty="0">
                <a:latin typeface="SimSun" panose="02010600030101010101" pitchFamily="2" charset="-122"/>
                <a:ea typeface="SimSun" panose="02010600030101010101" pitchFamily="2" charset="-122"/>
              </a:rPr>
              <a:t> </a:t>
            </a:r>
            <a:r>
              <a:rPr lang="en-US" sz="3600" dirty="0" err="1">
                <a:latin typeface="SimSun" panose="02010600030101010101" pitchFamily="2" charset="-122"/>
                <a:ea typeface="SimSun" panose="02010600030101010101" pitchFamily="2" charset="-122"/>
              </a:rPr>
              <a:t>tàiyǔ</a:t>
            </a:r>
            <a:r>
              <a:rPr lang="en-US" sz="3600" dirty="0">
                <a:latin typeface="SimSun" panose="02010600030101010101" pitchFamily="2" charset="-122"/>
                <a:ea typeface="SimSun" panose="02010600030101010101" pitchFamily="2" charset="-122"/>
              </a:rPr>
              <a:t> </a:t>
            </a:r>
            <a:r>
              <a:rPr lang="en-US" sz="3600" dirty="0" err="1">
                <a:latin typeface="SimSun" panose="02010600030101010101" pitchFamily="2" charset="-122"/>
                <a:ea typeface="SimSun" panose="02010600030101010101" pitchFamily="2" charset="-122"/>
              </a:rPr>
              <a:t>kè</a:t>
            </a:r>
            <a:r>
              <a:rPr lang="en-US" sz="3600" dirty="0">
                <a:latin typeface="SimSun" panose="02010600030101010101" pitchFamily="2" charset="-122"/>
                <a:ea typeface="SimSun" panose="02010600030101010101" pitchFamily="2" charset="-122"/>
              </a:rPr>
              <a:t> ma ？</a:t>
            </a:r>
            <a:endParaRPr lang="th-TH" sz="3600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lvl="0">
              <a:lnSpc>
                <a:spcPct val="120375"/>
              </a:lnSpc>
            </a:pPr>
            <a:r>
              <a:rPr lang="th-TH" altLang="zh-CN" sz="4400" dirty="0">
                <a:latin typeface="+mn-ea"/>
                <a:ea typeface="+mn-ea"/>
              </a:rPr>
              <a:t> </a:t>
            </a:r>
            <a:r>
              <a:rPr lang="zh-CN" altLang="en-US" sz="4400" dirty="0">
                <a:latin typeface="+mn-ea"/>
                <a:ea typeface="+mn-ea"/>
              </a:rPr>
              <a:t>今天</a:t>
            </a:r>
            <a:r>
              <a:rPr lang="th-TH" altLang="zh-CN" sz="4400" dirty="0">
                <a:latin typeface="+mn-ea"/>
                <a:ea typeface="+mn-ea"/>
              </a:rPr>
              <a:t>   </a:t>
            </a:r>
            <a:r>
              <a:rPr lang="zh-CN" altLang="en-US" sz="4400" dirty="0">
                <a:latin typeface="+mn-ea"/>
                <a:ea typeface="+mn-ea"/>
              </a:rPr>
              <a:t>你</a:t>
            </a:r>
            <a:r>
              <a:rPr lang="th-TH" altLang="zh-CN" sz="4400" dirty="0">
                <a:latin typeface="+mn-ea"/>
                <a:ea typeface="+mn-ea"/>
              </a:rPr>
              <a:t>  </a:t>
            </a:r>
            <a:r>
              <a:rPr lang="zh-CN" altLang="en-US" sz="4400" dirty="0">
                <a:latin typeface="+mn-ea"/>
                <a:ea typeface="+mn-ea"/>
              </a:rPr>
              <a:t>有</a:t>
            </a:r>
            <a:r>
              <a:rPr lang="th-TH" altLang="zh-CN" sz="4400" dirty="0">
                <a:latin typeface="+mn-ea"/>
                <a:ea typeface="+mn-ea"/>
              </a:rPr>
              <a:t>  </a:t>
            </a:r>
            <a:r>
              <a:rPr lang="zh-CN" altLang="en-US" sz="4400" dirty="0">
                <a:latin typeface="+mn-ea"/>
                <a:ea typeface="+mn-ea"/>
              </a:rPr>
              <a:t>泰语</a:t>
            </a:r>
            <a:r>
              <a:rPr lang="th-TH" altLang="zh-CN" sz="4400" dirty="0">
                <a:latin typeface="+mn-ea"/>
                <a:ea typeface="+mn-ea"/>
              </a:rPr>
              <a:t> </a:t>
            </a:r>
            <a:r>
              <a:rPr lang="zh-CN" altLang="en-US" sz="4400" dirty="0">
                <a:latin typeface="+mn-ea"/>
                <a:ea typeface="+mn-ea"/>
              </a:rPr>
              <a:t>课吗？</a:t>
            </a:r>
            <a:endParaRPr sz="4400" dirty="0">
              <a:latin typeface="+mn-ea"/>
              <a:ea typeface="+mn-ea"/>
            </a:endParaRPr>
          </a:p>
        </p:txBody>
      </p:sp>
      <p:pic>
        <p:nvPicPr>
          <p:cNvPr id="398" name="Google Shape;398;p13">
            <a:extLst>
              <a:ext uri="{FF2B5EF4-FFF2-40B4-BE49-F238E27FC236}">
                <a16:creationId xmlns:a16="http://schemas.microsoft.com/office/drawing/2014/main" id="{225BF8DB-2CD2-1FDA-9899-8B7F0B91C90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1501278">
            <a:off x="14239263" y="3169229"/>
            <a:ext cx="1169397" cy="720862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397;p13">
            <a:extLst>
              <a:ext uri="{FF2B5EF4-FFF2-40B4-BE49-F238E27FC236}">
                <a16:creationId xmlns:a16="http://schemas.microsoft.com/office/drawing/2014/main" id="{298AC6CC-325E-29B8-39D9-F9CDDEC5727D}"/>
              </a:ext>
            </a:extLst>
          </p:cNvPr>
          <p:cNvSpPr txBox="1"/>
          <p:nvPr/>
        </p:nvSpPr>
        <p:spPr>
          <a:xfrm>
            <a:off x="4018702" y="7276503"/>
            <a:ext cx="10618259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20375"/>
              </a:lnSpc>
            </a:pPr>
            <a:r>
              <a:rPr lang="en-US" sz="3600" dirty="0" err="1">
                <a:latin typeface="SimSun" panose="02010600030101010101" pitchFamily="2" charset="-122"/>
                <a:ea typeface="SimSun" panose="02010600030101010101" pitchFamily="2" charset="-122"/>
              </a:rPr>
              <a:t>wǒ</a:t>
            </a:r>
            <a:r>
              <a:rPr lang="en-US" sz="3600" dirty="0">
                <a:latin typeface="SimSun" panose="02010600030101010101" pitchFamily="2" charset="-122"/>
                <a:ea typeface="SimSun" panose="02010600030101010101" pitchFamily="2" charset="-122"/>
              </a:rPr>
              <a:t> </a:t>
            </a:r>
            <a:r>
              <a:rPr lang="en-US" sz="3600" dirty="0" err="1">
                <a:latin typeface="SimSun" panose="02010600030101010101" pitchFamily="2" charset="-122"/>
                <a:ea typeface="SimSun" panose="02010600030101010101" pitchFamily="2" charset="-122"/>
              </a:rPr>
              <a:t>méiyǒu</a:t>
            </a:r>
            <a:r>
              <a:rPr lang="en-US" sz="3600" dirty="0">
                <a:latin typeface="SimSun" panose="02010600030101010101" pitchFamily="2" charset="-122"/>
                <a:ea typeface="SimSun" panose="02010600030101010101" pitchFamily="2" charset="-122"/>
              </a:rPr>
              <a:t> </a:t>
            </a:r>
            <a:r>
              <a:rPr lang="en-US" sz="3600" dirty="0" err="1">
                <a:latin typeface="SimSun" panose="02010600030101010101" pitchFamily="2" charset="-122"/>
                <a:ea typeface="SimSun" panose="02010600030101010101" pitchFamily="2" charset="-122"/>
              </a:rPr>
              <a:t>tàiyǔkè</a:t>
            </a:r>
            <a:r>
              <a:rPr lang="en-US" sz="3600" dirty="0">
                <a:latin typeface="SimSun" panose="02010600030101010101" pitchFamily="2" charset="-122"/>
                <a:ea typeface="SimSun" panose="02010600030101010101" pitchFamily="2" charset="-122"/>
              </a:rPr>
              <a:t> ， </a:t>
            </a:r>
            <a:r>
              <a:rPr lang="en-US" sz="3600" dirty="0" err="1">
                <a:latin typeface="SimSun" panose="02010600030101010101" pitchFamily="2" charset="-122"/>
                <a:ea typeface="SimSun" panose="02010600030101010101" pitchFamily="2" charset="-122"/>
              </a:rPr>
              <a:t>wǒ</a:t>
            </a:r>
            <a:r>
              <a:rPr lang="en-US" sz="3600" dirty="0">
                <a:latin typeface="SimSun" panose="02010600030101010101" pitchFamily="2" charset="-122"/>
                <a:ea typeface="SimSun" panose="02010600030101010101" pitchFamily="2" charset="-122"/>
              </a:rPr>
              <a:t> </a:t>
            </a:r>
            <a:r>
              <a:rPr lang="en-US" sz="3600" dirty="0" err="1">
                <a:latin typeface="SimSun" panose="02010600030101010101" pitchFamily="2" charset="-122"/>
                <a:ea typeface="SimSun" panose="02010600030101010101" pitchFamily="2" charset="-122"/>
              </a:rPr>
              <a:t>yǒu</a:t>
            </a:r>
            <a:r>
              <a:rPr lang="en-US" sz="3600" dirty="0">
                <a:latin typeface="SimSun" panose="02010600030101010101" pitchFamily="2" charset="-122"/>
                <a:ea typeface="SimSun" panose="02010600030101010101" pitchFamily="2" charset="-122"/>
              </a:rPr>
              <a:t> </a:t>
            </a:r>
            <a:r>
              <a:rPr lang="en-US" sz="3600" dirty="0" err="1">
                <a:latin typeface="SimSun" panose="02010600030101010101" pitchFamily="2" charset="-122"/>
                <a:ea typeface="SimSun" panose="02010600030101010101" pitchFamily="2" charset="-122"/>
              </a:rPr>
              <a:t>hànyǔkè</a:t>
            </a:r>
            <a:endParaRPr lang="en-US" sz="3600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lvl="0">
              <a:lnSpc>
                <a:spcPct val="120375"/>
              </a:lnSpc>
            </a:pPr>
            <a:r>
              <a:rPr lang="zh-CN" altLang="en-US" sz="4400" dirty="0">
                <a:latin typeface="+mn-ea"/>
                <a:ea typeface="+mn-ea"/>
              </a:rPr>
              <a:t>我 没有 泰语课， 我 有 汉语课。</a:t>
            </a:r>
            <a:endParaRPr sz="4400" dirty="0">
              <a:latin typeface="+mn-ea"/>
              <a:ea typeface="+mn-ea"/>
            </a:endParaRPr>
          </a:p>
        </p:txBody>
      </p:sp>
      <p:sp>
        <p:nvSpPr>
          <p:cNvPr id="3" name="Google Shape;397;p13">
            <a:extLst>
              <a:ext uri="{FF2B5EF4-FFF2-40B4-BE49-F238E27FC236}">
                <a16:creationId xmlns:a16="http://schemas.microsoft.com/office/drawing/2014/main" id="{A7BDCCA3-A862-80A8-B96E-04E1FB1847A3}"/>
              </a:ext>
            </a:extLst>
          </p:cNvPr>
          <p:cNvSpPr txBox="1"/>
          <p:nvPr/>
        </p:nvSpPr>
        <p:spPr>
          <a:xfrm>
            <a:off x="12372654" y="3650884"/>
            <a:ext cx="2520525" cy="1580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3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 dirty="0" err="1">
                <a:solidFill>
                  <a:srgbClr val="272626"/>
                </a:solidFill>
                <a:latin typeface="Calibri"/>
                <a:ea typeface="Calibri"/>
                <a:cs typeface="Calibri"/>
                <a:sym typeface="Calibri"/>
              </a:rPr>
              <a:t>Tàiyǔ</a:t>
            </a:r>
            <a:r>
              <a:rPr lang="en-US" sz="2800" b="0" i="0" u="none" strike="noStrike" cap="none" dirty="0">
                <a:solidFill>
                  <a:srgbClr val="272626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800" b="0" i="0" u="none" strike="noStrike" cap="none" dirty="0" err="1">
                <a:solidFill>
                  <a:srgbClr val="272626"/>
                </a:solidFill>
                <a:latin typeface="Calibri"/>
                <a:ea typeface="Calibri"/>
                <a:cs typeface="Calibri"/>
                <a:sym typeface="Calibri"/>
              </a:rPr>
              <a:t>kè</a:t>
            </a:r>
            <a:r>
              <a:rPr lang="en-US" sz="2800" b="0" i="0" u="none" strike="noStrike" cap="none" dirty="0">
                <a:solidFill>
                  <a:srgbClr val="272626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200" dirty="0"/>
          </a:p>
          <a:p>
            <a:pPr marL="0" marR="0" lvl="0" indent="0" algn="ctr" rtl="0">
              <a:lnSpc>
                <a:spcPct val="96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 dirty="0" err="1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泰语</a:t>
            </a:r>
            <a:r>
              <a:rPr lang="en-US" sz="3600" b="0" i="0" u="none" strike="noStrike" cap="none" dirty="0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 </a:t>
            </a:r>
            <a:r>
              <a:rPr lang="en-US" sz="3600" b="0" i="0" u="none" strike="noStrike" cap="none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课</a:t>
            </a:r>
            <a:endParaRPr sz="3600" b="0" i="0" u="none" strike="noStrike" cap="none" dirty="0">
              <a:solidFill>
                <a:srgbClr val="FF0000"/>
              </a:solidFill>
              <a:latin typeface="SimSun" panose="02010600030101010101" pitchFamily="2" charset="-122"/>
              <a:ea typeface="SimSun" panose="02010600030101010101" pitchFamily="2" charset="-122"/>
              <a:sym typeface="Arial"/>
            </a:endParaRPr>
          </a:p>
          <a:p>
            <a:pPr marL="0" marR="0" lvl="0" indent="0" algn="ctr" rtl="0">
              <a:lnSpc>
                <a:spcPct val="96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Thai class</a:t>
            </a:r>
            <a:endParaRPr sz="1200" dirty="0"/>
          </a:p>
        </p:txBody>
      </p:sp>
    </p:spTree>
    <p:extLst>
      <p:ext uri="{BB962C8B-B14F-4D97-AF65-F5344CB8AC3E}">
        <p14:creationId xmlns:p14="http://schemas.microsoft.com/office/powerpoint/2010/main" val="19179438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EC4"/>
        </a:solidFill>
        <a:effectLst/>
      </p:bgPr>
    </p:bg>
    <p:spTree>
      <p:nvGrpSpPr>
        <p:cNvPr id="1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14"/>
          <p:cNvSpPr/>
          <p:nvPr/>
        </p:nvSpPr>
        <p:spPr>
          <a:xfrm>
            <a:off x="1548863" y="1868713"/>
            <a:ext cx="14478213" cy="7674374"/>
          </a:xfrm>
          <a:custGeom>
            <a:avLst/>
            <a:gdLst/>
            <a:ahLst/>
            <a:cxnLst/>
            <a:rect l="l" t="t" r="r" b="b"/>
            <a:pathLst>
              <a:path w="10825342" h="5776630" extrusionOk="0">
                <a:moveTo>
                  <a:pt x="278431" y="16918"/>
                </a:moveTo>
                <a:cubicBezTo>
                  <a:pt x="278431" y="16918"/>
                  <a:pt x="604014" y="12258"/>
                  <a:pt x="1062834" y="12454"/>
                </a:cubicBezTo>
                <a:cubicBezTo>
                  <a:pt x="8817733" y="12671"/>
                  <a:pt x="10551274" y="0"/>
                  <a:pt x="10551274" y="0"/>
                </a:cubicBezTo>
                <a:cubicBezTo>
                  <a:pt x="10618737" y="0"/>
                  <a:pt x="10694674" y="0"/>
                  <a:pt x="10773448" y="85073"/>
                </a:cubicBezTo>
                <a:cubicBezTo>
                  <a:pt x="10816426" y="131488"/>
                  <a:pt x="10817494" y="240224"/>
                  <a:pt x="10817899" y="320281"/>
                </a:cubicBezTo>
                <a:cubicBezTo>
                  <a:pt x="10817899" y="320281"/>
                  <a:pt x="10816195" y="4157017"/>
                  <a:pt x="10816195" y="5014045"/>
                </a:cubicBezTo>
                <a:cubicBezTo>
                  <a:pt x="10816195" y="5228205"/>
                  <a:pt x="10825342" y="5527383"/>
                  <a:pt x="10825342" y="5527383"/>
                </a:cubicBezTo>
                <a:cubicBezTo>
                  <a:pt x="10825342" y="5656052"/>
                  <a:pt x="10821173" y="5776630"/>
                  <a:pt x="10568335" y="5768495"/>
                </a:cubicBezTo>
                <a:cubicBezTo>
                  <a:pt x="10568335" y="5768495"/>
                  <a:pt x="10191862" y="5748197"/>
                  <a:pt x="9095459" y="5755795"/>
                </a:cubicBezTo>
                <a:cubicBezTo>
                  <a:pt x="2547822" y="5763930"/>
                  <a:pt x="304023" y="5776630"/>
                  <a:pt x="304023" y="5776630"/>
                </a:cubicBezTo>
                <a:cubicBezTo>
                  <a:pt x="132548" y="5776630"/>
                  <a:pt x="4213" y="5675561"/>
                  <a:pt x="8532" y="5473013"/>
                </a:cubicBezTo>
                <a:cubicBezTo>
                  <a:pt x="8532" y="5473013"/>
                  <a:pt x="9630" y="4974472"/>
                  <a:pt x="4815" y="1481678"/>
                </a:cubicBezTo>
                <a:cubicBezTo>
                  <a:pt x="0" y="663668"/>
                  <a:pt x="25592" y="330596"/>
                  <a:pt x="25592" y="330596"/>
                </a:cubicBezTo>
                <a:cubicBezTo>
                  <a:pt x="27224" y="150571"/>
                  <a:pt x="143504" y="16918"/>
                  <a:pt x="278431" y="16918"/>
                </a:cubicBezTo>
                <a:close/>
              </a:path>
            </a:pathLst>
          </a:custGeom>
          <a:solidFill>
            <a:srgbClr val="FFF3E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7" name="Google Shape;407;p14"/>
          <p:cNvSpPr/>
          <p:nvPr/>
        </p:nvSpPr>
        <p:spPr>
          <a:xfrm>
            <a:off x="2057400" y="740740"/>
            <a:ext cx="13057432" cy="3189755"/>
          </a:xfrm>
          <a:custGeom>
            <a:avLst/>
            <a:gdLst/>
            <a:ahLst/>
            <a:cxnLst/>
            <a:rect l="l" t="t" r="r" b="b"/>
            <a:pathLst>
              <a:path w="3443102" h="1144961" extrusionOk="0">
                <a:moveTo>
                  <a:pt x="2504203" y="1133773"/>
                </a:moveTo>
                <a:cubicBezTo>
                  <a:pt x="2504203" y="1133773"/>
                  <a:pt x="2084450" y="1144961"/>
                  <a:pt x="1621865" y="1142339"/>
                </a:cubicBezTo>
                <a:cubicBezTo>
                  <a:pt x="1584822" y="1140177"/>
                  <a:pt x="1057073" y="1132352"/>
                  <a:pt x="1057073" y="1132352"/>
                </a:cubicBezTo>
                <a:cubicBezTo>
                  <a:pt x="812931" y="1123518"/>
                  <a:pt x="565145" y="1106537"/>
                  <a:pt x="398404" y="1048359"/>
                </a:cubicBezTo>
                <a:cubicBezTo>
                  <a:pt x="120505" y="951398"/>
                  <a:pt x="0" y="773869"/>
                  <a:pt x="0" y="577261"/>
                </a:cubicBezTo>
                <a:lnTo>
                  <a:pt x="0" y="577259"/>
                </a:lnTo>
                <a:cubicBezTo>
                  <a:pt x="8536" y="440430"/>
                  <a:pt x="34263" y="311302"/>
                  <a:pt x="140291" y="225758"/>
                </a:cubicBezTo>
                <a:cubicBezTo>
                  <a:pt x="342602" y="62530"/>
                  <a:pt x="736658" y="7673"/>
                  <a:pt x="1155311" y="7673"/>
                </a:cubicBezTo>
                <a:cubicBezTo>
                  <a:pt x="1155311" y="7673"/>
                  <a:pt x="1551711" y="15681"/>
                  <a:pt x="1584822" y="7673"/>
                </a:cubicBezTo>
                <a:cubicBezTo>
                  <a:pt x="1865523" y="0"/>
                  <a:pt x="2329451" y="7673"/>
                  <a:pt x="2329451" y="7673"/>
                </a:cubicBezTo>
                <a:cubicBezTo>
                  <a:pt x="2697758" y="15152"/>
                  <a:pt x="3061071" y="84484"/>
                  <a:pt x="3258811" y="207066"/>
                </a:cubicBezTo>
                <a:cubicBezTo>
                  <a:pt x="3409828" y="300683"/>
                  <a:pt x="3443102" y="425358"/>
                  <a:pt x="3433962" y="577261"/>
                </a:cubicBezTo>
                <a:lnTo>
                  <a:pt x="3433962" y="577262"/>
                </a:lnTo>
                <a:cubicBezTo>
                  <a:pt x="3433962" y="891835"/>
                  <a:pt x="3150965" y="1105932"/>
                  <a:pt x="2504203" y="1133773"/>
                </a:cubicBezTo>
                <a:close/>
              </a:path>
            </a:pathLst>
          </a:custGeom>
          <a:solidFill>
            <a:srgbClr val="FDF5B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08" name="Google Shape;408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656759" y="472740"/>
            <a:ext cx="3020414" cy="720862"/>
          </a:xfrm>
          <a:prstGeom prst="rect">
            <a:avLst/>
          </a:prstGeom>
          <a:noFill/>
          <a:ln>
            <a:noFill/>
          </a:ln>
        </p:spPr>
      </p:pic>
      <p:sp>
        <p:nvSpPr>
          <p:cNvPr id="409" name="Google Shape;409;p14"/>
          <p:cNvSpPr txBox="1"/>
          <p:nvPr/>
        </p:nvSpPr>
        <p:spPr>
          <a:xfrm>
            <a:off x="2448549" y="1355265"/>
            <a:ext cx="12132710" cy="19943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00"/>
              <a:buFont typeface="Arial"/>
              <a:buNone/>
            </a:pPr>
            <a:r>
              <a:rPr lang="en-US" sz="72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门 </a:t>
            </a:r>
            <a:r>
              <a:rPr lang="en-US" sz="6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meas. </a:t>
            </a:r>
            <a:r>
              <a:rPr lang="en-US" sz="60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mén</a:t>
            </a:r>
            <a:r>
              <a:rPr lang="en-US" sz="6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050" dirty="0"/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00"/>
              <a:buFont typeface="Arial"/>
              <a:buNone/>
            </a:pPr>
            <a:r>
              <a:rPr lang="en-US" sz="72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measure word for subjects</a:t>
            </a:r>
            <a:endParaRPr sz="7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10" name="Google Shape;410;p1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698455">
            <a:off x="14863540" y="-142294"/>
            <a:ext cx="3629501" cy="2412635"/>
          </a:xfrm>
          <a:prstGeom prst="rect">
            <a:avLst/>
          </a:prstGeom>
          <a:noFill/>
          <a:ln>
            <a:noFill/>
          </a:ln>
        </p:spPr>
      </p:pic>
      <p:pic>
        <p:nvPicPr>
          <p:cNvPr id="411" name="Google Shape;411;p1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803959">
            <a:off x="15680560" y="8048436"/>
            <a:ext cx="2122534" cy="1966751"/>
          </a:xfrm>
          <a:prstGeom prst="rect">
            <a:avLst/>
          </a:prstGeom>
          <a:noFill/>
          <a:ln>
            <a:noFill/>
          </a:ln>
        </p:spPr>
      </p:pic>
      <p:pic>
        <p:nvPicPr>
          <p:cNvPr id="412" name="Google Shape;412;p14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 rot="-442419">
            <a:off x="615416" y="8148284"/>
            <a:ext cx="2443041" cy="19595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13" name="Google Shape;413;p14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 rot="-2627376">
            <a:off x="3071024" y="-96077"/>
            <a:ext cx="947383" cy="2122534"/>
          </a:xfrm>
          <a:prstGeom prst="rect">
            <a:avLst/>
          </a:prstGeom>
          <a:noFill/>
          <a:ln>
            <a:noFill/>
          </a:ln>
        </p:spPr>
      </p:pic>
      <p:sp>
        <p:nvSpPr>
          <p:cNvPr id="414" name="Google Shape;414;p14"/>
          <p:cNvSpPr txBox="1"/>
          <p:nvPr/>
        </p:nvSpPr>
        <p:spPr>
          <a:xfrm rot="791915">
            <a:off x="14573022" y="504334"/>
            <a:ext cx="4050280" cy="1630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68194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3600"/>
              <a:buFont typeface="Calibri"/>
              <a:buNone/>
            </a:pPr>
            <a:r>
              <a:rPr lang="en-US" sz="3600" b="1" i="0" u="none" strike="noStrike" cap="none">
                <a:solidFill>
                  <a:srgbClr val="2E2F30"/>
                </a:solidFill>
                <a:latin typeface="Calibri"/>
                <a:ea typeface="Calibri"/>
                <a:cs typeface="Calibri"/>
                <a:sym typeface="Calibri"/>
              </a:rPr>
              <a:t>生词 </a:t>
            </a:r>
            <a:endParaRPr sz="3600" b="1" i="0" u="none" strike="noStrike" cap="none">
              <a:solidFill>
                <a:srgbClr val="2E2F3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26145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4800"/>
              <a:buFont typeface="Arial"/>
              <a:buNone/>
            </a:pPr>
            <a:r>
              <a:rPr lang="en-US" sz="4800" b="1" i="0" u="none" strike="noStrike" cap="none">
                <a:solidFill>
                  <a:srgbClr val="2E2F30"/>
                </a:solidFill>
                <a:latin typeface="Arial"/>
                <a:ea typeface="Arial"/>
                <a:cs typeface="Arial"/>
                <a:sym typeface="Arial"/>
              </a:rPr>
              <a:t>New words</a:t>
            </a:r>
            <a:endParaRPr sz="4800" b="1" i="0" u="none" strike="noStrike" cap="none">
              <a:solidFill>
                <a:srgbClr val="2E2F3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5" name="Google Shape;415;p14"/>
          <p:cNvSpPr/>
          <p:nvPr/>
        </p:nvSpPr>
        <p:spPr>
          <a:xfrm>
            <a:off x="3047002" y="4080953"/>
            <a:ext cx="4027859" cy="2251101"/>
          </a:xfrm>
          <a:custGeom>
            <a:avLst/>
            <a:gdLst/>
            <a:ahLst/>
            <a:cxnLst/>
            <a:rect l="l" t="t" r="r" b="b"/>
            <a:pathLst>
              <a:path w="3443102" h="1144961" extrusionOk="0">
                <a:moveTo>
                  <a:pt x="2504203" y="1133773"/>
                </a:moveTo>
                <a:cubicBezTo>
                  <a:pt x="2504203" y="1133773"/>
                  <a:pt x="2084450" y="1144961"/>
                  <a:pt x="1621865" y="1142339"/>
                </a:cubicBezTo>
                <a:cubicBezTo>
                  <a:pt x="1584822" y="1140177"/>
                  <a:pt x="1057073" y="1132352"/>
                  <a:pt x="1057073" y="1132352"/>
                </a:cubicBezTo>
                <a:cubicBezTo>
                  <a:pt x="812931" y="1123518"/>
                  <a:pt x="565145" y="1106537"/>
                  <a:pt x="398404" y="1048359"/>
                </a:cubicBezTo>
                <a:cubicBezTo>
                  <a:pt x="120505" y="951398"/>
                  <a:pt x="0" y="773869"/>
                  <a:pt x="0" y="577261"/>
                </a:cubicBezTo>
                <a:lnTo>
                  <a:pt x="0" y="577259"/>
                </a:lnTo>
                <a:cubicBezTo>
                  <a:pt x="8536" y="440430"/>
                  <a:pt x="34263" y="311302"/>
                  <a:pt x="140291" y="225758"/>
                </a:cubicBezTo>
                <a:cubicBezTo>
                  <a:pt x="342602" y="62530"/>
                  <a:pt x="736658" y="7673"/>
                  <a:pt x="1155311" y="7673"/>
                </a:cubicBezTo>
                <a:cubicBezTo>
                  <a:pt x="1155311" y="7673"/>
                  <a:pt x="1551711" y="15681"/>
                  <a:pt x="1584822" y="7673"/>
                </a:cubicBezTo>
                <a:cubicBezTo>
                  <a:pt x="1865523" y="0"/>
                  <a:pt x="2329451" y="7673"/>
                  <a:pt x="2329451" y="7673"/>
                </a:cubicBezTo>
                <a:cubicBezTo>
                  <a:pt x="2697758" y="15152"/>
                  <a:pt x="3061071" y="84484"/>
                  <a:pt x="3258811" y="207066"/>
                </a:cubicBezTo>
                <a:cubicBezTo>
                  <a:pt x="3409828" y="300683"/>
                  <a:pt x="3443102" y="425358"/>
                  <a:pt x="3433962" y="577261"/>
                </a:cubicBezTo>
                <a:lnTo>
                  <a:pt x="3433962" y="577262"/>
                </a:lnTo>
                <a:cubicBezTo>
                  <a:pt x="3433962" y="891835"/>
                  <a:pt x="3150965" y="1105932"/>
                  <a:pt x="2504203" y="1133773"/>
                </a:cubicBezTo>
                <a:close/>
              </a:path>
            </a:pathLst>
          </a:custGeom>
          <a:solidFill>
            <a:srgbClr val="E5DFEC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17" name="Google Shape;417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14849" y="3324374"/>
            <a:ext cx="1169397" cy="720862"/>
          </a:xfrm>
          <a:prstGeom prst="rect">
            <a:avLst/>
          </a:prstGeom>
          <a:noFill/>
          <a:ln>
            <a:noFill/>
          </a:ln>
        </p:spPr>
      </p:pic>
      <p:pic>
        <p:nvPicPr>
          <p:cNvPr id="421" name="Google Shape;421;p14" descr="A picture containing text&#10;&#10;Description automatically generated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 rot="1017210">
            <a:off x="14183127" y="2143398"/>
            <a:ext cx="2483346" cy="2483346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422" name="Google Shape;422;p14"/>
          <p:cNvSpPr/>
          <p:nvPr/>
        </p:nvSpPr>
        <p:spPr>
          <a:xfrm>
            <a:off x="9687903" y="4003090"/>
            <a:ext cx="3882803" cy="2110756"/>
          </a:xfrm>
          <a:custGeom>
            <a:avLst/>
            <a:gdLst/>
            <a:ahLst/>
            <a:cxnLst/>
            <a:rect l="l" t="t" r="r" b="b"/>
            <a:pathLst>
              <a:path w="3443102" h="1144961" extrusionOk="0">
                <a:moveTo>
                  <a:pt x="2504203" y="1133773"/>
                </a:moveTo>
                <a:cubicBezTo>
                  <a:pt x="2504203" y="1133773"/>
                  <a:pt x="2084450" y="1144961"/>
                  <a:pt x="1621865" y="1142339"/>
                </a:cubicBezTo>
                <a:cubicBezTo>
                  <a:pt x="1584822" y="1140177"/>
                  <a:pt x="1057073" y="1132352"/>
                  <a:pt x="1057073" y="1132352"/>
                </a:cubicBezTo>
                <a:cubicBezTo>
                  <a:pt x="812931" y="1123518"/>
                  <a:pt x="565145" y="1106537"/>
                  <a:pt x="398404" y="1048359"/>
                </a:cubicBezTo>
                <a:cubicBezTo>
                  <a:pt x="120505" y="951398"/>
                  <a:pt x="0" y="773869"/>
                  <a:pt x="0" y="577261"/>
                </a:cubicBezTo>
                <a:lnTo>
                  <a:pt x="0" y="577259"/>
                </a:lnTo>
                <a:cubicBezTo>
                  <a:pt x="8536" y="440430"/>
                  <a:pt x="34263" y="311302"/>
                  <a:pt x="140291" y="225758"/>
                </a:cubicBezTo>
                <a:cubicBezTo>
                  <a:pt x="342602" y="62530"/>
                  <a:pt x="736658" y="7673"/>
                  <a:pt x="1155311" y="7673"/>
                </a:cubicBezTo>
                <a:cubicBezTo>
                  <a:pt x="1155311" y="7673"/>
                  <a:pt x="1551711" y="15681"/>
                  <a:pt x="1584822" y="7673"/>
                </a:cubicBezTo>
                <a:cubicBezTo>
                  <a:pt x="1865523" y="0"/>
                  <a:pt x="2329451" y="7673"/>
                  <a:pt x="2329451" y="7673"/>
                </a:cubicBezTo>
                <a:cubicBezTo>
                  <a:pt x="2697758" y="15152"/>
                  <a:pt x="3061071" y="84484"/>
                  <a:pt x="3258811" y="207066"/>
                </a:cubicBezTo>
                <a:cubicBezTo>
                  <a:pt x="3409828" y="300683"/>
                  <a:pt x="3443102" y="425358"/>
                  <a:pt x="3433962" y="577261"/>
                </a:cubicBezTo>
                <a:lnTo>
                  <a:pt x="3433962" y="577262"/>
                </a:lnTo>
                <a:cubicBezTo>
                  <a:pt x="3433962" y="891835"/>
                  <a:pt x="3150965" y="1105932"/>
                  <a:pt x="2504203" y="1133773"/>
                </a:cubicBezTo>
                <a:close/>
              </a:path>
            </a:pathLst>
          </a:custGeom>
          <a:solidFill>
            <a:srgbClr val="EAF1DD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3" name="Google Shape;423;p14"/>
          <p:cNvSpPr txBox="1"/>
          <p:nvPr/>
        </p:nvSpPr>
        <p:spPr>
          <a:xfrm>
            <a:off x="3800669" y="4357379"/>
            <a:ext cx="2520525" cy="1529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375"/>
              </a:lnSpc>
              <a:spcBef>
                <a:spcPts val="0"/>
              </a:spcBef>
              <a:spcAft>
                <a:spcPts val="0"/>
              </a:spcAft>
              <a:buClr>
                <a:srgbClr val="272626"/>
              </a:buClr>
              <a:buSzPts val="3200"/>
              <a:buFont typeface="SimSun"/>
              <a:buNone/>
            </a:pPr>
            <a:r>
              <a:rPr lang="en-US" sz="3200" b="0" i="0" u="none" strike="noStrike" cap="none" dirty="0" err="1">
                <a:solidFill>
                  <a:srgbClr val="272626"/>
                </a:solidFill>
                <a:latin typeface="SimSun"/>
                <a:ea typeface="SimSun"/>
                <a:cs typeface="SimSun"/>
                <a:sym typeface="SimSun"/>
              </a:rPr>
              <a:t>Yīmén</a:t>
            </a:r>
            <a:r>
              <a:rPr lang="en-US" sz="3200" b="0" i="0" u="none" strike="noStrike" cap="none" dirty="0">
                <a:solidFill>
                  <a:srgbClr val="272626"/>
                </a:solidFill>
                <a:latin typeface="SimSun"/>
                <a:ea typeface="SimSun"/>
                <a:cs typeface="SimSun"/>
                <a:sym typeface="SimSun"/>
              </a:rPr>
              <a:t> </a:t>
            </a:r>
            <a:r>
              <a:rPr lang="en-US" sz="3200" b="0" i="0" u="none" strike="noStrike" cap="none" dirty="0" err="1">
                <a:solidFill>
                  <a:srgbClr val="272626"/>
                </a:solidFill>
                <a:latin typeface="SimSun"/>
                <a:ea typeface="SimSun"/>
                <a:cs typeface="SimSun"/>
                <a:sym typeface="SimSun"/>
              </a:rPr>
              <a:t>kè</a:t>
            </a:r>
            <a:r>
              <a:rPr lang="en-US" sz="3200" b="0" i="0" u="none" strike="noStrike" cap="none" dirty="0">
                <a:solidFill>
                  <a:srgbClr val="272626"/>
                </a:solidFill>
                <a:latin typeface="SimSun"/>
                <a:ea typeface="SimSun"/>
                <a:cs typeface="SimSun"/>
                <a:sym typeface="SimSun"/>
              </a:rPr>
              <a:t> </a:t>
            </a:r>
            <a:endParaRPr dirty="0"/>
          </a:p>
          <a:p>
            <a:pPr marL="0" marR="0" lvl="0" indent="0" algn="ctr" rtl="0">
              <a:lnSpc>
                <a:spcPct val="96300"/>
              </a:lnSpc>
              <a:spcBef>
                <a:spcPts val="0"/>
              </a:spcBef>
              <a:spcAft>
                <a:spcPts val="0"/>
              </a:spcAft>
              <a:buClr>
                <a:srgbClr val="272626"/>
              </a:buClr>
              <a:buSzPts val="4000"/>
              <a:buFont typeface="Arial"/>
              <a:buNone/>
            </a:pPr>
            <a:r>
              <a:rPr lang="en-US" sz="4000" b="0" i="0" u="none" strike="noStrike" cap="none" dirty="0" err="1">
                <a:solidFill>
                  <a:srgbClr val="272626"/>
                </a:solidFill>
                <a:latin typeface="Arial"/>
                <a:ea typeface="Arial"/>
                <a:cs typeface="Arial"/>
                <a:sym typeface="Arial"/>
              </a:rPr>
              <a:t>一</a:t>
            </a:r>
            <a:r>
              <a:rPr lang="en-US" sz="4000" b="1" i="0" u="none" strike="noStrike" cap="none" dirty="0" err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门</a:t>
            </a:r>
            <a:r>
              <a:rPr lang="en-US" sz="4000" b="1" i="0" u="none" strike="noStrike" cap="non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4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课</a:t>
            </a:r>
            <a:endParaRPr sz="40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963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course</a:t>
            </a:r>
            <a:endParaRPr sz="4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24" name="Google Shape;424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1079914">
            <a:off x="13117771" y="3452732"/>
            <a:ext cx="1169397" cy="720862"/>
          </a:xfrm>
          <a:prstGeom prst="rect">
            <a:avLst/>
          </a:prstGeom>
          <a:noFill/>
          <a:ln>
            <a:noFill/>
          </a:ln>
        </p:spPr>
      </p:pic>
      <p:sp>
        <p:nvSpPr>
          <p:cNvPr id="416" name="Google Shape;416;p14"/>
          <p:cNvSpPr txBox="1"/>
          <p:nvPr/>
        </p:nvSpPr>
        <p:spPr>
          <a:xfrm>
            <a:off x="9894846" y="4208214"/>
            <a:ext cx="3108911" cy="17136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375"/>
              </a:lnSpc>
              <a:spcBef>
                <a:spcPts val="0"/>
              </a:spcBef>
              <a:spcAft>
                <a:spcPts val="0"/>
              </a:spcAft>
              <a:buClr>
                <a:srgbClr val="272626"/>
              </a:buClr>
              <a:buSzPts val="3200"/>
              <a:buFont typeface="SimSun"/>
              <a:buNone/>
            </a:pPr>
            <a:r>
              <a:rPr lang="en-US" sz="3200" b="0" i="0" u="none" strike="noStrike" cap="none" dirty="0" err="1">
                <a:solidFill>
                  <a:srgbClr val="272626"/>
                </a:solidFill>
                <a:latin typeface="SimSun"/>
                <a:ea typeface="SimSun"/>
                <a:cs typeface="SimSun"/>
                <a:sym typeface="SimSun"/>
              </a:rPr>
              <a:t>liǎnɡmén</a:t>
            </a:r>
            <a:r>
              <a:rPr lang="en-US" sz="3200" b="0" i="0" u="none" strike="noStrike" cap="none" dirty="0">
                <a:solidFill>
                  <a:srgbClr val="272626"/>
                </a:solidFill>
                <a:latin typeface="SimSun"/>
                <a:ea typeface="SimSun"/>
                <a:cs typeface="SimSun"/>
                <a:sym typeface="SimSun"/>
              </a:rPr>
              <a:t> </a:t>
            </a:r>
            <a:r>
              <a:rPr lang="en-US" sz="3200" b="0" i="0" u="none" strike="noStrike" cap="none" dirty="0" err="1">
                <a:solidFill>
                  <a:srgbClr val="272626"/>
                </a:solidFill>
                <a:latin typeface="SimSun"/>
                <a:ea typeface="SimSun"/>
                <a:cs typeface="SimSun"/>
                <a:sym typeface="SimSun"/>
              </a:rPr>
              <a:t>kè</a:t>
            </a:r>
            <a:r>
              <a:rPr lang="en-US" sz="3200" b="0" i="0" u="none" strike="noStrike" cap="none" dirty="0">
                <a:solidFill>
                  <a:srgbClr val="272626"/>
                </a:solidFill>
                <a:latin typeface="SimSun"/>
                <a:ea typeface="SimSun"/>
                <a:cs typeface="SimSun"/>
                <a:sym typeface="SimSun"/>
              </a:rPr>
              <a:t> </a:t>
            </a:r>
            <a:endParaRPr dirty="0"/>
          </a:p>
          <a:p>
            <a:pPr marL="0" marR="0" lvl="0" indent="0" algn="l" rtl="0">
              <a:lnSpc>
                <a:spcPct val="96300"/>
              </a:lnSpc>
              <a:spcBef>
                <a:spcPts val="0"/>
              </a:spcBef>
              <a:spcAft>
                <a:spcPts val="0"/>
              </a:spcAft>
              <a:buClr>
                <a:srgbClr val="272626"/>
              </a:buClr>
              <a:buSzPts val="4000"/>
              <a:buFont typeface="Arial"/>
              <a:buNone/>
            </a:pPr>
            <a:r>
              <a:rPr lang="en-US" sz="4000" b="0" i="0" u="none" strike="noStrike" cap="none" dirty="0">
                <a:solidFill>
                  <a:srgbClr val="272626"/>
                </a:solidFill>
                <a:latin typeface="Arial"/>
                <a:ea typeface="Arial"/>
                <a:cs typeface="Arial"/>
                <a:sym typeface="Arial"/>
              </a:rPr>
              <a:t>     </a:t>
            </a:r>
            <a:r>
              <a:rPr lang="en-US" sz="4000" b="0" i="0" u="none" strike="noStrike" cap="none" dirty="0" err="1">
                <a:solidFill>
                  <a:srgbClr val="272626"/>
                </a:solidFill>
                <a:latin typeface="Arial"/>
                <a:ea typeface="Arial"/>
                <a:cs typeface="Arial"/>
                <a:sym typeface="Arial"/>
              </a:rPr>
              <a:t>两</a:t>
            </a:r>
            <a:r>
              <a:rPr lang="en-US" sz="4000" b="1" i="0" u="none" strike="noStrike" cap="none" dirty="0" err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门</a:t>
            </a:r>
            <a:r>
              <a:rPr lang="en-US" sz="4000" b="0" i="0" u="none" strike="noStrike" cap="none" dirty="0">
                <a:solidFill>
                  <a:srgbClr val="272626"/>
                </a:solidFill>
                <a:latin typeface="Arial"/>
                <a:ea typeface="Arial"/>
                <a:cs typeface="Arial"/>
                <a:sym typeface="Arial"/>
              </a:rPr>
              <a:t>    </a:t>
            </a:r>
            <a:r>
              <a:rPr lang="en-US" sz="4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课</a:t>
            </a:r>
            <a:endParaRPr sz="40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963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36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Two courses</a:t>
            </a:r>
            <a:endParaRPr sz="1200" dirty="0"/>
          </a:p>
        </p:txBody>
      </p:sp>
      <p:sp>
        <p:nvSpPr>
          <p:cNvPr id="2" name="Google Shape;397;p13">
            <a:extLst>
              <a:ext uri="{FF2B5EF4-FFF2-40B4-BE49-F238E27FC236}">
                <a16:creationId xmlns:a16="http://schemas.microsoft.com/office/drawing/2014/main" id="{62EB7FEF-F69B-0560-4544-8371C71A1C01}"/>
              </a:ext>
            </a:extLst>
          </p:cNvPr>
          <p:cNvSpPr txBox="1"/>
          <p:nvPr/>
        </p:nvSpPr>
        <p:spPr>
          <a:xfrm>
            <a:off x="5722690" y="6980698"/>
            <a:ext cx="7312322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20375"/>
              </a:lnSpc>
            </a:pPr>
            <a:r>
              <a:rPr lang="en-US" sz="3600" dirty="0" err="1">
                <a:latin typeface="+mn-ea"/>
                <a:ea typeface="+mn-ea"/>
              </a:rPr>
              <a:t>jīntiān</a:t>
            </a:r>
            <a:r>
              <a:rPr lang="en-US" sz="3600" dirty="0">
                <a:latin typeface="+mn-ea"/>
                <a:ea typeface="+mn-ea"/>
              </a:rPr>
              <a:t> </a:t>
            </a:r>
            <a:r>
              <a:rPr lang="en-US" sz="3600" dirty="0" err="1">
                <a:latin typeface="+mn-ea"/>
                <a:ea typeface="+mn-ea"/>
              </a:rPr>
              <a:t>wǒ</a:t>
            </a:r>
            <a:r>
              <a:rPr lang="en-US" sz="3600" dirty="0">
                <a:latin typeface="+mn-ea"/>
                <a:ea typeface="+mn-ea"/>
              </a:rPr>
              <a:t> </a:t>
            </a:r>
            <a:r>
              <a:rPr lang="en-US" sz="3600" dirty="0" err="1">
                <a:latin typeface="+mn-ea"/>
                <a:ea typeface="+mn-ea"/>
              </a:rPr>
              <a:t>yǒu</a:t>
            </a:r>
            <a:r>
              <a:rPr lang="en-US" sz="3600" dirty="0">
                <a:latin typeface="+mn-ea"/>
                <a:ea typeface="+mn-ea"/>
              </a:rPr>
              <a:t> </a:t>
            </a:r>
            <a:r>
              <a:rPr lang="en-US" sz="3600" dirty="0" err="1">
                <a:latin typeface="+mn-ea"/>
                <a:ea typeface="+mn-ea"/>
              </a:rPr>
              <a:t>liǎng</a:t>
            </a:r>
            <a:r>
              <a:rPr lang="en-US" sz="3600" dirty="0">
                <a:latin typeface="+mn-ea"/>
                <a:ea typeface="+mn-ea"/>
              </a:rPr>
              <a:t> </a:t>
            </a:r>
            <a:r>
              <a:rPr lang="en-US" sz="3600" dirty="0" err="1">
                <a:latin typeface="+mn-ea"/>
                <a:ea typeface="+mn-ea"/>
              </a:rPr>
              <a:t>mén</a:t>
            </a:r>
            <a:r>
              <a:rPr lang="en-US" sz="3600" dirty="0">
                <a:latin typeface="+mn-ea"/>
                <a:ea typeface="+mn-ea"/>
              </a:rPr>
              <a:t> </a:t>
            </a:r>
            <a:r>
              <a:rPr lang="en-US" sz="3600" dirty="0" err="1">
                <a:latin typeface="+mn-ea"/>
                <a:ea typeface="+mn-ea"/>
              </a:rPr>
              <a:t>kè</a:t>
            </a:r>
            <a:endParaRPr lang="en-US" sz="3600" dirty="0">
              <a:latin typeface="+mn-ea"/>
              <a:ea typeface="+mn-ea"/>
            </a:endParaRPr>
          </a:p>
          <a:p>
            <a:pPr lvl="0">
              <a:lnSpc>
                <a:spcPct val="120375"/>
              </a:lnSpc>
            </a:pPr>
            <a:r>
              <a:rPr lang="zh-CN" altLang="en-US" sz="4400" dirty="0">
                <a:latin typeface="+mn-ea"/>
                <a:ea typeface="+mn-ea"/>
              </a:rPr>
              <a:t>今天 我 有  两 门 课。</a:t>
            </a:r>
            <a:endParaRPr sz="11500" dirty="0">
              <a:latin typeface="+mn-ea"/>
              <a:ea typeface="+mn-e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EC4"/>
        </a:solidFill>
        <a:effectLst/>
      </p:bgPr>
    </p:bg>
    <p:spTree>
      <p:nvGrpSpPr>
        <p:cNvPr id="1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15"/>
          <p:cNvSpPr/>
          <p:nvPr/>
        </p:nvSpPr>
        <p:spPr>
          <a:xfrm>
            <a:off x="1478524" y="1866901"/>
            <a:ext cx="14478213" cy="7674374"/>
          </a:xfrm>
          <a:custGeom>
            <a:avLst/>
            <a:gdLst/>
            <a:ahLst/>
            <a:cxnLst/>
            <a:rect l="l" t="t" r="r" b="b"/>
            <a:pathLst>
              <a:path w="10825342" h="5776630" extrusionOk="0">
                <a:moveTo>
                  <a:pt x="278431" y="16918"/>
                </a:moveTo>
                <a:cubicBezTo>
                  <a:pt x="278431" y="16918"/>
                  <a:pt x="604014" y="12258"/>
                  <a:pt x="1062834" y="12454"/>
                </a:cubicBezTo>
                <a:cubicBezTo>
                  <a:pt x="8817733" y="12671"/>
                  <a:pt x="10551274" y="0"/>
                  <a:pt x="10551274" y="0"/>
                </a:cubicBezTo>
                <a:cubicBezTo>
                  <a:pt x="10618737" y="0"/>
                  <a:pt x="10694674" y="0"/>
                  <a:pt x="10773448" y="85073"/>
                </a:cubicBezTo>
                <a:cubicBezTo>
                  <a:pt x="10816426" y="131488"/>
                  <a:pt x="10817494" y="240224"/>
                  <a:pt x="10817899" y="320281"/>
                </a:cubicBezTo>
                <a:cubicBezTo>
                  <a:pt x="10817899" y="320281"/>
                  <a:pt x="10816195" y="4157017"/>
                  <a:pt x="10816195" y="5014045"/>
                </a:cubicBezTo>
                <a:cubicBezTo>
                  <a:pt x="10816195" y="5228205"/>
                  <a:pt x="10825342" y="5527383"/>
                  <a:pt x="10825342" y="5527383"/>
                </a:cubicBezTo>
                <a:cubicBezTo>
                  <a:pt x="10825342" y="5656052"/>
                  <a:pt x="10821173" y="5776630"/>
                  <a:pt x="10568335" y="5768495"/>
                </a:cubicBezTo>
                <a:cubicBezTo>
                  <a:pt x="10568335" y="5768495"/>
                  <a:pt x="10191862" y="5748197"/>
                  <a:pt x="9095459" y="5755795"/>
                </a:cubicBezTo>
                <a:cubicBezTo>
                  <a:pt x="2547822" y="5763930"/>
                  <a:pt x="304023" y="5776630"/>
                  <a:pt x="304023" y="5776630"/>
                </a:cubicBezTo>
                <a:cubicBezTo>
                  <a:pt x="132548" y="5776630"/>
                  <a:pt x="4213" y="5675561"/>
                  <a:pt x="8532" y="5473013"/>
                </a:cubicBezTo>
                <a:cubicBezTo>
                  <a:pt x="8532" y="5473013"/>
                  <a:pt x="9630" y="4974472"/>
                  <a:pt x="4815" y="1481678"/>
                </a:cubicBezTo>
                <a:cubicBezTo>
                  <a:pt x="0" y="663668"/>
                  <a:pt x="25592" y="330596"/>
                  <a:pt x="25592" y="330596"/>
                </a:cubicBezTo>
                <a:cubicBezTo>
                  <a:pt x="27224" y="150571"/>
                  <a:pt x="143504" y="16918"/>
                  <a:pt x="278431" y="16918"/>
                </a:cubicBezTo>
                <a:close/>
              </a:path>
            </a:pathLst>
          </a:custGeom>
          <a:solidFill>
            <a:srgbClr val="FFF3E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0" name="Google Shape;430;p15"/>
          <p:cNvSpPr/>
          <p:nvPr/>
        </p:nvSpPr>
        <p:spPr>
          <a:xfrm>
            <a:off x="2057400" y="740740"/>
            <a:ext cx="13057432" cy="3189755"/>
          </a:xfrm>
          <a:custGeom>
            <a:avLst/>
            <a:gdLst/>
            <a:ahLst/>
            <a:cxnLst/>
            <a:rect l="l" t="t" r="r" b="b"/>
            <a:pathLst>
              <a:path w="3443102" h="1144961" extrusionOk="0">
                <a:moveTo>
                  <a:pt x="2504203" y="1133773"/>
                </a:moveTo>
                <a:cubicBezTo>
                  <a:pt x="2504203" y="1133773"/>
                  <a:pt x="2084450" y="1144961"/>
                  <a:pt x="1621865" y="1142339"/>
                </a:cubicBezTo>
                <a:cubicBezTo>
                  <a:pt x="1584822" y="1140177"/>
                  <a:pt x="1057073" y="1132352"/>
                  <a:pt x="1057073" y="1132352"/>
                </a:cubicBezTo>
                <a:cubicBezTo>
                  <a:pt x="812931" y="1123518"/>
                  <a:pt x="565145" y="1106537"/>
                  <a:pt x="398404" y="1048359"/>
                </a:cubicBezTo>
                <a:cubicBezTo>
                  <a:pt x="120505" y="951398"/>
                  <a:pt x="0" y="773869"/>
                  <a:pt x="0" y="577261"/>
                </a:cubicBezTo>
                <a:lnTo>
                  <a:pt x="0" y="577259"/>
                </a:lnTo>
                <a:cubicBezTo>
                  <a:pt x="8536" y="440430"/>
                  <a:pt x="34263" y="311302"/>
                  <a:pt x="140291" y="225758"/>
                </a:cubicBezTo>
                <a:cubicBezTo>
                  <a:pt x="342602" y="62530"/>
                  <a:pt x="736658" y="7673"/>
                  <a:pt x="1155311" y="7673"/>
                </a:cubicBezTo>
                <a:cubicBezTo>
                  <a:pt x="1155311" y="7673"/>
                  <a:pt x="1551711" y="15681"/>
                  <a:pt x="1584822" y="7673"/>
                </a:cubicBezTo>
                <a:cubicBezTo>
                  <a:pt x="1865523" y="0"/>
                  <a:pt x="2329451" y="7673"/>
                  <a:pt x="2329451" y="7673"/>
                </a:cubicBezTo>
                <a:cubicBezTo>
                  <a:pt x="2697758" y="15152"/>
                  <a:pt x="3061071" y="84484"/>
                  <a:pt x="3258811" y="207066"/>
                </a:cubicBezTo>
                <a:cubicBezTo>
                  <a:pt x="3409828" y="300683"/>
                  <a:pt x="3443102" y="425358"/>
                  <a:pt x="3433962" y="577261"/>
                </a:cubicBezTo>
                <a:lnTo>
                  <a:pt x="3433962" y="577262"/>
                </a:lnTo>
                <a:cubicBezTo>
                  <a:pt x="3433962" y="891835"/>
                  <a:pt x="3150965" y="1105932"/>
                  <a:pt x="2504203" y="1133773"/>
                </a:cubicBezTo>
                <a:close/>
              </a:path>
            </a:pathLst>
          </a:custGeom>
          <a:solidFill>
            <a:srgbClr val="FDF5B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31" name="Google Shape;431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656759" y="472740"/>
            <a:ext cx="3020414" cy="720862"/>
          </a:xfrm>
          <a:prstGeom prst="rect">
            <a:avLst/>
          </a:prstGeom>
          <a:noFill/>
          <a:ln>
            <a:noFill/>
          </a:ln>
        </p:spPr>
      </p:pic>
      <p:sp>
        <p:nvSpPr>
          <p:cNvPr id="432" name="Google Shape;432;p15"/>
          <p:cNvSpPr txBox="1"/>
          <p:nvPr/>
        </p:nvSpPr>
        <p:spPr>
          <a:xfrm>
            <a:off x="2448549" y="1355265"/>
            <a:ext cx="12132710" cy="22159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00"/>
              <a:buFont typeface="Arial"/>
              <a:buNone/>
            </a:pPr>
            <a:r>
              <a:rPr lang="en-US" sz="8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节 </a:t>
            </a:r>
            <a:r>
              <a:rPr lang="en-US" sz="66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meas. </a:t>
            </a:r>
            <a:r>
              <a:rPr lang="en-US" sz="66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jié</a:t>
            </a:r>
            <a:r>
              <a:rPr lang="en-US" sz="66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100" dirty="0"/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00"/>
              <a:buFont typeface="Arial"/>
              <a:buNone/>
            </a:pPr>
            <a:r>
              <a:rPr lang="en-US" sz="8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measure word for lessons</a:t>
            </a:r>
            <a:endParaRPr sz="8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33" name="Google Shape;433;p1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698455">
            <a:off x="14863540" y="-142294"/>
            <a:ext cx="3629501" cy="2412635"/>
          </a:xfrm>
          <a:prstGeom prst="rect">
            <a:avLst/>
          </a:prstGeom>
          <a:noFill/>
          <a:ln>
            <a:noFill/>
          </a:ln>
        </p:spPr>
      </p:pic>
      <p:pic>
        <p:nvPicPr>
          <p:cNvPr id="434" name="Google Shape;434;p1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803959">
            <a:off x="15680560" y="8048436"/>
            <a:ext cx="2122534" cy="1966751"/>
          </a:xfrm>
          <a:prstGeom prst="rect">
            <a:avLst/>
          </a:prstGeom>
          <a:noFill/>
          <a:ln>
            <a:noFill/>
          </a:ln>
        </p:spPr>
      </p:pic>
      <p:pic>
        <p:nvPicPr>
          <p:cNvPr id="435" name="Google Shape;435;p15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 rot="-442419">
            <a:off x="615416" y="8148284"/>
            <a:ext cx="2443041" cy="19595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36" name="Google Shape;436;p15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 rot="-2627376">
            <a:off x="3071024" y="-96077"/>
            <a:ext cx="947383" cy="2122534"/>
          </a:xfrm>
          <a:prstGeom prst="rect">
            <a:avLst/>
          </a:prstGeom>
          <a:noFill/>
          <a:ln>
            <a:noFill/>
          </a:ln>
        </p:spPr>
      </p:pic>
      <p:sp>
        <p:nvSpPr>
          <p:cNvPr id="437" name="Google Shape;437;p15"/>
          <p:cNvSpPr txBox="1"/>
          <p:nvPr/>
        </p:nvSpPr>
        <p:spPr>
          <a:xfrm rot="791915">
            <a:off x="14573022" y="504334"/>
            <a:ext cx="4050280" cy="1630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68194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3600"/>
              <a:buFont typeface="Calibri"/>
              <a:buNone/>
            </a:pPr>
            <a:r>
              <a:rPr lang="en-US" sz="3600" b="1" i="0" u="none" strike="noStrike" cap="none">
                <a:solidFill>
                  <a:srgbClr val="2E2F30"/>
                </a:solidFill>
                <a:latin typeface="Calibri"/>
                <a:ea typeface="Calibri"/>
                <a:cs typeface="Calibri"/>
                <a:sym typeface="Calibri"/>
              </a:rPr>
              <a:t>生词 </a:t>
            </a:r>
            <a:endParaRPr sz="3600" b="1" i="0" u="none" strike="noStrike" cap="none">
              <a:solidFill>
                <a:srgbClr val="2E2F3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26145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4800"/>
              <a:buFont typeface="Arial"/>
              <a:buNone/>
            </a:pPr>
            <a:r>
              <a:rPr lang="en-US" sz="4800" b="1" i="0" u="none" strike="noStrike" cap="none">
                <a:solidFill>
                  <a:srgbClr val="2E2F30"/>
                </a:solidFill>
                <a:latin typeface="Arial"/>
                <a:ea typeface="Arial"/>
                <a:cs typeface="Arial"/>
                <a:sym typeface="Arial"/>
              </a:rPr>
              <a:t>New words</a:t>
            </a:r>
            <a:endParaRPr sz="4800" b="1" i="0" u="none" strike="noStrike" cap="none">
              <a:solidFill>
                <a:srgbClr val="2E2F3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8" name="Google Shape;438;p15"/>
          <p:cNvSpPr/>
          <p:nvPr/>
        </p:nvSpPr>
        <p:spPr>
          <a:xfrm>
            <a:off x="7162800" y="4557913"/>
            <a:ext cx="3589475" cy="2545016"/>
          </a:xfrm>
          <a:custGeom>
            <a:avLst/>
            <a:gdLst/>
            <a:ahLst/>
            <a:cxnLst/>
            <a:rect l="l" t="t" r="r" b="b"/>
            <a:pathLst>
              <a:path w="3443102" h="1144961" extrusionOk="0">
                <a:moveTo>
                  <a:pt x="2504203" y="1133773"/>
                </a:moveTo>
                <a:cubicBezTo>
                  <a:pt x="2504203" y="1133773"/>
                  <a:pt x="2084450" y="1144961"/>
                  <a:pt x="1621865" y="1142339"/>
                </a:cubicBezTo>
                <a:cubicBezTo>
                  <a:pt x="1584822" y="1140177"/>
                  <a:pt x="1057073" y="1132352"/>
                  <a:pt x="1057073" y="1132352"/>
                </a:cubicBezTo>
                <a:cubicBezTo>
                  <a:pt x="812931" y="1123518"/>
                  <a:pt x="565145" y="1106537"/>
                  <a:pt x="398404" y="1048359"/>
                </a:cubicBezTo>
                <a:cubicBezTo>
                  <a:pt x="120505" y="951398"/>
                  <a:pt x="0" y="773869"/>
                  <a:pt x="0" y="577261"/>
                </a:cubicBezTo>
                <a:lnTo>
                  <a:pt x="0" y="577259"/>
                </a:lnTo>
                <a:cubicBezTo>
                  <a:pt x="8536" y="440430"/>
                  <a:pt x="34263" y="311302"/>
                  <a:pt x="140291" y="225758"/>
                </a:cubicBezTo>
                <a:cubicBezTo>
                  <a:pt x="342602" y="62530"/>
                  <a:pt x="736658" y="7673"/>
                  <a:pt x="1155311" y="7673"/>
                </a:cubicBezTo>
                <a:cubicBezTo>
                  <a:pt x="1155311" y="7673"/>
                  <a:pt x="1551711" y="15681"/>
                  <a:pt x="1584822" y="7673"/>
                </a:cubicBezTo>
                <a:cubicBezTo>
                  <a:pt x="1865523" y="0"/>
                  <a:pt x="2329451" y="7673"/>
                  <a:pt x="2329451" y="7673"/>
                </a:cubicBezTo>
                <a:cubicBezTo>
                  <a:pt x="2697758" y="15152"/>
                  <a:pt x="3061071" y="84484"/>
                  <a:pt x="3258811" y="207066"/>
                </a:cubicBezTo>
                <a:cubicBezTo>
                  <a:pt x="3409828" y="300683"/>
                  <a:pt x="3443102" y="425358"/>
                  <a:pt x="3433962" y="577261"/>
                </a:cubicBezTo>
                <a:lnTo>
                  <a:pt x="3433962" y="577262"/>
                </a:lnTo>
                <a:cubicBezTo>
                  <a:pt x="3433962" y="891835"/>
                  <a:pt x="3150965" y="1105932"/>
                  <a:pt x="2504203" y="1133773"/>
                </a:cubicBezTo>
                <a:close/>
              </a:path>
            </a:pathLst>
          </a:custGeom>
          <a:solidFill>
            <a:srgbClr val="E5DFEC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9" name="Google Shape;439;p15"/>
          <p:cNvSpPr txBox="1"/>
          <p:nvPr/>
        </p:nvSpPr>
        <p:spPr>
          <a:xfrm>
            <a:off x="7315200" y="4679137"/>
            <a:ext cx="3172146" cy="23637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375"/>
              </a:lnSpc>
              <a:spcBef>
                <a:spcPts val="0"/>
              </a:spcBef>
              <a:spcAft>
                <a:spcPts val="0"/>
              </a:spcAft>
              <a:buClr>
                <a:srgbClr val="272626"/>
              </a:buClr>
              <a:buSzPts val="3200"/>
              <a:buFont typeface="SimSun"/>
              <a:buNone/>
            </a:pPr>
            <a:r>
              <a:rPr lang="en-US" sz="3200" b="0" i="0" u="none" strike="noStrike" cap="none" dirty="0" err="1">
                <a:solidFill>
                  <a:srgbClr val="272626"/>
                </a:solidFill>
                <a:latin typeface="SimSun"/>
                <a:ea typeface="SimSun"/>
                <a:cs typeface="SimSun"/>
                <a:sym typeface="SimSun"/>
              </a:rPr>
              <a:t>Yìjié</a:t>
            </a:r>
            <a:r>
              <a:rPr lang="en-US" sz="3200" b="0" i="0" u="none" strike="noStrike" cap="none" dirty="0">
                <a:solidFill>
                  <a:srgbClr val="272626"/>
                </a:solidFill>
                <a:latin typeface="SimSun"/>
                <a:ea typeface="SimSun"/>
                <a:cs typeface="SimSun"/>
                <a:sym typeface="SimSun"/>
              </a:rPr>
              <a:t> </a:t>
            </a:r>
            <a:r>
              <a:rPr lang="en-US" sz="3200" b="0" i="0" u="none" strike="noStrike" cap="none" dirty="0" err="1">
                <a:solidFill>
                  <a:srgbClr val="272626"/>
                </a:solidFill>
                <a:latin typeface="SimSun"/>
                <a:ea typeface="SimSun"/>
                <a:cs typeface="SimSun"/>
                <a:sym typeface="SimSun"/>
              </a:rPr>
              <a:t>Hànyǔ</a:t>
            </a:r>
            <a:r>
              <a:rPr lang="en-US" sz="3200" b="0" i="0" u="none" strike="noStrike" cap="none" dirty="0">
                <a:solidFill>
                  <a:srgbClr val="272626"/>
                </a:solidFill>
                <a:latin typeface="SimSun"/>
                <a:ea typeface="SimSun"/>
                <a:cs typeface="SimSun"/>
                <a:sym typeface="SimSun"/>
              </a:rPr>
              <a:t> </a:t>
            </a:r>
            <a:r>
              <a:rPr lang="en-US" sz="3200" b="0" i="0" u="none" strike="noStrike" cap="none" dirty="0" err="1">
                <a:solidFill>
                  <a:srgbClr val="272626"/>
                </a:solidFill>
                <a:latin typeface="SimSun"/>
                <a:ea typeface="SimSun"/>
                <a:cs typeface="SimSun"/>
                <a:sym typeface="SimSun"/>
              </a:rPr>
              <a:t>kè</a:t>
            </a:r>
            <a:r>
              <a:rPr lang="en-US" sz="3200" b="0" i="0" u="none" strike="noStrike" cap="none" dirty="0">
                <a:solidFill>
                  <a:srgbClr val="272626"/>
                </a:solidFill>
                <a:latin typeface="SimSun"/>
                <a:ea typeface="SimSun"/>
                <a:cs typeface="SimSun"/>
                <a:sym typeface="SimSun"/>
              </a:rPr>
              <a:t> </a:t>
            </a:r>
            <a:endParaRPr dirty="0"/>
          </a:p>
          <a:p>
            <a:pPr marL="0" marR="0" lvl="0" indent="0" algn="ctr" rtl="0">
              <a:lnSpc>
                <a:spcPct val="96300"/>
              </a:lnSpc>
              <a:spcBef>
                <a:spcPts val="0"/>
              </a:spcBef>
              <a:spcAft>
                <a:spcPts val="0"/>
              </a:spcAft>
              <a:buClr>
                <a:srgbClr val="272626"/>
              </a:buClr>
              <a:buSzPts val="4000"/>
              <a:buFont typeface="Arial"/>
              <a:buNone/>
            </a:pPr>
            <a:r>
              <a:rPr lang="en-US" sz="4000" b="0" i="0" u="none" strike="noStrike" cap="none" dirty="0" err="1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一</a:t>
            </a:r>
            <a:r>
              <a:rPr lang="en-US" sz="4000" b="1" i="0" u="none" strike="noStrike" cap="none" dirty="0" err="1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节</a:t>
            </a:r>
            <a:r>
              <a:rPr lang="en-US" sz="4000" b="1" i="0" u="none" strike="noStrike" cap="none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 </a:t>
            </a:r>
            <a:r>
              <a:rPr lang="en-US" sz="4000" b="0" i="0" u="none" strike="noStrike" cap="none" dirty="0" err="1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汉语</a:t>
            </a:r>
            <a:r>
              <a:rPr lang="en-US" sz="4000" b="0" i="0" u="none" strike="noStrike" cap="none" dirty="0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 </a:t>
            </a:r>
            <a:r>
              <a:rPr lang="en-US" sz="4000" b="0" i="0" u="none" strike="noStrike" cap="none" dirty="0">
                <a:solidFill>
                  <a:schemeClr val="dk1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课</a:t>
            </a:r>
            <a:endParaRPr sz="4000" b="0" i="0" u="none" strike="noStrike" cap="none" dirty="0">
              <a:solidFill>
                <a:schemeClr val="dk1"/>
              </a:solidFill>
              <a:latin typeface="SimSun" panose="02010600030101010101" pitchFamily="2" charset="-122"/>
              <a:ea typeface="SimSun" panose="02010600030101010101" pitchFamily="2" charset="-122"/>
              <a:sym typeface="Arial"/>
            </a:endParaRPr>
          </a:p>
          <a:p>
            <a:pPr marL="0" marR="0" lvl="0" indent="0" algn="ctr" rtl="0">
              <a:lnSpc>
                <a:spcPct val="963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Chinese lesson</a:t>
            </a:r>
            <a:endParaRPr dirty="0"/>
          </a:p>
        </p:txBody>
      </p:sp>
      <p:pic>
        <p:nvPicPr>
          <p:cNvPr id="440" name="Google Shape;440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20248" y="4000500"/>
            <a:ext cx="1169397" cy="720862"/>
          </a:xfrm>
          <a:prstGeom prst="rect">
            <a:avLst/>
          </a:prstGeom>
          <a:noFill/>
          <a:ln>
            <a:noFill/>
          </a:ln>
        </p:spPr>
      </p:pic>
      <p:sp>
        <p:nvSpPr>
          <p:cNvPr id="441" name="Google Shape;441;p15"/>
          <p:cNvSpPr/>
          <p:nvPr/>
        </p:nvSpPr>
        <p:spPr>
          <a:xfrm>
            <a:off x="11463922" y="4379192"/>
            <a:ext cx="3860354" cy="2664031"/>
          </a:xfrm>
          <a:custGeom>
            <a:avLst/>
            <a:gdLst/>
            <a:ahLst/>
            <a:cxnLst/>
            <a:rect l="l" t="t" r="r" b="b"/>
            <a:pathLst>
              <a:path w="3443102" h="1144961" extrusionOk="0">
                <a:moveTo>
                  <a:pt x="2504203" y="1133773"/>
                </a:moveTo>
                <a:cubicBezTo>
                  <a:pt x="2504203" y="1133773"/>
                  <a:pt x="2084450" y="1144961"/>
                  <a:pt x="1621865" y="1142339"/>
                </a:cubicBezTo>
                <a:cubicBezTo>
                  <a:pt x="1584822" y="1140177"/>
                  <a:pt x="1057073" y="1132352"/>
                  <a:pt x="1057073" y="1132352"/>
                </a:cubicBezTo>
                <a:cubicBezTo>
                  <a:pt x="812931" y="1123518"/>
                  <a:pt x="565145" y="1106537"/>
                  <a:pt x="398404" y="1048359"/>
                </a:cubicBezTo>
                <a:cubicBezTo>
                  <a:pt x="120505" y="951398"/>
                  <a:pt x="0" y="773869"/>
                  <a:pt x="0" y="577261"/>
                </a:cubicBezTo>
                <a:lnTo>
                  <a:pt x="0" y="577259"/>
                </a:lnTo>
                <a:cubicBezTo>
                  <a:pt x="8536" y="440430"/>
                  <a:pt x="34263" y="311302"/>
                  <a:pt x="140291" y="225758"/>
                </a:cubicBezTo>
                <a:cubicBezTo>
                  <a:pt x="342602" y="62530"/>
                  <a:pt x="736658" y="7673"/>
                  <a:pt x="1155311" y="7673"/>
                </a:cubicBezTo>
                <a:cubicBezTo>
                  <a:pt x="1155311" y="7673"/>
                  <a:pt x="1551711" y="15681"/>
                  <a:pt x="1584822" y="7673"/>
                </a:cubicBezTo>
                <a:cubicBezTo>
                  <a:pt x="1865523" y="0"/>
                  <a:pt x="2329451" y="7673"/>
                  <a:pt x="2329451" y="7673"/>
                </a:cubicBezTo>
                <a:cubicBezTo>
                  <a:pt x="2697758" y="15152"/>
                  <a:pt x="3061071" y="84484"/>
                  <a:pt x="3258811" y="207066"/>
                </a:cubicBezTo>
                <a:cubicBezTo>
                  <a:pt x="3409828" y="300683"/>
                  <a:pt x="3443102" y="425358"/>
                  <a:pt x="3433962" y="577261"/>
                </a:cubicBezTo>
                <a:lnTo>
                  <a:pt x="3433962" y="577262"/>
                </a:lnTo>
                <a:cubicBezTo>
                  <a:pt x="3433962" y="891835"/>
                  <a:pt x="3150965" y="1105932"/>
                  <a:pt x="2504203" y="1133773"/>
                </a:cubicBezTo>
                <a:close/>
              </a:path>
            </a:pathLst>
          </a:custGeom>
          <a:solidFill>
            <a:srgbClr val="E5DFEC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2" name="Google Shape;442;p15"/>
          <p:cNvSpPr txBox="1"/>
          <p:nvPr/>
        </p:nvSpPr>
        <p:spPr>
          <a:xfrm>
            <a:off x="11670258" y="4741801"/>
            <a:ext cx="3279257" cy="17727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375"/>
              </a:lnSpc>
              <a:spcBef>
                <a:spcPts val="0"/>
              </a:spcBef>
              <a:spcAft>
                <a:spcPts val="0"/>
              </a:spcAft>
              <a:buClr>
                <a:srgbClr val="272626"/>
              </a:buClr>
              <a:buSzPts val="3200"/>
              <a:buFont typeface="SimSun"/>
              <a:buNone/>
            </a:pPr>
            <a:r>
              <a:rPr lang="en-US" sz="3200" b="0" i="0" u="none" strike="noStrike" cap="none" dirty="0" err="1">
                <a:solidFill>
                  <a:srgbClr val="272626"/>
                </a:solidFill>
                <a:latin typeface="SimSun"/>
                <a:ea typeface="SimSun"/>
                <a:cs typeface="SimSun"/>
                <a:sym typeface="SimSun"/>
              </a:rPr>
              <a:t>Yìjié</a:t>
            </a:r>
            <a:r>
              <a:rPr lang="en-US" sz="3200" b="0" i="0" u="none" strike="noStrike" cap="none" dirty="0">
                <a:solidFill>
                  <a:srgbClr val="272626"/>
                </a:solidFill>
                <a:latin typeface="SimSun"/>
                <a:ea typeface="SimSun"/>
                <a:cs typeface="SimSun"/>
                <a:sym typeface="SimSun"/>
              </a:rPr>
              <a:t> </a:t>
            </a:r>
            <a:r>
              <a:rPr lang="en-US" sz="3200" b="0" i="0" u="none" strike="noStrike" cap="none" dirty="0" err="1">
                <a:solidFill>
                  <a:srgbClr val="272626"/>
                </a:solidFill>
                <a:latin typeface="SimSun"/>
                <a:ea typeface="SimSun"/>
                <a:cs typeface="SimSun"/>
                <a:sym typeface="SimSun"/>
              </a:rPr>
              <a:t>Tàiyǔ</a:t>
            </a:r>
            <a:r>
              <a:rPr lang="en-US" sz="3200" b="0" i="0" u="none" strike="noStrike" cap="none" dirty="0">
                <a:solidFill>
                  <a:srgbClr val="272626"/>
                </a:solidFill>
                <a:latin typeface="SimSun"/>
                <a:ea typeface="SimSun"/>
                <a:cs typeface="SimSun"/>
                <a:sym typeface="SimSun"/>
              </a:rPr>
              <a:t> </a:t>
            </a:r>
            <a:r>
              <a:rPr lang="en-US" sz="3200" b="0" i="0" u="none" strike="noStrike" cap="none" dirty="0" err="1">
                <a:solidFill>
                  <a:srgbClr val="272626"/>
                </a:solidFill>
                <a:latin typeface="SimSun"/>
                <a:ea typeface="SimSun"/>
                <a:cs typeface="SimSun"/>
                <a:sym typeface="SimSun"/>
              </a:rPr>
              <a:t>kè</a:t>
            </a:r>
            <a:r>
              <a:rPr lang="en-US" sz="3200" b="0" i="0" u="none" strike="noStrike" cap="none" dirty="0">
                <a:solidFill>
                  <a:srgbClr val="272626"/>
                </a:solidFill>
                <a:latin typeface="SimSun"/>
                <a:ea typeface="SimSun"/>
                <a:cs typeface="SimSun"/>
                <a:sym typeface="SimSun"/>
              </a:rPr>
              <a:t> </a:t>
            </a:r>
            <a:endParaRPr dirty="0"/>
          </a:p>
          <a:p>
            <a:pPr marL="0" marR="0" lvl="0" indent="0" algn="ctr" rtl="0">
              <a:lnSpc>
                <a:spcPct val="96300"/>
              </a:lnSpc>
              <a:spcBef>
                <a:spcPts val="0"/>
              </a:spcBef>
              <a:spcAft>
                <a:spcPts val="0"/>
              </a:spcAft>
              <a:buClr>
                <a:srgbClr val="272626"/>
              </a:buClr>
              <a:buSzPts val="4000"/>
              <a:buFont typeface="Arial"/>
              <a:buNone/>
            </a:pPr>
            <a:r>
              <a:rPr lang="en-US" sz="4000" b="0" i="0" u="none" strike="noStrike" cap="none" dirty="0" err="1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一</a:t>
            </a:r>
            <a:r>
              <a:rPr lang="en-US" sz="4000" b="1" i="0" u="none" strike="noStrike" cap="none" dirty="0" err="1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节</a:t>
            </a:r>
            <a:r>
              <a:rPr lang="en-US" sz="4000" b="1" i="0" u="none" strike="noStrike" cap="none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 </a:t>
            </a:r>
            <a:r>
              <a:rPr lang="en-US" sz="4000" b="0" i="0" u="none" strike="noStrike" cap="none" dirty="0" err="1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泰语</a:t>
            </a:r>
            <a:r>
              <a:rPr lang="en-US" sz="4000" b="0" i="0" u="none" strike="noStrike" cap="none" dirty="0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 </a:t>
            </a:r>
            <a:r>
              <a:rPr lang="en-US" sz="4000" b="0" i="0" u="none" strike="noStrike" cap="none" dirty="0">
                <a:solidFill>
                  <a:schemeClr val="dk1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课</a:t>
            </a:r>
            <a:endParaRPr sz="4000" b="0" i="0" u="none" strike="noStrike" cap="none" dirty="0">
              <a:solidFill>
                <a:schemeClr val="dk1"/>
              </a:solidFill>
              <a:latin typeface="SimSun" panose="02010600030101010101" pitchFamily="2" charset="-122"/>
              <a:ea typeface="SimSun" panose="02010600030101010101" pitchFamily="2" charset="-122"/>
              <a:sym typeface="Arial"/>
            </a:endParaRPr>
          </a:p>
          <a:p>
            <a:pPr marL="0" marR="0" lvl="0" indent="0" algn="ctr" rtl="0">
              <a:lnSpc>
                <a:spcPct val="963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Thai lesson</a:t>
            </a:r>
            <a:endParaRPr dirty="0"/>
          </a:p>
        </p:txBody>
      </p:sp>
      <p:pic>
        <p:nvPicPr>
          <p:cNvPr id="443" name="Google Shape;443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1501278">
            <a:off x="14430230" y="4061576"/>
            <a:ext cx="1169397" cy="720862"/>
          </a:xfrm>
          <a:prstGeom prst="rect">
            <a:avLst/>
          </a:prstGeom>
          <a:noFill/>
          <a:ln>
            <a:noFill/>
          </a:ln>
        </p:spPr>
      </p:pic>
      <p:sp>
        <p:nvSpPr>
          <p:cNvPr id="444" name="Google Shape;444;p15"/>
          <p:cNvSpPr/>
          <p:nvPr/>
        </p:nvSpPr>
        <p:spPr>
          <a:xfrm>
            <a:off x="2103585" y="4741801"/>
            <a:ext cx="3848673" cy="2796216"/>
          </a:xfrm>
          <a:custGeom>
            <a:avLst/>
            <a:gdLst/>
            <a:ahLst/>
            <a:cxnLst/>
            <a:rect l="l" t="t" r="r" b="b"/>
            <a:pathLst>
              <a:path w="3443102" h="1144961" extrusionOk="0">
                <a:moveTo>
                  <a:pt x="2504203" y="1133773"/>
                </a:moveTo>
                <a:cubicBezTo>
                  <a:pt x="2504203" y="1133773"/>
                  <a:pt x="2084450" y="1144961"/>
                  <a:pt x="1621865" y="1142339"/>
                </a:cubicBezTo>
                <a:cubicBezTo>
                  <a:pt x="1584822" y="1140177"/>
                  <a:pt x="1057073" y="1132352"/>
                  <a:pt x="1057073" y="1132352"/>
                </a:cubicBezTo>
                <a:cubicBezTo>
                  <a:pt x="812931" y="1123518"/>
                  <a:pt x="565145" y="1106537"/>
                  <a:pt x="398404" y="1048359"/>
                </a:cubicBezTo>
                <a:cubicBezTo>
                  <a:pt x="120505" y="951398"/>
                  <a:pt x="0" y="773869"/>
                  <a:pt x="0" y="577261"/>
                </a:cubicBezTo>
                <a:lnTo>
                  <a:pt x="0" y="577259"/>
                </a:lnTo>
                <a:cubicBezTo>
                  <a:pt x="8536" y="440430"/>
                  <a:pt x="34263" y="311302"/>
                  <a:pt x="140291" y="225758"/>
                </a:cubicBezTo>
                <a:cubicBezTo>
                  <a:pt x="342602" y="62530"/>
                  <a:pt x="736658" y="7673"/>
                  <a:pt x="1155311" y="7673"/>
                </a:cubicBezTo>
                <a:cubicBezTo>
                  <a:pt x="1155311" y="7673"/>
                  <a:pt x="1551711" y="15681"/>
                  <a:pt x="1584822" y="7673"/>
                </a:cubicBezTo>
                <a:cubicBezTo>
                  <a:pt x="1865523" y="0"/>
                  <a:pt x="2329451" y="7673"/>
                  <a:pt x="2329451" y="7673"/>
                </a:cubicBezTo>
                <a:cubicBezTo>
                  <a:pt x="2697758" y="15152"/>
                  <a:pt x="3061071" y="84484"/>
                  <a:pt x="3258811" y="207066"/>
                </a:cubicBezTo>
                <a:cubicBezTo>
                  <a:pt x="3409828" y="300683"/>
                  <a:pt x="3443102" y="425358"/>
                  <a:pt x="3433962" y="577261"/>
                </a:cubicBezTo>
                <a:lnTo>
                  <a:pt x="3433962" y="577262"/>
                </a:lnTo>
                <a:cubicBezTo>
                  <a:pt x="3433962" y="891835"/>
                  <a:pt x="3150965" y="1105932"/>
                  <a:pt x="2504203" y="1133773"/>
                </a:cubicBezTo>
                <a:close/>
              </a:path>
            </a:pathLst>
          </a:custGeom>
          <a:solidFill>
            <a:srgbClr val="E5DFEC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5" name="Google Shape;445;p15"/>
          <p:cNvSpPr txBox="1"/>
          <p:nvPr/>
        </p:nvSpPr>
        <p:spPr>
          <a:xfrm>
            <a:off x="2286000" y="4830907"/>
            <a:ext cx="3373606" cy="23637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375"/>
              </a:lnSpc>
              <a:spcBef>
                <a:spcPts val="0"/>
              </a:spcBef>
              <a:spcAft>
                <a:spcPts val="0"/>
              </a:spcAft>
              <a:buClr>
                <a:srgbClr val="272626"/>
              </a:buClr>
              <a:buSzPts val="3200"/>
              <a:buFont typeface="SimSun"/>
              <a:buNone/>
            </a:pPr>
            <a:r>
              <a:rPr lang="en-US" sz="3200" b="0" i="0" u="none" strike="noStrike" cap="none" dirty="0" err="1">
                <a:solidFill>
                  <a:srgbClr val="272626"/>
                </a:solidFill>
                <a:latin typeface="SimSun"/>
                <a:ea typeface="SimSun"/>
                <a:cs typeface="SimSun"/>
                <a:sym typeface="SimSun"/>
              </a:rPr>
              <a:t>Yìjié</a:t>
            </a:r>
            <a:r>
              <a:rPr lang="en-US" sz="3200" b="0" i="0" u="none" strike="noStrike" cap="none" dirty="0">
                <a:solidFill>
                  <a:srgbClr val="272626"/>
                </a:solidFill>
                <a:latin typeface="SimSun"/>
                <a:ea typeface="SimSun"/>
                <a:cs typeface="SimSun"/>
                <a:sym typeface="SimSun"/>
              </a:rPr>
              <a:t> </a:t>
            </a:r>
            <a:r>
              <a:rPr lang="en-US" sz="3200" b="0" i="0" u="none" strike="noStrike" cap="none" dirty="0" err="1">
                <a:solidFill>
                  <a:srgbClr val="272626"/>
                </a:solidFill>
                <a:latin typeface="SimSun"/>
                <a:ea typeface="SimSun"/>
                <a:cs typeface="SimSun"/>
                <a:sym typeface="SimSun"/>
              </a:rPr>
              <a:t>Yīnɡyǔ</a:t>
            </a:r>
            <a:r>
              <a:rPr lang="en-US" sz="3200" b="0" i="0" u="none" strike="noStrike" cap="none" dirty="0">
                <a:solidFill>
                  <a:srgbClr val="272626"/>
                </a:solidFill>
                <a:latin typeface="SimSun"/>
                <a:ea typeface="SimSun"/>
                <a:cs typeface="SimSun"/>
                <a:sym typeface="SimSun"/>
              </a:rPr>
              <a:t> </a:t>
            </a:r>
            <a:r>
              <a:rPr lang="en-US" sz="3200" b="0" i="0" u="none" strike="noStrike" cap="none" dirty="0" err="1">
                <a:solidFill>
                  <a:srgbClr val="272626"/>
                </a:solidFill>
                <a:latin typeface="SimSun"/>
                <a:ea typeface="SimSun"/>
                <a:cs typeface="SimSun"/>
                <a:sym typeface="SimSun"/>
              </a:rPr>
              <a:t>kè</a:t>
            </a:r>
            <a:r>
              <a:rPr lang="en-US" sz="3200" b="0" i="0" u="none" strike="noStrike" cap="none" dirty="0">
                <a:solidFill>
                  <a:srgbClr val="272626"/>
                </a:solidFill>
                <a:latin typeface="SimSun"/>
                <a:ea typeface="SimSun"/>
                <a:cs typeface="SimSun"/>
                <a:sym typeface="SimSun"/>
              </a:rPr>
              <a:t> </a:t>
            </a:r>
            <a:endParaRPr dirty="0"/>
          </a:p>
          <a:p>
            <a:pPr marL="0" marR="0" lvl="0" indent="0" algn="ctr" rtl="0">
              <a:lnSpc>
                <a:spcPct val="96300"/>
              </a:lnSpc>
              <a:spcBef>
                <a:spcPts val="0"/>
              </a:spcBef>
              <a:spcAft>
                <a:spcPts val="0"/>
              </a:spcAft>
              <a:buClr>
                <a:srgbClr val="272626"/>
              </a:buClr>
              <a:buSzPts val="4000"/>
              <a:buFont typeface="Arial"/>
              <a:buNone/>
            </a:pPr>
            <a:r>
              <a:rPr lang="en-US" sz="4000" b="0" i="0" u="none" strike="noStrike" cap="none" dirty="0" err="1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一</a:t>
            </a:r>
            <a:r>
              <a:rPr lang="en-US" sz="4000" b="1" i="0" u="none" strike="noStrike" cap="none" dirty="0" err="1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节</a:t>
            </a:r>
            <a:r>
              <a:rPr lang="en-US" sz="4000" b="0" i="0" u="none" strike="noStrike" cap="none" dirty="0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 </a:t>
            </a:r>
            <a:r>
              <a:rPr lang="en-US" sz="4000" b="0" i="0" u="none" strike="noStrike" cap="none" dirty="0" err="1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英语</a:t>
            </a:r>
            <a:r>
              <a:rPr lang="en-US" sz="4000" b="0" i="0" u="none" strike="noStrike" cap="none" dirty="0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 </a:t>
            </a:r>
            <a:r>
              <a:rPr lang="en-US" sz="4000" b="0" i="0" u="none" strike="noStrike" cap="none" dirty="0">
                <a:solidFill>
                  <a:schemeClr val="dk1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课</a:t>
            </a:r>
            <a:endParaRPr sz="4000" b="0" i="0" u="none" strike="noStrike" cap="none" dirty="0">
              <a:solidFill>
                <a:schemeClr val="dk1"/>
              </a:solidFill>
              <a:latin typeface="SimSun" panose="02010600030101010101" pitchFamily="2" charset="-122"/>
              <a:ea typeface="SimSun" panose="02010600030101010101" pitchFamily="2" charset="-122"/>
              <a:sym typeface="Arial"/>
            </a:endParaRPr>
          </a:p>
          <a:p>
            <a:pPr marL="0" marR="0" lvl="0" indent="0" algn="ctr" rtl="0">
              <a:lnSpc>
                <a:spcPct val="963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 English lesson</a:t>
            </a:r>
            <a:endParaRPr dirty="0"/>
          </a:p>
        </p:txBody>
      </p:sp>
      <p:pic>
        <p:nvPicPr>
          <p:cNvPr id="446" name="Google Shape;446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352800" y="4135708"/>
            <a:ext cx="1169397" cy="720862"/>
          </a:xfrm>
          <a:prstGeom prst="rect">
            <a:avLst/>
          </a:prstGeom>
          <a:noFill/>
          <a:ln>
            <a:noFill/>
          </a:ln>
        </p:spPr>
      </p:pic>
      <p:pic>
        <p:nvPicPr>
          <p:cNvPr id="447" name="Google Shape;447;p15" descr="A picture containing text, envelope&#10;&#10;Description automatically generated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1516505" y="6929883"/>
            <a:ext cx="3072991" cy="3072991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pic>
        <p:nvPicPr>
          <p:cNvPr id="448" name="Google Shape;448;p15" descr="Diagram&#10;&#10;Description automatically generated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5703262" y="7194631"/>
            <a:ext cx="2520524" cy="24257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EC4"/>
        </a:solidFill>
        <a:effectLst/>
      </p:bgPr>
    </p:bg>
    <p:spTree>
      <p:nvGrpSpPr>
        <p:cNvPr id="1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16"/>
          <p:cNvSpPr/>
          <p:nvPr/>
        </p:nvSpPr>
        <p:spPr>
          <a:xfrm>
            <a:off x="1478524" y="1866901"/>
            <a:ext cx="14478213" cy="7674374"/>
          </a:xfrm>
          <a:custGeom>
            <a:avLst/>
            <a:gdLst/>
            <a:ahLst/>
            <a:cxnLst/>
            <a:rect l="l" t="t" r="r" b="b"/>
            <a:pathLst>
              <a:path w="10825342" h="5776630" extrusionOk="0">
                <a:moveTo>
                  <a:pt x="278431" y="16918"/>
                </a:moveTo>
                <a:cubicBezTo>
                  <a:pt x="278431" y="16918"/>
                  <a:pt x="604014" y="12258"/>
                  <a:pt x="1062834" y="12454"/>
                </a:cubicBezTo>
                <a:cubicBezTo>
                  <a:pt x="8817733" y="12671"/>
                  <a:pt x="10551274" y="0"/>
                  <a:pt x="10551274" y="0"/>
                </a:cubicBezTo>
                <a:cubicBezTo>
                  <a:pt x="10618737" y="0"/>
                  <a:pt x="10694674" y="0"/>
                  <a:pt x="10773448" y="85073"/>
                </a:cubicBezTo>
                <a:cubicBezTo>
                  <a:pt x="10816426" y="131488"/>
                  <a:pt x="10817494" y="240224"/>
                  <a:pt x="10817899" y="320281"/>
                </a:cubicBezTo>
                <a:cubicBezTo>
                  <a:pt x="10817899" y="320281"/>
                  <a:pt x="10816195" y="4157017"/>
                  <a:pt x="10816195" y="5014045"/>
                </a:cubicBezTo>
                <a:cubicBezTo>
                  <a:pt x="10816195" y="5228205"/>
                  <a:pt x="10825342" y="5527383"/>
                  <a:pt x="10825342" y="5527383"/>
                </a:cubicBezTo>
                <a:cubicBezTo>
                  <a:pt x="10825342" y="5656052"/>
                  <a:pt x="10821173" y="5776630"/>
                  <a:pt x="10568335" y="5768495"/>
                </a:cubicBezTo>
                <a:cubicBezTo>
                  <a:pt x="10568335" y="5768495"/>
                  <a:pt x="10191862" y="5748197"/>
                  <a:pt x="9095459" y="5755795"/>
                </a:cubicBezTo>
                <a:cubicBezTo>
                  <a:pt x="2547822" y="5763930"/>
                  <a:pt x="304023" y="5776630"/>
                  <a:pt x="304023" y="5776630"/>
                </a:cubicBezTo>
                <a:cubicBezTo>
                  <a:pt x="132548" y="5776630"/>
                  <a:pt x="4213" y="5675561"/>
                  <a:pt x="8532" y="5473013"/>
                </a:cubicBezTo>
                <a:cubicBezTo>
                  <a:pt x="8532" y="5473013"/>
                  <a:pt x="9630" y="4974472"/>
                  <a:pt x="4815" y="1481678"/>
                </a:cubicBezTo>
                <a:cubicBezTo>
                  <a:pt x="0" y="663668"/>
                  <a:pt x="25592" y="330596"/>
                  <a:pt x="25592" y="330596"/>
                </a:cubicBezTo>
                <a:cubicBezTo>
                  <a:pt x="27224" y="150571"/>
                  <a:pt x="143504" y="16918"/>
                  <a:pt x="278431" y="16918"/>
                </a:cubicBezTo>
                <a:close/>
              </a:path>
            </a:pathLst>
          </a:custGeom>
          <a:solidFill>
            <a:srgbClr val="FFF3E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4" name="Google Shape;454;p16"/>
          <p:cNvSpPr/>
          <p:nvPr/>
        </p:nvSpPr>
        <p:spPr>
          <a:xfrm>
            <a:off x="2057400" y="744090"/>
            <a:ext cx="13057432" cy="2289864"/>
          </a:xfrm>
          <a:custGeom>
            <a:avLst/>
            <a:gdLst/>
            <a:ahLst/>
            <a:cxnLst/>
            <a:rect l="l" t="t" r="r" b="b"/>
            <a:pathLst>
              <a:path w="3443102" h="1144961" extrusionOk="0">
                <a:moveTo>
                  <a:pt x="2504203" y="1133773"/>
                </a:moveTo>
                <a:cubicBezTo>
                  <a:pt x="2504203" y="1133773"/>
                  <a:pt x="2084450" y="1144961"/>
                  <a:pt x="1621865" y="1142339"/>
                </a:cubicBezTo>
                <a:cubicBezTo>
                  <a:pt x="1584822" y="1140177"/>
                  <a:pt x="1057073" y="1132352"/>
                  <a:pt x="1057073" y="1132352"/>
                </a:cubicBezTo>
                <a:cubicBezTo>
                  <a:pt x="812931" y="1123518"/>
                  <a:pt x="565145" y="1106537"/>
                  <a:pt x="398404" y="1048359"/>
                </a:cubicBezTo>
                <a:cubicBezTo>
                  <a:pt x="120505" y="951398"/>
                  <a:pt x="0" y="773869"/>
                  <a:pt x="0" y="577261"/>
                </a:cubicBezTo>
                <a:lnTo>
                  <a:pt x="0" y="577259"/>
                </a:lnTo>
                <a:cubicBezTo>
                  <a:pt x="8536" y="440430"/>
                  <a:pt x="34263" y="311302"/>
                  <a:pt x="140291" y="225758"/>
                </a:cubicBezTo>
                <a:cubicBezTo>
                  <a:pt x="342602" y="62530"/>
                  <a:pt x="736658" y="7673"/>
                  <a:pt x="1155311" y="7673"/>
                </a:cubicBezTo>
                <a:cubicBezTo>
                  <a:pt x="1155311" y="7673"/>
                  <a:pt x="1551711" y="15681"/>
                  <a:pt x="1584822" y="7673"/>
                </a:cubicBezTo>
                <a:cubicBezTo>
                  <a:pt x="1865523" y="0"/>
                  <a:pt x="2329451" y="7673"/>
                  <a:pt x="2329451" y="7673"/>
                </a:cubicBezTo>
                <a:cubicBezTo>
                  <a:pt x="2697758" y="15152"/>
                  <a:pt x="3061071" y="84484"/>
                  <a:pt x="3258811" y="207066"/>
                </a:cubicBezTo>
                <a:cubicBezTo>
                  <a:pt x="3409828" y="300683"/>
                  <a:pt x="3443102" y="425358"/>
                  <a:pt x="3433962" y="577261"/>
                </a:cubicBezTo>
                <a:lnTo>
                  <a:pt x="3433962" y="577262"/>
                </a:lnTo>
                <a:cubicBezTo>
                  <a:pt x="3433962" y="891835"/>
                  <a:pt x="3150965" y="1105932"/>
                  <a:pt x="2504203" y="1133773"/>
                </a:cubicBezTo>
                <a:close/>
              </a:path>
            </a:pathLst>
          </a:custGeom>
          <a:solidFill>
            <a:srgbClr val="FDF5B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55" name="Google Shape;455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656759" y="472740"/>
            <a:ext cx="3020414" cy="720862"/>
          </a:xfrm>
          <a:prstGeom prst="rect">
            <a:avLst/>
          </a:prstGeom>
          <a:noFill/>
          <a:ln>
            <a:noFill/>
          </a:ln>
        </p:spPr>
      </p:pic>
      <p:sp>
        <p:nvSpPr>
          <p:cNvPr id="456" name="Google Shape;456;p16"/>
          <p:cNvSpPr txBox="1"/>
          <p:nvPr/>
        </p:nvSpPr>
        <p:spPr>
          <a:xfrm>
            <a:off x="2448549" y="1355265"/>
            <a:ext cx="12132710" cy="1329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00"/>
              <a:buFont typeface="Arial"/>
              <a:buNone/>
            </a:pPr>
            <a:r>
              <a:rPr lang="en-US" sz="9600" b="0" i="0" u="none" strike="noStrike" cap="none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教</a:t>
            </a:r>
            <a:r>
              <a:rPr lang="en-US" sz="96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8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v. </a:t>
            </a:r>
            <a:r>
              <a:rPr lang="en-US" sz="80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jiāo</a:t>
            </a:r>
            <a:r>
              <a:rPr lang="en-US" sz="8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96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 teach</a:t>
            </a:r>
            <a:endParaRPr sz="9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57" name="Google Shape;457;p1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698455">
            <a:off x="14863540" y="-142294"/>
            <a:ext cx="3629501" cy="2412635"/>
          </a:xfrm>
          <a:prstGeom prst="rect">
            <a:avLst/>
          </a:prstGeom>
          <a:noFill/>
          <a:ln>
            <a:noFill/>
          </a:ln>
        </p:spPr>
      </p:pic>
      <p:pic>
        <p:nvPicPr>
          <p:cNvPr id="458" name="Google Shape;458;p1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803959">
            <a:off x="15680560" y="8048436"/>
            <a:ext cx="2122534" cy="1966751"/>
          </a:xfrm>
          <a:prstGeom prst="rect">
            <a:avLst/>
          </a:prstGeom>
          <a:noFill/>
          <a:ln>
            <a:noFill/>
          </a:ln>
        </p:spPr>
      </p:pic>
      <p:pic>
        <p:nvPicPr>
          <p:cNvPr id="459" name="Google Shape;459;p16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 rot="-442419">
            <a:off x="615416" y="8148284"/>
            <a:ext cx="2443041" cy="19595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60" name="Google Shape;460;p16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 rot="-2627376">
            <a:off x="3071024" y="-96077"/>
            <a:ext cx="947383" cy="2122534"/>
          </a:xfrm>
          <a:prstGeom prst="rect">
            <a:avLst/>
          </a:prstGeom>
          <a:noFill/>
          <a:ln>
            <a:noFill/>
          </a:ln>
        </p:spPr>
      </p:pic>
      <p:sp>
        <p:nvSpPr>
          <p:cNvPr id="461" name="Google Shape;461;p16"/>
          <p:cNvSpPr txBox="1"/>
          <p:nvPr/>
        </p:nvSpPr>
        <p:spPr>
          <a:xfrm rot="791915">
            <a:off x="14573022" y="504334"/>
            <a:ext cx="4050280" cy="1630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68194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3600"/>
              <a:buFont typeface="Calibri"/>
              <a:buNone/>
            </a:pPr>
            <a:r>
              <a:rPr lang="en-US" sz="3600" b="1" i="0" u="none" strike="noStrike" cap="none">
                <a:solidFill>
                  <a:srgbClr val="2E2F30"/>
                </a:solidFill>
                <a:latin typeface="Calibri"/>
                <a:ea typeface="Calibri"/>
                <a:cs typeface="Calibri"/>
                <a:sym typeface="Calibri"/>
              </a:rPr>
              <a:t>生词 </a:t>
            </a:r>
            <a:endParaRPr sz="3600" b="1" i="0" u="none" strike="noStrike" cap="none">
              <a:solidFill>
                <a:srgbClr val="2E2F3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26145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4800"/>
              <a:buFont typeface="Arial"/>
              <a:buNone/>
            </a:pPr>
            <a:r>
              <a:rPr lang="en-US" sz="4800" b="1" i="0" u="none" strike="noStrike" cap="none">
                <a:solidFill>
                  <a:srgbClr val="2E2F30"/>
                </a:solidFill>
                <a:latin typeface="Arial"/>
                <a:ea typeface="Arial"/>
                <a:cs typeface="Arial"/>
                <a:sym typeface="Arial"/>
              </a:rPr>
              <a:t>New words</a:t>
            </a:r>
            <a:endParaRPr sz="4800" b="1" i="0" u="none" strike="noStrike" cap="none">
              <a:solidFill>
                <a:srgbClr val="2E2F3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2" name="Google Shape;462;p16"/>
          <p:cNvSpPr/>
          <p:nvPr/>
        </p:nvSpPr>
        <p:spPr>
          <a:xfrm>
            <a:off x="5047487" y="7485001"/>
            <a:ext cx="8000712" cy="1953126"/>
          </a:xfrm>
          <a:custGeom>
            <a:avLst/>
            <a:gdLst/>
            <a:ahLst/>
            <a:cxnLst/>
            <a:rect l="l" t="t" r="r" b="b"/>
            <a:pathLst>
              <a:path w="3443102" h="1144961" extrusionOk="0">
                <a:moveTo>
                  <a:pt x="2504203" y="1133773"/>
                </a:moveTo>
                <a:cubicBezTo>
                  <a:pt x="2504203" y="1133773"/>
                  <a:pt x="2084450" y="1144961"/>
                  <a:pt x="1621865" y="1142339"/>
                </a:cubicBezTo>
                <a:cubicBezTo>
                  <a:pt x="1584822" y="1140177"/>
                  <a:pt x="1057073" y="1132352"/>
                  <a:pt x="1057073" y="1132352"/>
                </a:cubicBezTo>
                <a:cubicBezTo>
                  <a:pt x="812931" y="1123518"/>
                  <a:pt x="565145" y="1106537"/>
                  <a:pt x="398404" y="1048359"/>
                </a:cubicBezTo>
                <a:cubicBezTo>
                  <a:pt x="120505" y="951398"/>
                  <a:pt x="0" y="773869"/>
                  <a:pt x="0" y="577261"/>
                </a:cubicBezTo>
                <a:lnTo>
                  <a:pt x="0" y="577259"/>
                </a:lnTo>
                <a:cubicBezTo>
                  <a:pt x="8536" y="440430"/>
                  <a:pt x="34263" y="311302"/>
                  <a:pt x="140291" y="225758"/>
                </a:cubicBezTo>
                <a:cubicBezTo>
                  <a:pt x="342602" y="62530"/>
                  <a:pt x="736658" y="7673"/>
                  <a:pt x="1155311" y="7673"/>
                </a:cubicBezTo>
                <a:cubicBezTo>
                  <a:pt x="1155311" y="7673"/>
                  <a:pt x="1551711" y="15681"/>
                  <a:pt x="1584822" y="7673"/>
                </a:cubicBezTo>
                <a:cubicBezTo>
                  <a:pt x="1865523" y="0"/>
                  <a:pt x="2329451" y="7673"/>
                  <a:pt x="2329451" y="7673"/>
                </a:cubicBezTo>
                <a:cubicBezTo>
                  <a:pt x="2697758" y="15152"/>
                  <a:pt x="3061071" y="84484"/>
                  <a:pt x="3258811" y="207066"/>
                </a:cubicBezTo>
                <a:cubicBezTo>
                  <a:pt x="3409828" y="300683"/>
                  <a:pt x="3443102" y="425358"/>
                  <a:pt x="3433962" y="577261"/>
                </a:cubicBezTo>
                <a:lnTo>
                  <a:pt x="3433962" y="577262"/>
                </a:lnTo>
                <a:cubicBezTo>
                  <a:pt x="3433962" y="891835"/>
                  <a:pt x="3150965" y="1105932"/>
                  <a:pt x="2504203" y="1133773"/>
                </a:cubicBezTo>
                <a:close/>
              </a:path>
            </a:pathLst>
          </a:custGeom>
          <a:solidFill>
            <a:srgbClr val="E5DFEC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3" name="Google Shape;463;p16"/>
          <p:cNvSpPr txBox="1"/>
          <p:nvPr/>
        </p:nvSpPr>
        <p:spPr>
          <a:xfrm>
            <a:off x="5405523" y="7643918"/>
            <a:ext cx="7596779" cy="1580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375"/>
              </a:lnSpc>
              <a:spcBef>
                <a:spcPts val="0"/>
              </a:spcBef>
              <a:spcAft>
                <a:spcPts val="0"/>
              </a:spcAft>
              <a:buClr>
                <a:srgbClr val="272626"/>
              </a:buClr>
              <a:buSzPts val="3200"/>
              <a:buFont typeface="SimSun"/>
              <a:buNone/>
            </a:pPr>
            <a:r>
              <a:rPr lang="en-US" sz="2800" b="0" i="0" u="none" strike="noStrike" cap="none" dirty="0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   </a:t>
            </a:r>
            <a:r>
              <a:rPr lang="en-US" sz="2800" b="0" i="0" u="none" strike="noStrike" cap="none" dirty="0" err="1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Zhānɡ</a:t>
            </a:r>
            <a:r>
              <a:rPr lang="en-US" sz="2800" b="0" i="0" u="none" strike="noStrike" cap="none" dirty="0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2800" b="0" i="0" u="none" strike="noStrike" cap="none" dirty="0" err="1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lǎoshī</a:t>
            </a:r>
            <a:r>
              <a:rPr lang="en-US" sz="2800" b="0" i="0" u="none" strike="noStrike" cap="none" dirty="0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2800" b="0" i="0" u="none" strike="noStrike" cap="none" dirty="0" err="1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jiāo</a:t>
            </a:r>
            <a:r>
              <a:rPr lang="en-US" sz="2800" b="0" i="0" u="none" strike="noStrike" cap="none" dirty="0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 </a:t>
            </a:r>
            <a:r>
              <a:rPr lang="en-US" sz="2800" b="0" i="0" u="none" strike="noStrike" cap="none" dirty="0" err="1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wǒmen</a:t>
            </a:r>
            <a:r>
              <a:rPr lang="en-US" sz="2800" b="0" i="0" u="none" strike="noStrike" cap="none" dirty="0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 </a:t>
            </a:r>
            <a:r>
              <a:rPr lang="en-US" sz="2800" b="0" i="0" u="none" strike="noStrike" cap="none" dirty="0" err="1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Hànyǔ</a:t>
            </a:r>
            <a:r>
              <a:rPr lang="en-US" sz="2800" b="0" i="0" u="none" strike="noStrike" cap="none" dirty="0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.</a:t>
            </a:r>
            <a:endParaRPr sz="1200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marL="0" marR="0" lvl="0" indent="0" algn="l" rtl="0">
              <a:lnSpc>
                <a:spcPct val="96300"/>
              </a:lnSpc>
              <a:spcBef>
                <a:spcPts val="0"/>
              </a:spcBef>
              <a:spcAft>
                <a:spcPts val="0"/>
              </a:spcAft>
              <a:buClr>
                <a:srgbClr val="272626"/>
              </a:buClr>
              <a:buSzPts val="4000"/>
              <a:buFont typeface="Arial"/>
              <a:buNone/>
            </a:pPr>
            <a:r>
              <a:rPr lang="en-US" sz="3600" b="0" i="0" u="none" strike="noStrike" cap="none" dirty="0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  B: 张 </a:t>
            </a:r>
            <a:r>
              <a:rPr lang="en-US" sz="3600" b="0" i="0" u="none" strike="noStrike" cap="none" dirty="0" err="1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老师</a:t>
            </a:r>
            <a:r>
              <a:rPr lang="en-US" sz="3600" b="0" i="0" u="none" strike="noStrike" cap="none" dirty="0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 </a:t>
            </a:r>
            <a:r>
              <a:rPr lang="en-US" sz="3600" b="1" i="0" u="none" strike="noStrike" cap="none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教</a:t>
            </a:r>
            <a:r>
              <a:rPr lang="en-US" sz="3600" b="0" i="0" u="none" strike="noStrike" cap="none" dirty="0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  </a:t>
            </a:r>
            <a:r>
              <a:rPr lang="en-US" sz="3600" b="0" i="0" u="none" strike="noStrike" cap="none" dirty="0" err="1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我们</a:t>
            </a:r>
            <a:r>
              <a:rPr lang="en-US" sz="3600" b="0" i="0" u="none" strike="noStrike" cap="none" dirty="0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   </a:t>
            </a:r>
            <a:r>
              <a:rPr lang="en-US" sz="3600" b="0" i="0" u="none" strike="noStrike" cap="none" dirty="0" err="1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汉语</a:t>
            </a:r>
            <a:r>
              <a:rPr lang="en-US" sz="3600" b="0" i="0" u="none" strike="noStrike" cap="none" dirty="0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。</a:t>
            </a:r>
            <a:endParaRPr sz="3600" b="0" i="0" u="none" strike="noStrike" cap="none" dirty="0">
              <a:solidFill>
                <a:srgbClr val="FF0000"/>
              </a:solidFill>
              <a:latin typeface="SimSun" panose="02010600030101010101" pitchFamily="2" charset="-122"/>
              <a:ea typeface="SimSun" panose="02010600030101010101" pitchFamily="2" charset="-122"/>
              <a:sym typeface="Arial"/>
            </a:endParaRPr>
          </a:p>
          <a:p>
            <a:pPr marL="0" marR="0" lvl="0" indent="0" algn="ctr" rtl="0">
              <a:lnSpc>
                <a:spcPct val="963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altLang="zh-CN" sz="3600" b="0" i="0" u="none" strike="noStrike" cap="none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Mr. </a:t>
            </a:r>
            <a:r>
              <a:rPr lang="en-US" sz="3600" b="0" i="0" u="none" strike="noStrike" cap="none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Zhang teaches us Chinese.</a:t>
            </a:r>
            <a:endParaRPr sz="120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pic>
        <p:nvPicPr>
          <p:cNvPr id="464" name="Google Shape;464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1079914">
            <a:off x="4990778" y="7044948"/>
            <a:ext cx="1169397" cy="720862"/>
          </a:xfrm>
          <a:prstGeom prst="rect">
            <a:avLst/>
          </a:prstGeom>
          <a:noFill/>
          <a:ln>
            <a:noFill/>
          </a:ln>
        </p:spPr>
      </p:pic>
      <p:sp>
        <p:nvSpPr>
          <p:cNvPr id="465" name="Google Shape;465;p16"/>
          <p:cNvSpPr/>
          <p:nvPr/>
        </p:nvSpPr>
        <p:spPr>
          <a:xfrm>
            <a:off x="5867400" y="3279006"/>
            <a:ext cx="5727886" cy="2118221"/>
          </a:xfrm>
          <a:custGeom>
            <a:avLst/>
            <a:gdLst/>
            <a:ahLst/>
            <a:cxnLst/>
            <a:rect l="l" t="t" r="r" b="b"/>
            <a:pathLst>
              <a:path w="3443102" h="1144961" extrusionOk="0">
                <a:moveTo>
                  <a:pt x="2504203" y="1133773"/>
                </a:moveTo>
                <a:cubicBezTo>
                  <a:pt x="2504203" y="1133773"/>
                  <a:pt x="2084450" y="1144961"/>
                  <a:pt x="1621865" y="1142339"/>
                </a:cubicBezTo>
                <a:cubicBezTo>
                  <a:pt x="1584822" y="1140177"/>
                  <a:pt x="1057073" y="1132352"/>
                  <a:pt x="1057073" y="1132352"/>
                </a:cubicBezTo>
                <a:cubicBezTo>
                  <a:pt x="812931" y="1123518"/>
                  <a:pt x="565145" y="1106537"/>
                  <a:pt x="398404" y="1048359"/>
                </a:cubicBezTo>
                <a:cubicBezTo>
                  <a:pt x="120505" y="951398"/>
                  <a:pt x="0" y="773869"/>
                  <a:pt x="0" y="577261"/>
                </a:cubicBezTo>
                <a:lnTo>
                  <a:pt x="0" y="577259"/>
                </a:lnTo>
                <a:cubicBezTo>
                  <a:pt x="8536" y="440430"/>
                  <a:pt x="34263" y="311302"/>
                  <a:pt x="140291" y="225758"/>
                </a:cubicBezTo>
                <a:cubicBezTo>
                  <a:pt x="342602" y="62530"/>
                  <a:pt x="736658" y="7673"/>
                  <a:pt x="1155311" y="7673"/>
                </a:cubicBezTo>
                <a:cubicBezTo>
                  <a:pt x="1155311" y="7673"/>
                  <a:pt x="1551711" y="15681"/>
                  <a:pt x="1584822" y="7673"/>
                </a:cubicBezTo>
                <a:cubicBezTo>
                  <a:pt x="1865523" y="0"/>
                  <a:pt x="2329451" y="7673"/>
                  <a:pt x="2329451" y="7673"/>
                </a:cubicBezTo>
                <a:cubicBezTo>
                  <a:pt x="2697758" y="15152"/>
                  <a:pt x="3061071" y="84484"/>
                  <a:pt x="3258811" y="207066"/>
                </a:cubicBezTo>
                <a:cubicBezTo>
                  <a:pt x="3409828" y="300683"/>
                  <a:pt x="3443102" y="425358"/>
                  <a:pt x="3433962" y="577261"/>
                </a:cubicBezTo>
                <a:lnTo>
                  <a:pt x="3433962" y="577262"/>
                </a:lnTo>
                <a:cubicBezTo>
                  <a:pt x="3433962" y="891835"/>
                  <a:pt x="3150965" y="1105932"/>
                  <a:pt x="2504203" y="1133773"/>
                </a:cubicBezTo>
                <a:close/>
              </a:path>
            </a:pathLst>
          </a:custGeom>
          <a:solidFill>
            <a:srgbClr val="EAF1DD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6" name="Google Shape;466;p16"/>
          <p:cNvSpPr txBox="1"/>
          <p:nvPr/>
        </p:nvSpPr>
        <p:spPr>
          <a:xfrm>
            <a:off x="6172200" y="3400230"/>
            <a:ext cx="5141729" cy="19205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375"/>
              </a:lnSpc>
              <a:spcBef>
                <a:spcPts val="0"/>
              </a:spcBef>
              <a:spcAft>
                <a:spcPts val="0"/>
              </a:spcAft>
              <a:buClr>
                <a:srgbClr val="272626"/>
              </a:buClr>
              <a:buSzPts val="3200"/>
              <a:buFont typeface="SimSun"/>
              <a:buNone/>
            </a:pPr>
            <a:r>
              <a:rPr lang="en-US" sz="3200" b="0" i="0" u="none" strike="noStrike" cap="none" dirty="0" err="1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Tā</a:t>
            </a:r>
            <a:r>
              <a:rPr lang="en-US" sz="3200" b="0" i="0" u="none" strike="noStrike" cap="none" dirty="0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3200" b="0" i="0" u="none" strike="noStrike" cap="none" dirty="0" err="1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jiāo</a:t>
            </a:r>
            <a:r>
              <a:rPr lang="en-US" sz="3200" b="0" i="0" u="none" strike="noStrike" cap="none" dirty="0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3200" b="0" i="0" u="none" strike="noStrike" cap="none" dirty="0" err="1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wǒ</a:t>
            </a:r>
            <a:r>
              <a:rPr lang="en-US" sz="3200" b="0" i="0" u="none" strike="noStrike" cap="none" dirty="0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.  </a:t>
            </a:r>
            <a:endParaRPr lang="en-US" dirty="0">
              <a:latin typeface="SimSun" panose="02010600030101010101" pitchFamily="2" charset="-122"/>
              <a:ea typeface="SimSun" panose="02010600030101010101" pitchFamily="2" charset="-122"/>
              <a:cs typeface="SimSun"/>
            </a:endParaRPr>
          </a:p>
          <a:p>
            <a:pPr marL="0" marR="0" lvl="0" indent="0" algn="ctr" rtl="0">
              <a:lnSpc>
                <a:spcPct val="120375"/>
              </a:lnSpc>
              <a:spcBef>
                <a:spcPts val="0"/>
              </a:spcBef>
              <a:spcAft>
                <a:spcPts val="0"/>
              </a:spcAft>
              <a:buClr>
                <a:srgbClr val="272626"/>
              </a:buClr>
              <a:buSzPts val="3200"/>
              <a:buFont typeface="SimSun"/>
              <a:buNone/>
            </a:pPr>
            <a:r>
              <a:rPr lang="en-US" sz="4000" b="0" i="0" u="none" strike="noStrike" cap="none" dirty="0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他  </a:t>
            </a:r>
            <a:r>
              <a:rPr lang="en-US" sz="4000" b="1" i="0" u="none" strike="noStrike" cap="none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教</a:t>
            </a:r>
            <a:r>
              <a:rPr lang="en-US" sz="4000" b="0" i="0" u="none" strike="noStrike" cap="none" dirty="0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  我 </a:t>
            </a:r>
            <a:r>
              <a:rPr lang="en-US" sz="4000" b="0" i="0" u="none" strike="noStrike" cap="none" dirty="0">
                <a:solidFill>
                  <a:schemeClr val="dk1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。</a:t>
            </a:r>
            <a:endParaRPr sz="4000" b="0" i="0" u="none" strike="noStrike" cap="none" dirty="0">
              <a:solidFill>
                <a:schemeClr val="dk1"/>
              </a:solidFill>
              <a:latin typeface="SimSun" panose="02010600030101010101" pitchFamily="2" charset="-122"/>
              <a:ea typeface="SimSun" panose="02010600030101010101" pitchFamily="2" charset="-122"/>
              <a:sym typeface="Arial"/>
            </a:endParaRPr>
          </a:p>
          <a:p>
            <a:pPr marL="0" marR="0" lvl="0" indent="0" algn="ctr" rtl="0">
              <a:lnSpc>
                <a:spcPct val="963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0" i="0" u="none" strike="noStrike" cap="none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He teaches me. </a:t>
            </a:r>
            <a:endParaRPr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pic>
        <p:nvPicPr>
          <p:cNvPr id="467" name="Google Shape;467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1501278">
            <a:off x="10162803" y="2918576"/>
            <a:ext cx="1169397" cy="720862"/>
          </a:xfrm>
          <a:prstGeom prst="rect">
            <a:avLst/>
          </a:prstGeom>
          <a:noFill/>
          <a:ln>
            <a:noFill/>
          </a:ln>
        </p:spPr>
      </p:pic>
      <p:sp>
        <p:nvSpPr>
          <p:cNvPr id="468" name="Google Shape;468;p16"/>
          <p:cNvSpPr/>
          <p:nvPr/>
        </p:nvSpPr>
        <p:spPr>
          <a:xfrm>
            <a:off x="5047487" y="5594183"/>
            <a:ext cx="8000712" cy="1816077"/>
          </a:xfrm>
          <a:custGeom>
            <a:avLst/>
            <a:gdLst/>
            <a:ahLst/>
            <a:cxnLst/>
            <a:rect l="l" t="t" r="r" b="b"/>
            <a:pathLst>
              <a:path w="3443102" h="1144961" extrusionOk="0">
                <a:moveTo>
                  <a:pt x="2504203" y="1133773"/>
                </a:moveTo>
                <a:cubicBezTo>
                  <a:pt x="2504203" y="1133773"/>
                  <a:pt x="2084450" y="1144961"/>
                  <a:pt x="1621865" y="1142339"/>
                </a:cubicBezTo>
                <a:cubicBezTo>
                  <a:pt x="1584822" y="1140177"/>
                  <a:pt x="1057073" y="1132352"/>
                  <a:pt x="1057073" y="1132352"/>
                </a:cubicBezTo>
                <a:cubicBezTo>
                  <a:pt x="812931" y="1123518"/>
                  <a:pt x="565145" y="1106537"/>
                  <a:pt x="398404" y="1048359"/>
                </a:cubicBezTo>
                <a:cubicBezTo>
                  <a:pt x="120505" y="951398"/>
                  <a:pt x="0" y="773869"/>
                  <a:pt x="0" y="577261"/>
                </a:cubicBezTo>
                <a:lnTo>
                  <a:pt x="0" y="577259"/>
                </a:lnTo>
                <a:cubicBezTo>
                  <a:pt x="8536" y="440430"/>
                  <a:pt x="34263" y="311302"/>
                  <a:pt x="140291" y="225758"/>
                </a:cubicBezTo>
                <a:cubicBezTo>
                  <a:pt x="342602" y="62530"/>
                  <a:pt x="736658" y="7673"/>
                  <a:pt x="1155311" y="7673"/>
                </a:cubicBezTo>
                <a:cubicBezTo>
                  <a:pt x="1155311" y="7673"/>
                  <a:pt x="1551711" y="15681"/>
                  <a:pt x="1584822" y="7673"/>
                </a:cubicBezTo>
                <a:cubicBezTo>
                  <a:pt x="1865523" y="0"/>
                  <a:pt x="2329451" y="7673"/>
                  <a:pt x="2329451" y="7673"/>
                </a:cubicBezTo>
                <a:cubicBezTo>
                  <a:pt x="2697758" y="15152"/>
                  <a:pt x="3061071" y="84484"/>
                  <a:pt x="3258811" y="207066"/>
                </a:cubicBezTo>
                <a:cubicBezTo>
                  <a:pt x="3409828" y="300683"/>
                  <a:pt x="3443102" y="425358"/>
                  <a:pt x="3433962" y="577261"/>
                </a:cubicBezTo>
                <a:lnTo>
                  <a:pt x="3433962" y="577262"/>
                </a:lnTo>
                <a:cubicBezTo>
                  <a:pt x="3433962" y="891835"/>
                  <a:pt x="3150965" y="1105932"/>
                  <a:pt x="2504203" y="1133773"/>
                </a:cubicBezTo>
                <a:close/>
              </a:path>
            </a:pathLst>
          </a:custGeom>
          <a:solidFill>
            <a:srgbClr val="E5DFEC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9" name="Google Shape;469;p16"/>
          <p:cNvSpPr txBox="1"/>
          <p:nvPr/>
        </p:nvSpPr>
        <p:spPr>
          <a:xfrm>
            <a:off x="5500711" y="5656339"/>
            <a:ext cx="7076265" cy="1580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375"/>
              </a:lnSpc>
              <a:spcBef>
                <a:spcPts val="0"/>
              </a:spcBef>
              <a:spcAft>
                <a:spcPts val="0"/>
              </a:spcAft>
              <a:buClr>
                <a:srgbClr val="272626"/>
              </a:buClr>
              <a:buSzPts val="3200"/>
              <a:buFont typeface="SimSun"/>
              <a:buNone/>
            </a:pPr>
            <a:r>
              <a:rPr lang="en-US" sz="2800" b="0" i="0" u="none" strike="noStrike" cap="none" dirty="0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    </a:t>
            </a:r>
            <a:r>
              <a:rPr lang="en-US" sz="2800" b="0" i="0" u="none" strike="noStrike" cap="none" dirty="0" err="1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Shéi</a:t>
            </a:r>
            <a:r>
              <a:rPr lang="en-US" sz="2800" b="0" i="0" u="none" strike="noStrike" cap="none" dirty="0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2800" b="0" i="0" u="none" strike="noStrike" cap="none" dirty="0" err="1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jiāo</a:t>
            </a:r>
            <a:r>
              <a:rPr lang="en-US" sz="2800" b="0" i="0" u="none" strike="noStrike" cap="none" dirty="0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2800" b="0" i="0" u="none" strike="noStrike" cap="none" dirty="0" err="1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nǐmen</a:t>
            </a:r>
            <a:r>
              <a:rPr lang="en-US" sz="2800" b="0" i="0" u="none" strike="noStrike" cap="none" dirty="0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2800" b="0" i="0" u="none" strike="noStrike" cap="none" dirty="0" err="1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Hànyǔ</a:t>
            </a:r>
            <a:r>
              <a:rPr lang="en-US" sz="2800" b="0" i="0" u="none" strike="noStrike" cap="none" dirty="0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?</a:t>
            </a:r>
            <a:endParaRPr sz="1200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marL="0" marR="0" lvl="0" indent="0" algn="l" rtl="0">
              <a:lnSpc>
                <a:spcPct val="96300"/>
              </a:lnSpc>
              <a:spcBef>
                <a:spcPts val="0"/>
              </a:spcBef>
              <a:spcAft>
                <a:spcPts val="0"/>
              </a:spcAft>
              <a:buClr>
                <a:srgbClr val="272626"/>
              </a:buClr>
              <a:buSzPts val="4000"/>
              <a:buFont typeface="Arial"/>
              <a:buNone/>
            </a:pPr>
            <a:r>
              <a:rPr lang="en-US" sz="3600" b="0" i="0" u="none" strike="noStrike" cap="none" dirty="0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 A: 谁  </a:t>
            </a:r>
            <a:r>
              <a:rPr lang="en-US" sz="3600" b="1" i="0" u="none" strike="noStrike" cap="none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教</a:t>
            </a:r>
            <a:r>
              <a:rPr lang="en-US" sz="3600" b="0" i="0" u="none" strike="noStrike" cap="none" dirty="0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  </a:t>
            </a:r>
            <a:r>
              <a:rPr lang="en-US" sz="3600" b="0" i="0" u="none" strike="noStrike" cap="none" dirty="0" err="1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你们</a:t>
            </a:r>
            <a:r>
              <a:rPr lang="en-US" sz="3600" b="0" i="0" u="none" strike="noStrike" cap="none" dirty="0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 </a:t>
            </a:r>
            <a:r>
              <a:rPr lang="en-US" sz="3600" b="0" i="0" u="none" strike="noStrike" cap="none" dirty="0" err="1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汉语</a:t>
            </a:r>
            <a:r>
              <a:rPr lang="en-US" sz="3600" b="0" i="0" u="none" strike="noStrike" cap="none" dirty="0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？</a:t>
            </a:r>
            <a:endParaRPr sz="3600" b="0" i="0" u="none" strike="noStrike" cap="none" dirty="0">
              <a:solidFill>
                <a:srgbClr val="FF0000"/>
              </a:solidFill>
              <a:latin typeface="SimSun" panose="02010600030101010101" pitchFamily="2" charset="-122"/>
              <a:ea typeface="SimSun" panose="02010600030101010101" pitchFamily="2" charset="-122"/>
              <a:sym typeface="Arial"/>
            </a:endParaRPr>
          </a:p>
          <a:p>
            <a:pPr marL="0" marR="0" lvl="0" indent="0" algn="l" rtl="0">
              <a:lnSpc>
                <a:spcPct val="963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000"/>
              <a:buFont typeface="Arial"/>
              <a:buNone/>
            </a:pPr>
            <a:r>
              <a:rPr lang="en-US" sz="3600" b="0" i="0" u="none" strike="noStrike" cap="none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    </a:t>
            </a:r>
            <a:r>
              <a:rPr lang="en-US" sz="3600" b="0" i="0" u="none" strike="noStrike" cap="none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Who teaches you Chinese?</a:t>
            </a:r>
            <a:endParaRPr sz="120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pic>
        <p:nvPicPr>
          <p:cNvPr id="470" name="Google Shape;470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1079914">
            <a:off x="4990778" y="5154130"/>
            <a:ext cx="1169397" cy="720862"/>
          </a:xfrm>
          <a:prstGeom prst="rect">
            <a:avLst/>
          </a:prstGeom>
          <a:noFill/>
          <a:ln>
            <a:noFill/>
          </a:ln>
        </p:spPr>
      </p:pic>
      <p:pic>
        <p:nvPicPr>
          <p:cNvPr id="471" name="Google Shape;471;p16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 rot="-485786">
            <a:off x="2382726" y="4665940"/>
            <a:ext cx="2456454" cy="2018267"/>
          </a:xfrm>
          <a:prstGeom prst="rect">
            <a:avLst/>
          </a:prstGeom>
          <a:noFill/>
          <a:ln>
            <a:noFill/>
          </a:ln>
        </p:spPr>
      </p:pic>
      <p:pic>
        <p:nvPicPr>
          <p:cNvPr id="472" name="Google Shape;472;p16" descr="A person in a suit&#10;&#10;Description automatically generated with medium confidence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2468355" y="4429142"/>
            <a:ext cx="2274996" cy="2274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473" name="Google Shape;473;p16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 rot="-404314">
            <a:off x="4301081" y="5977139"/>
            <a:ext cx="817679" cy="716283"/>
          </a:xfrm>
          <a:prstGeom prst="rect">
            <a:avLst/>
          </a:prstGeom>
          <a:noFill/>
          <a:ln>
            <a:noFill/>
          </a:ln>
        </p:spPr>
      </p:pic>
      <p:pic>
        <p:nvPicPr>
          <p:cNvPr id="474" name="Google Shape;474;p16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 rot="469439">
            <a:off x="12726567" y="6736531"/>
            <a:ext cx="2298733" cy="2413368"/>
          </a:xfrm>
          <a:prstGeom prst="rect">
            <a:avLst/>
          </a:prstGeom>
          <a:noFill/>
          <a:ln>
            <a:noFill/>
          </a:ln>
        </p:spPr>
      </p:pic>
      <p:pic>
        <p:nvPicPr>
          <p:cNvPr id="475" name="Google Shape;475;p16" descr="A person wearing a red shirt&#10;&#10;Description automatically generated with low confidence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12801600" y="6812185"/>
            <a:ext cx="2141315" cy="2141315"/>
          </a:xfrm>
          <a:prstGeom prst="rect">
            <a:avLst/>
          </a:prstGeom>
          <a:noFill/>
          <a:ln>
            <a:noFill/>
          </a:ln>
        </p:spPr>
      </p:pic>
      <p:pic>
        <p:nvPicPr>
          <p:cNvPr id="476" name="Google Shape;476;p16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 rot="-548903">
            <a:off x="14050910" y="8138186"/>
            <a:ext cx="1362131" cy="14462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EC4"/>
        </a:solidFill>
        <a:effectLst/>
      </p:bgPr>
    </p:bg>
    <p:spTree>
      <p:nvGrpSpPr>
        <p:cNvPr id="1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17"/>
          <p:cNvSpPr/>
          <p:nvPr/>
        </p:nvSpPr>
        <p:spPr>
          <a:xfrm>
            <a:off x="1478524" y="1866901"/>
            <a:ext cx="14478213" cy="7674374"/>
          </a:xfrm>
          <a:custGeom>
            <a:avLst/>
            <a:gdLst/>
            <a:ahLst/>
            <a:cxnLst/>
            <a:rect l="l" t="t" r="r" b="b"/>
            <a:pathLst>
              <a:path w="10825342" h="5776630" extrusionOk="0">
                <a:moveTo>
                  <a:pt x="278431" y="16918"/>
                </a:moveTo>
                <a:cubicBezTo>
                  <a:pt x="278431" y="16918"/>
                  <a:pt x="604014" y="12258"/>
                  <a:pt x="1062834" y="12454"/>
                </a:cubicBezTo>
                <a:cubicBezTo>
                  <a:pt x="8817733" y="12671"/>
                  <a:pt x="10551274" y="0"/>
                  <a:pt x="10551274" y="0"/>
                </a:cubicBezTo>
                <a:cubicBezTo>
                  <a:pt x="10618737" y="0"/>
                  <a:pt x="10694674" y="0"/>
                  <a:pt x="10773448" y="85073"/>
                </a:cubicBezTo>
                <a:cubicBezTo>
                  <a:pt x="10816426" y="131488"/>
                  <a:pt x="10817494" y="240224"/>
                  <a:pt x="10817899" y="320281"/>
                </a:cubicBezTo>
                <a:cubicBezTo>
                  <a:pt x="10817899" y="320281"/>
                  <a:pt x="10816195" y="4157017"/>
                  <a:pt x="10816195" y="5014045"/>
                </a:cubicBezTo>
                <a:cubicBezTo>
                  <a:pt x="10816195" y="5228205"/>
                  <a:pt x="10825342" y="5527383"/>
                  <a:pt x="10825342" y="5527383"/>
                </a:cubicBezTo>
                <a:cubicBezTo>
                  <a:pt x="10825342" y="5656052"/>
                  <a:pt x="10821173" y="5776630"/>
                  <a:pt x="10568335" y="5768495"/>
                </a:cubicBezTo>
                <a:cubicBezTo>
                  <a:pt x="10568335" y="5768495"/>
                  <a:pt x="10191862" y="5748197"/>
                  <a:pt x="9095459" y="5755795"/>
                </a:cubicBezTo>
                <a:cubicBezTo>
                  <a:pt x="2547822" y="5763930"/>
                  <a:pt x="304023" y="5776630"/>
                  <a:pt x="304023" y="5776630"/>
                </a:cubicBezTo>
                <a:cubicBezTo>
                  <a:pt x="132548" y="5776630"/>
                  <a:pt x="4213" y="5675561"/>
                  <a:pt x="8532" y="5473013"/>
                </a:cubicBezTo>
                <a:cubicBezTo>
                  <a:pt x="8532" y="5473013"/>
                  <a:pt x="9630" y="4974472"/>
                  <a:pt x="4815" y="1481678"/>
                </a:cubicBezTo>
                <a:cubicBezTo>
                  <a:pt x="0" y="663668"/>
                  <a:pt x="25592" y="330596"/>
                  <a:pt x="25592" y="330596"/>
                </a:cubicBezTo>
                <a:cubicBezTo>
                  <a:pt x="27224" y="150571"/>
                  <a:pt x="143504" y="16918"/>
                  <a:pt x="278431" y="16918"/>
                </a:cubicBezTo>
                <a:close/>
              </a:path>
            </a:pathLst>
          </a:custGeom>
          <a:solidFill>
            <a:srgbClr val="FFF3E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2" name="Google Shape;482;p17"/>
          <p:cNvSpPr/>
          <p:nvPr/>
        </p:nvSpPr>
        <p:spPr>
          <a:xfrm>
            <a:off x="2448549" y="460890"/>
            <a:ext cx="11719507" cy="3183403"/>
          </a:xfrm>
          <a:custGeom>
            <a:avLst/>
            <a:gdLst/>
            <a:ahLst/>
            <a:cxnLst/>
            <a:rect l="l" t="t" r="r" b="b"/>
            <a:pathLst>
              <a:path w="3443102" h="1144961" extrusionOk="0">
                <a:moveTo>
                  <a:pt x="2504203" y="1133773"/>
                </a:moveTo>
                <a:cubicBezTo>
                  <a:pt x="2504203" y="1133773"/>
                  <a:pt x="2084450" y="1144961"/>
                  <a:pt x="1621865" y="1142339"/>
                </a:cubicBezTo>
                <a:cubicBezTo>
                  <a:pt x="1584822" y="1140177"/>
                  <a:pt x="1057073" y="1132352"/>
                  <a:pt x="1057073" y="1132352"/>
                </a:cubicBezTo>
                <a:cubicBezTo>
                  <a:pt x="812931" y="1123518"/>
                  <a:pt x="565145" y="1106537"/>
                  <a:pt x="398404" y="1048359"/>
                </a:cubicBezTo>
                <a:cubicBezTo>
                  <a:pt x="120505" y="951398"/>
                  <a:pt x="0" y="773869"/>
                  <a:pt x="0" y="577261"/>
                </a:cubicBezTo>
                <a:lnTo>
                  <a:pt x="0" y="577259"/>
                </a:lnTo>
                <a:cubicBezTo>
                  <a:pt x="8536" y="440430"/>
                  <a:pt x="34263" y="311302"/>
                  <a:pt x="140291" y="225758"/>
                </a:cubicBezTo>
                <a:cubicBezTo>
                  <a:pt x="342602" y="62530"/>
                  <a:pt x="736658" y="7673"/>
                  <a:pt x="1155311" y="7673"/>
                </a:cubicBezTo>
                <a:cubicBezTo>
                  <a:pt x="1155311" y="7673"/>
                  <a:pt x="1551711" y="15681"/>
                  <a:pt x="1584822" y="7673"/>
                </a:cubicBezTo>
                <a:cubicBezTo>
                  <a:pt x="1865523" y="0"/>
                  <a:pt x="2329451" y="7673"/>
                  <a:pt x="2329451" y="7673"/>
                </a:cubicBezTo>
                <a:cubicBezTo>
                  <a:pt x="2697758" y="15152"/>
                  <a:pt x="3061071" y="84484"/>
                  <a:pt x="3258811" y="207066"/>
                </a:cubicBezTo>
                <a:cubicBezTo>
                  <a:pt x="3409828" y="300683"/>
                  <a:pt x="3443102" y="425358"/>
                  <a:pt x="3433962" y="577261"/>
                </a:cubicBezTo>
                <a:lnTo>
                  <a:pt x="3433962" y="577262"/>
                </a:lnTo>
                <a:cubicBezTo>
                  <a:pt x="3433962" y="891835"/>
                  <a:pt x="3150965" y="1105932"/>
                  <a:pt x="2504203" y="1133773"/>
                </a:cubicBezTo>
                <a:close/>
              </a:path>
            </a:pathLst>
          </a:custGeom>
          <a:solidFill>
            <a:srgbClr val="FDF5B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83" name="Google Shape;483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69231" y="244327"/>
            <a:ext cx="3020414" cy="720862"/>
          </a:xfrm>
          <a:prstGeom prst="rect">
            <a:avLst/>
          </a:prstGeom>
          <a:noFill/>
          <a:ln>
            <a:noFill/>
          </a:ln>
        </p:spPr>
      </p:pic>
      <p:sp>
        <p:nvSpPr>
          <p:cNvPr id="484" name="Google Shape;484;p17"/>
          <p:cNvSpPr txBox="1"/>
          <p:nvPr/>
        </p:nvSpPr>
        <p:spPr>
          <a:xfrm>
            <a:off x="2362200" y="1541127"/>
            <a:ext cx="12132710" cy="12187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00"/>
              <a:buFont typeface="Arial"/>
              <a:buNone/>
            </a:pPr>
            <a:r>
              <a:rPr lang="en-US" sz="8800" b="0" i="0" u="none" strike="noStrike" cap="none" dirty="0" err="1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考试</a:t>
            </a:r>
            <a:r>
              <a:rPr lang="en-US" sz="8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72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n. </a:t>
            </a:r>
            <a:r>
              <a:rPr lang="en-US" sz="6000" b="0" i="0" u="none" strike="noStrike" cap="none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kǎoshì</a:t>
            </a:r>
            <a:r>
              <a:rPr lang="en-US" sz="72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8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examination</a:t>
            </a:r>
            <a:endParaRPr sz="8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85" name="Google Shape;485;p1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698455">
            <a:off x="14863540" y="-142294"/>
            <a:ext cx="3629501" cy="2412635"/>
          </a:xfrm>
          <a:prstGeom prst="rect">
            <a:avLst/>
          </a:prstGeom>
          <a:noFill/>
          <a:ln>
            <a:noFill/>
          </a:ln>
        </p:spPr>
      </p:pic>
      <p:pic>
        <p:nvPicPr>
          <p:cNvPr id="486" name="Google Shape;486;p17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803959">
            <a:off x="15680560" y="8048436"/>
            <a:ext cx="2122534" cy="1966751"/>
          </a:xfrm>
          <a:prstGeom prst="rect">
            <a:avLst/>
          </a:prstGeom>
          <a:noFill/>
          <a:ln>
            <a:noFill/>
          </a:ln>
        </p:spPr>
      </p:pic>
      <p:pic>
        <p:nvPicPr>
          <p:cNvPr id="487" name="Google Shape;487;p17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 rot="-442419">
            <a:off x="615416" y="8148284"/>
            <a:ext cx="2443041" cy="1959523"/>
          </a:xfrm>
          <a:prstGeom prst="rect">
            <a:avLst/>
          </a:prstGeom>
          <a:noFill/>
          <a:ln>
            <a:noFill/>
          </a:ln>
        </p:spPr>
      </p:pic>
      <p:sp>
        <p:nvSpPr>
          <p:cNvPr id="488" name="Google Shape;488;p17"/>
          <p:cNvSpPr txBox="1"/>
          <p:nvPr/>
        </p:nvSpPr>
        <p:spPr>
          <a:xfrm rot="791915">
            <a:off x="14573022" y="504334"/>
            <a:ext cx="4050280" cy="1630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68194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3600"/>
              <a:buFont typeface="Calibri"/>
              <a:buNone/>
            </a:pPr>
            <a:r>
              <a:rPr lang="en-US" sz="3600" b="1" i="0" u="none" strike="noStrike" cap="none">
                <a:solidFill>
                  <a:srgbClr val="2E2F30"/>
                </a:solidFill>
                <a:latin typeface="Calibri"/>
                <a:ea typeface="Calibri"/>
                <a:cs typeface="Calibri"/>
                <a:sym typeface="Calibri"/>
              </a:rPr>
              <a:t>生词 </a:t>
            </a:r>
            <a:endParaRPr sz="3600" b="1" i="0" u="none" strike="noStrike" cap="none">
              <a:solidFill>
                <a:srgbClr val="2E2F3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26145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4800"/>
              <a:buFont typeface="Arial"/>
              <a:buNone/>
            </a:pPr>
            <a:r>
              <a:rPr lang="en-US" sz="4800" b="1" i="0" u="none" strike="noStrike" cap="none">
                <a:solidFill>
                  <a:srgbClr val="2E2F30"/>
                </a:solidFill>
                <a:latin typeface="Arial"/>
                <a:ea typeface="Arial"/>
                <a:cs typeface="Arial"/>
                <a:sym typeface="Arial"/>
              </a:rPr>
              <a:t>New words</a:t>
            </a:r>
            <a:endParaRPr sz="4800" b="1" i="0" u="none" strike="noStrike" cap="none">
              <a:solidFill>
                <a:srgbClr val="2E2F3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9" name="Google Shape;489;p17"/>
          <p:cNvSpPr/>
          <p:nvPr/>
        </p:nvSpPr>
        <p:spPr>
          <a:xfrm>
            <a:off x="9220200" y="4116296"/>
            <a:ext cx="4959012" cy="2656406"/>
          </a:xfrm>
          <a:custGeom>
            <a:avLst/>
            <a:gdLst/>
            <a:ahLst/>
            <a:cxnLst/>
            <a:rect l="l" t="t" r="r" b="b"/>
            <a:pathLst>
              <a:path w="3443102" h="1144961" extrusionOk="0">
                <a:moveTo>
                  <a:pt x="2504203" y="1133773"/>
                </a:moveTo>
                <a:cubicBezTo>
                  <a:pt x="2504203" y="1133773"/>
                  <a:pt x="2084450" y="1144961"/>
                  <a:pt x="1621865" y="1142339"/>
                </a:cubicBezTo>
                <a:cubicBezTo>
                  <a:pt x="1584822" y="1140177"/>
                  <a:pt x="1057073" y="1132352"/>
                  <a:pt x="1057073" y="1132352"/>
                </a:cubicBezTo>
                <a:cubicBezTo>
                  <a:pt x="812931" y="1123518"/>
                  <a:pt x="565145" y="1106537"/>
                  <a:pt x="398404" y="1048359"/>
                </a:cubicBezTo>
                <a:cubicBezTo>
                  <a:pt x="120505" y="951398"/>
                  <a:pt x="0" y="773869"/>
                  <a:pt x="0" y="577261"/>
                </a:cubicBezTo>
                <a:lnTo>
                  <a:pt x="0" y="577259"/>
                </a:lnTo>
                <a:cubicBezTo>
                  <a:pt x="8536" y="440430"/>
                  <a:pt x="34263" y="311302"/>
                  <a:pt x="140291" y="225758"/>
                </a:cubicBezTo>
                <a:cubicBezTo>
                  <a:pt x="342602" y="62530"/>
                  <a:pt x="736658" y="7673"/>
                  <a:pt x="1155311" y="7673"/>
                </a:cubicBezTo>
                <a:cubicBezTo>
                  <a:pt x="1155311" y="7673"/>
                  <a:pt x="1551711" y="15681"/>
                  <a:pt x="1584822" y="7673"/>
                </a:cubicBezTo>
                <a:cubicBezTo>
                  <a:pt x="1865523" y="0"/>
                  <a:pt x="2329451" y="7673"/>
                  <a:pt x="2329451" y="7673"/>
                </a:cubicBezTo>
                <a:cubicBezTo>
                  <a:pt x="2697758" y="15152"/>
                  <a:pt x="3061071" y="84484"/>
                  <a:pt x="3258811" y="207066"/>
                </a:cubicBezTo>
                <a:cubicBezTo>
                  <a:pt x="3409828" y="300683"/>
                  <a:pt x="3443102" y="425358"/>
                  <a:pt x="3433962" y="577261"/>
                </a:cubicBezTo>
                <a:lnTo>
                  <a:pt x="3433962" y="577262"/>
                </a:lnTo>
                <a:cubicBezTo>
                  <a:pt x="3433962" y="891835"/>
                  <a:pt x="3150965" y="1105932"/>
                  <a:pt x="2504203" y="1133773"/>
                </a:cubicBezTo>
                <a:close/>
              </a:path>
            </a:pathLst>
          </a:custGeom>
          <a:solidFill>
            <a:srgbClr val="E5DFEC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0" name="Google Shape;490;p17"/>
          <p:cNvSpPr txBox="1"/>
          <p:nvPr/>
        </p:nvSpPr>
        <p:spPr>
          <a:xfrm>
            <a:off x="9589645" y="4252255"/>
            <a:ext cx="4157602" cy="17727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375"/>
              </a:lnSpc>
              <a:spcBef>
                <a:spcPts val="0"/>
              </a:spcBef>
              <a:spcAft>
                <a:spcPts val="0"/>
              </a:spcAft>
              <a:buClr>
                <a:srgbClr val="272626"/>
              </a:buClr>
              <a:buSzPts val="3200"/>
              <a:buFont typeface="SimSun"/>
              <a:buNone/>
            </a:pPr>
            <a:r>
              <a:rPr lang="en-US" sz="3200" b="0" i="0" u="none" strike="noStrike" cap="none" dirty="0" err="1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Tàiyǔ</a:t>
            </a:r>
            <a:r>
              <a:rPr lang="en-US" sz="3200" b="0" i="0" u="none" strike="noStrike" cap="none" dirty="0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3200" b="0" i="0" u="none" strike="noStrike" cap="none" dirty="0" err="1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kǎoshì</a:t>
            </a:r>
            <a:r>
              <a:rPr lang="en-US" sz="3200" b="0" i="0" u="none" strike="noStrike" cap="none" dirty="0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endParaRPr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marL="0" marR="0" lvl="0" indent="0" algn="ctr" rtl="0">
              <a:lnSpc>
                <a:spcPct val="96300"/>
              </a:lnSpc>
              <a:spcBef>
                <a:spcPts val="0"/>
              </a:spcBef>
              <a:spcAft>
                <a:spcPts val="0"/>
              </a:spcAft>
              <a:buClr>
                <a:srgbClr val="272626"/>
              </a:buClr>
              <a:buSzPts val="4000"/>
              <a:buFont typeface="Arial"/>
              <a:buNone/>
            </a:pPr>
            <a:r>
              <a:rPr lang="en-US" sz="4000" b="0" i="0" u="none" strike="noStrike" cap="none" dirty="0" err="1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泰语</a:t>
            </a:r>
            <a:r>
              <a:rPr lang="en-US" sz="4000" b="0" i="0" u="none" strike="noStrike" cap="none" dirty="0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 </a:t>
            </a:r>
            <a:r>
              <a:rPr lang="en-US" sz="4000" b="0" i="0" u="none" strike="noStrike" cap="none" dirty="0" err="1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考试</a:t>
            </a:r>
            <a:endParaRPr sz="4000" b="0" i="0" u="none" strike="noStrike" cap="none" dirty="0">
              <a:solidFill>
                <a:srgbClr val="FF0000"/>
              </a:solidFill>
              <a:latin typeface="SimSun" panose="02010600030101010101" pitchFamily="2" charset="-122"/>
              <a:ea typeface="SimSun" panose="02010600030101010101" pitchFamily="2" charset="-122"/>
              <a:sym typeface="Arial"/>
            </a:endParaRPr>
          </a:p>
          <a:p>
            <a:pPr marL="0" marR="0" lvl="0" indent="0" algn="ctr" rtl="0">
              <a:lnSpc>
                <a:spcPct val="963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0" i="0" u="none" strike="noStrike" cap="none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Thai examination</a:t>
            </a:r>
            <a:endParaRPr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pic>
        <p:nvPicPr>
          <p:cNvPr id="491" name="Google Shape;491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1501278">
            <a:off x="12525230" y="3675762"/>
            <a:ext cx="1169397" cy="720862"/>
          </a:xfrm>
          <a:prstGeom prst="rect">
            <a:avLst/>
          </a:prstGeom>
          <a:noFill/>
          <a:ln>
            <a:noFill/>
          </a:ln>
        </p:spPr>
      </p:pic>
      <p:pic>
        <p:nvPicPr>
          <p:cNvPr id="492" name="Google Shape;492;p17" descr="A person sitting at a desk&#10;&#10;Description automatically generated with low confidence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353968" y="3866456"/>
            <a:ext cx="5205412" cy="5205412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493" name="Google Shape;493;p17"/>
          <p:cNvSpPr/>
          <p:nvPr/>
        </p:nvSpPr>
        <p:spPr>
          <a:xfrm>
            <a:off x="9220200" y="6772702"/>
            <a:ext cx="4959012" cy="2656406"/>
          </a:xfrm>
          <a:custGeom>
            <a:avLst/>
            <a:gdLst/>
            <a:ahLst/>
            <a:cxnLst/>
            <a:rect l="l" t="t" r="r" b="b"/>
            <a:pathLst>
              <a:path w="3443102" h="1144961" extrusionOk="0">
                <a:moveTo>
                  <a:pt x="2504203" y="1133773"/>
                </a:moveTo>
                <a:cubicBezTo>
                  <a:pt x="2504203" y="1133773"/>
                  <a:pt x="2084450" y="1144961"/>
                  <a:pt x="1621865" y="1142339"/>
                </a:cubicBezTo>
                <a:cubicBezTo>
                  <a:pt x="1584822" y="1140177"/>
                  <a:pt x="1057073" y="1132352"/>
                  <a:pt x="1057073" y="1132352"/>
                </a:cubicBezTo>
                <a:cubicBezTo>
                  <a:pt x="812931" y="1123518"/>
                  <a:pt x="565145" y="1106537"/>
                  <a:pt x="398404" y="1048359"/>
                </a:cubicBezTo>
                <a:cubicBezTo>
                  <a:pt x="120505" y="951398"/>
                  <a:pt x="0" y="773869"/>
                  <a:pt x="0" y="577261"/>
                </a:cubicBezTo>
                <a:lnTo>
                  <a:pt x="0" y="577259"/>
                </a:lnTo>
                <a:cubicBezTo>
                  <a:pt x="8536" y="440430"/>
                  <a:pt x="34263" y="311302"/>
                  <a:pt x="140291" y="225758"/>
                </a:cubicBezTo>
                <a:cubicBezTo>
                  <a:pt x="342602" y="62530"/>
                  <a:pt x="736658" y="7673"/>
                  <a:pt x="1155311" y="7673"/>
                </a:cubicBezTo>
                <a:cubicBezTo>
                  <a:pt x="1155311" y="7673"/>
                  <a:pt x="1551711" y="15681"/>
                  <a:pt x="1584822" y="7673"/>
                </a:cubicBezTo>
                <a:cubicBezTo>
                  <a:pt x="1865523" y="0"/>
                  <a:pt x="2329451" y="7673"/>
                  <a:pt x="2329451" y="7673"/>
                </a:cubicBezTo>
                <a:cubicBezTo>
                  <a:pt x="2697758" y="15152"/>
                  <a:pt x="3061071" y="84484"/>
                  <a:pt x="3258811" y="207066"/>
                </a:cubicBezTo>
                <a:cubicBezTo>
                  <a:pt x="3409828" y="300683"/>
                  <a:pt x="3443102" y="425358"/>
                  <a:pt x="3433962" y="577261"/>
                </a:cubicBezTo>
                <a:lnTo>
                  <a:pt x="3433962" y="577262"/>
                </a:lnTo>
                <a:cubicBezTo>
                  <a:pt x="3433962" y="891835"/>
                  <a:pt x="3150965" y="1105932"/>
                  <a:pt x="2504203" y="1133773"/>
                </a:cubicBezTo>
                <a:close/>
              </a:path>
            </a:pathLst>
          </a:custGeom>
          <a:solidFill>
            <a:srgbClr val="E5DFEC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4" name="Google Shape;494;p17"/>
          <p:cNvSpPr txBox="1"/>
          <p:nvPr/>
        </p:nvSpPr>
        <p:spPr>
          <a:xfrm>
            <a:off x="9220200" y="6908661"/>
            <a:ext cx="4850720" cy="19943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lnSpc>
                <a:spcPct val="120375"/>
              </a:lnSpc>
              <a:buClr>
                <a:srgbClr val="272626"/>
              </a:buClr>
              <a:buSzPts val="3200"/>
              <a:buFont typeface="SimSun"/>
              <a:buNone/>
              <a:defRPr sz="3200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</a:defRPr>
            </a:lvl1pPr>
          </a:lstStyle>
          <a:p>
            <a:r>
              <a:rPr lang="en-US" dirty="0" err="1">
                <a:sym typeface="SimSun"/>
              </a:rPr>
              <a:t>hànyǔ</a:t>
            </a:r>
            <a:r>
              <a:rPr lang="en-US" dirty="0">
                <a:sym typeface="SimSun"/>
              </a:rPr>
              <a:t> </a:t>
            </a:r>
            <a:r>
              <a:rPr lang="en-US" dirty="0" err="1">
                <a:sym typeface="SimSun"/>
              </a:rPr>
              <a:t>kǎoshì</a:t>
            </a:r>
            <a:r>
              <a:rPr lang="en-US" dirty="0">
                <a:sym typeface="SimSun"/>
              </a:rPr>
              <a:t> </a:t>
            </a:r>
            <a:endParaRPr dirty="0"/>
          </a:p>
          <a:p>
            <a:r>
              <a:rPr lang="en-US" sz="4400" dirty="0" err="1"/>
              <a:t>汉语</a:t>
            </a:r>
            <a:r>
              <a:rPr lang="en-US" sz="4400" dirty="0"/>
              <a:t> </a:t>
            </a:r>
            <a:r>
              <a:rPr lang="en-US" sz="4400" dirty="0" err="1"/>
              <a:t>考试</a:t>
            </a:r>
            <a:endParaRPr sz="4400" dirty="0"/>
          </a:p>
          <a:p>
            <a:r>
              <a:rPr lang="en-US" dirty="0"/>
              <a:t>Chinese examination</a:t>
            </a:r>
            <a:endParaRPr dirty="0"/>
          </a:p>
        </p:txBody>
      </p:sp>
      <p:pic>
        <p:nvPicPr>
          <p:cNvPr id="495" name="Google Shape;495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1501278">
            <a:off x="14061642" y="6196878"/>
            <a:ext cx="1169397" cy="7208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EC4"/>
        </a:solidFill>
        <a:effectLst/>
      </p:bgPr>
    </p:bg>
    <p:spTree>
      <p:nvGrpSpPr>
        <p:cNvPr id="1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18"/>
          <p:cNvSpPr/>
          <p:nvPr/>
        </p:nvSpPr>
        <p:spPr>
          <a:xfrm>
            <a:off x="1478524" y="1866901"/>
            <a:ext cx="14478213" cy="7674374"/>
          </a:xfrm>
          <a:custGeom>
            <a:avLst/>
            <a:gdLst/>
            <a:ahLst/>
            <a:cxnLst/>
            <a:rect l="l" t="t" r="r" b="b"/>
            <a:pathLst>
              <a:path w="10825342" h="5776630" extrusionOk="0">
                <a:moveTo>
                  <a:pt x="278431" y="16918"/>
                </a:moveTo>
                <a:cubicBezTo>
                  <a:pt x="278431" y="16918"/>
                  <a:pt x="604014" y="12258"/>
                  <a:pt x="1062834" y="12454"/>
                </a:cubicBezTo>
                <a:cubicBezTo>
                  <a:pt x="8817733" y="12671"/>
                  <a:pt x="10551274" y="0"/>
                  <a:pt x="10551274" y="0"/>
                </a:cubicBezTo>
                <a:cubicBezTo>
                  <a:pt x="10618737" y="0"/>
                  <a:pt x="10694674" y="0"/>
                  <a:pt x="10773448" y="85073"/>
                </a:cubicBezTo>
                <a:cubicBezTo>
                  <a:pt x="10816426" y="131488"/>
                  <a:pt x="10817494" y="240224"/>
                  <a:pt x="10817899" y="320281"/>
                </a:cubicBezTo>
                <a:cubicBezTo>
                  <a:pt x="10817899" y="320281"/>
                  <a:pt x="10816195" y="4157017"/>
                  <a:pt x="10816195" y="5014045"/>
                </a:cubicBezTo>
                <a:cubicBezTo>
                  <a:pt x="10816195" y="5228205"/>
                  <a:pt x="10825342" y="5527383"/>
                  <a:pt x="10825342" y="5527383"/>
                </a:cubicBezTo>
                <a:cubicBezTo>
                  <a:pt x="10825342" y="5656052"/>
                  <a:pt x="10821173" y="5776630"/>
                  <a:pt x="10568335" y="5768495"/>
                </a:cubicBezTo>
                <a:cubicBezTo>
                  <a:pt x="10568335" y="5768495"/>
                  <a:pt x="10191862" y="5748197"/>
                  <a:pt x="9095459" y="5755795"/>
                </a:cubicBezTo>
                <a:cubicBezTo>
                  <a:pt x="2547822" y="5763930"/>
                  <a:pt x="304023" y="5776630"/>
                  <a:pt x="304023" y="5776630"/>
                </a:cubicBezTo>
                <a:cubicBezTo>
                  <a:pt x="132548" y="5776630"/>
                  <a:pt x="4213" y="5675561"/>
                  <a:pt x="8532" y="5473013"/>
                </a:cubicBezTo>
                <a:cubicBezTo>
                  <a:pt x="8532" y="5473013"/>
                  <a:pt x="9630" y="4974472"/>
                  <a:pt x="4815" y="1481678"/>
                </a:cubicBezTo>
                <a:cubicBezTo>
                  <a:pt x="0" y="663668"/>
                  <a:pt x="25592" y="330596"/>
                  <a:pt x="25592" y="330596"/>
                </a:cubicBezTo>
                <a:cubicBezTo>
                  <a:pt x="27224" y="150571"/>
                  <a:pt x="143504" y="16918"/>
                  <a:pt x="278431" y="16918"/>
                </a:cubicBezTo>
                <a:close/>
              </a:path>
            </a:pathLst>
          </a:custGeom>
          <a:solidFill>
            <a:srgbClr val="FFF3E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1" name="Google Shape;501;p18"/>
          <p:cNvSpPr/>
          <p:nvPr/>
        </p:nvSpPr>
        <p:spPr>
          <a:xfrm>
            <a:off x="2448549" y="460890"/>
            <a:ext cx="11719507" cy="3183403"/>
          </a:xfrm>
          <a:custGeom>
            <a:avLst/>
            <a:gdLst/>
            <a:ahLst/>
            <a:cxnLst/>
            <a:rect l="l" t="t" r="r" b="b"/>
            <a:pathLst>
              <a:path w="3443102" h="1144961" extrusionOk="0">
                <a:moveTo>
                  <a:pt x="2504203" y="1133773"/>
                </a:moveTo>
                <a:cubicBezTo>
                  <a:pt x="2504203" y="1133773"/>
                  <a:pt x="2084450" y="1144961"/>
                  <a:pt x="1621865" y="1142339"/>
                </a:cubicBezTo>
                <a:cubicBezTo>
                  <a:pt x="1584822" y="1140177"/>
                  <a:pt x="1057073" y="1132352"/>
                  <a:pt x="1057073" y="1132352"/>
                </a:cubicBezTo>
                <a:cubicBezTo>
                  <a:pt x="812931" y="1123518"/>
                  <a:pt x="565145" y="1106537"/>
                  <a:pt x="398404" y="1048359"/>
                </a:cubicBezTo>
                <a:cubicBezTo>
                  <a:pt x="120505" y="951398"/>
                  <a:pt x="0" y="773869"/>
                  <a:pt x="0" y="577261"/>
                </a:cubicBezTo>
                <a:lnTo>
                  <a:pt x="0" y="577259"/>
                </a:lnTo>
                <a:cubicBezTo>
                  <a:pt x="8536" y="440430"/>
                  <a:pt x="34263" y="311302"/>
                  <a:pt x="140291" y="225758"/>
                </a:cubicBezTo>
                <a:cubicBezTo>
                  <a:pt x="342602" y="62530"/>
                  <a:pt x="736658" y="7673"/>
                  <a:pt x="1155311" y="7673"/>
                </a:cubicBezTo>
                <a:cubicBezTo>
                  <a:pt x="1155311" y="7673"/>
                  <a:pt x="1551711" y="15681"/>
                  <a:pt x="1584822" y="7673"/>
                </a:cubicBezTo>
                <a:cubicBezTo>
                  <a:pt x="1865523" y="0"/>
                  <a:pt x="2329451" y="7673"/>
                  <a:pt x="2329451" y="7673"/>
                </a:cubicBezTo>
                <a:cubicBezTo>
                  <a:pt x="2697758" y="15152"/>
                  <a:pt x="3061071" y="84484"/>
                  <a:pt x="3258811" y="207066"/>
                </a:cubicBezTo>
                <a:cubicBezTo>
                  <a:pt x="3409828" y="300683"/>
                  <a:pt x="3443102" y="425358"/>
                  <a:pt x="3433962" y="577261"/>
                </a:cubicBezTo>
                <a:lnTo>
                  <a:pt x="3433962" y="577262"/>
                </a:lnTo>
                <a:cubicBezTo>
                  <a:pt x="3433962" y="891835"/>
                  <a:pt x="3150965" y="1105932"/>
                  <a:pt x="2504203" y="1133773"/>
                </a:cubicBezTo>
                <a:close/>
              </a:path>
            </a:pathLst>
          </a:custGeom>
          <a:solidFill>
            <a:srgbClr val="FDF5B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02" name="Google Shape;502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69231" y="244327"/>
            <a:ext cx="3020414" cy="720862"/>
          </a:xfrm>
          <a:prstGeom prst="rect">
            <a:avLst/>
          </a:prstGeom>
          <a:noFill/>
          <a:ln>
            <a:noFill/>
          </a:ln>
        </p:spPr>
      </p:pic>
      <p:sp>
        <p:nvSpPr>
          <p:cNvPr id="503" name="Google Shape;503;p18"/>
          <p:cNvSpPr txBox="1"/>
          <p:nvPr/>
        </p:nvSpPr>
        <p:spPr>
          <a:xfrm>
            <a:off x="1656179" y="1355270"/>
            <a:ext cx="12648032" cy="19943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00" b="0" i="0" u="none" strike="noStrike" cap="none" dirty="0" err="1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考试</a:t>
            </a:r>
            <a:r>
              <a:rPr lang="en-US" sz="7200" b="0" i="0" u="none" strike="noStrike" cap="none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/考 </a:t>
            </a:r>
            <a:r>
              <a:rPr lang="en-US" sz="72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v. </a:t>
            </a:r>
            <a:r>
              <a:rPr lang="en-US" sz="4800" b="0" i="0" u="none" strike="noStrike" cap="none" dirty="0" err="1">
                <a:solidFill>
                  <a:srgbClr val="000000"/>
                </a:solidFill>
                <a:latin typeface="SimSun"/>
                <a:ea typeface="SimSun"/>
                <a:cs typeface="SimSun"/>
                <a:sym typeface="SimSun"/>
              </a:rPr>
              <a:t>kǎoshì</a:t>
            </a:r>
            <a:r>
              <a:rPr lang="en-US" sz="4800" b="0" i="0" u="none" strike="noStrike" cap="none" dirty="0">
                <a:solidFill>
                  <a:srgbClr val="000000"/>
                </a:solidFill>
                <a:latin typeface="SimSun"/>
                <a:ea typeface="SimSun"/>
                <a:cs typeface="SimSun"/>
                <a:sym typeface="SimSun"/>
              </a:rPr>
              <a:t>/</a:t>
            </a:r>
            <a:r>
              <a:rPr lang="en-US" sz="6000" b="0" i="0" u="none" strike="noStrike" cap="none" dirty="0" err="1">
                <a:solidFill>
                  <a:srgbClr val="000000"/>
                </a:solidFill>
                <a:latin typeface="SimSun"/>
                <a:ea typeface="SimSun"/>
                <a:cs typeface="SimSun"/>
                <a:sym typeface="SimSun"/>
              </a:rPr>
              <a:t>kǎo</a:t>
            </a:r>
            <a:endParaRPr sz="6000" b="0" i="0" u="none" strike="noStrike" cap="none" dirty="0">
              <a:solidFill>
                <a:srgbClr val="000000"/>
              </a:solidFill>
              <a:latin typeface="SimSun"/>
              <a:ea typeface="SimSun"/>
              <a:cs typeface="SimSun"/>
              <a:sym typeface="SimSun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72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take exam </a:t>
            </a:r>
            <a:endParaRPr sz="1050" dirty="0"/>
          </a:p>
        </p:txBody>
      </p:sp>
      <p:pic>
        <p:nvPicPr>
          <p:cNvPr id="504" name="Google Shape;504;p1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698455">
            <a:off x="14863540" y="-142294"/>
            <a:ext cx="3629501" cy="2412635"/>
          </a:xfrm>
          <a:prstGeom prst="rect">
            <a:avLst/>
          </a:prstGeom>
          <a:noFill/>
          <a:ln>
            <a:noFill/>
          </a:ln>
        </p:spPr>
      </p:pic>
      <p:pic>
        <p:nvPicPr>
          <p:cNvPr id="505" name="Google Shape;505;p1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803959">
            <a:off x="15680560" y="8048436"/>
            <a:ext cx="2122534" cy="1966751"/>
          </a:xfrm>
          <a:prstGeom prst="rect">
            <a:avLst/>
          </a:prstGeom>
          <a:noFill/>
          <a:ln>
            <a:noFill/>
          </a:ln>
        </p:spPr>
      </p:pic>
      <p:pic>
        <p:nvPicPr>
          <p:cNvPr id="506" name="Google Shape;506;p18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 rot="-442419">
            <a:off x="615416" y="8148284"/>
            <a:ext cx="2443041" cy="1959523"/>
          </a:xfrm>
          <a:prstGeom prst="rect">
            <a:avLst/>
          </a:prstGeom>
          <a:noFill/>
          <a:ln>
            <a:noFill/>
          </a:ln>
        </p:spPr>
      </p:pic>
      <p:sp>
        <p:nvSpPr>
          <p:cNvPr id="507" name="Google Shape;507;p18"/>
          <p:cNvSpPr txBox="1"/>
          <p:nvPr/>
        </p:nvSpPr>
        <p:spPr>
          <a:xfrm rot="791915">
            <a:off x="14573022" y="504334"/>
            <a:ext cx="4050280" cy="1630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68194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3600"/>
              <a:buFont typeface="Calibri"/>
              <a:buNone/>
            </a:pPr>
            <a:r>
              <a:rPr lang="en-US" sz="3600" b="1" i="0" u="none" strike="noStrike" cap="none">
                <a:solidFill>
                  <a:srgbClr val="2E2F30"/>
                </a:solidFill>
                <a:latin typeface="Calibri"/>
                <a:ea typeface="Calibri"/>
                <a:cs typeface="Calibri"/>
                <a:sym typeface="Calibri"/>
              </a:rPr>
              <a:t>生词 </a:t>
            </a:r>
            <a:endParaRPr sz="3600" b="1" i="0" u="none" strike="noStrike" cap="none">
              <a:solidFill>
                <a:srgbClr val="2E2F3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26145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4800"/>
              <a:buFont typeface="Arial"/>
              <a:buNone/>
            </a:pPr>
            <a:r>
              <a:rPr lang="en-US" sz="4800" b="1" i="0" u="none" strike="noStrike" cap="none">
                <a:solidFill>
                  <a:srgbClr val="2E2F30"/>
                </a:solidFill>
                <a:latin typeface="Arial"/>
                <a:ea typeface="Arial"/>
                <a:cs typeface="Arial"/>
                <a:sym typeface="Arial"/>
              </a:rPr>
              <a:t>New words</a:t>
            </a:r>
            <a:endParaRPr sz="4800" b="1" i="0" u="none" strike="noStrike" cap="none">
              <a:solidFill>
                <a:srgbClr val="2E2F3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8" name="Google Shape;508;p18"/>
          <p:cNvSpPr/>
          <p:nvPr/>
        </p:nvSpPr>
        <p:spPr>
          <a:xfrm>
            <a:off x="9124569" y="3820826"/>
            <a:ext cx="6220047" cy="2839961"/>
          </a:xfrm>
          <a:custGeom>
            <a:avLst/>
            <a:gdLst/>
            <a:ahLst/>
            <a:cxnLst/>
            <a:rect l="l" t="t" r="r" b="b"/>
            <a:pathLst>
              <a:path w="3443102" h="1144961" extrusionOk="0">
                <a:moveTo>
                  <a:pt x="2504203" y="1133773"/>
                </a:moveTo>
                <a:cubicBezTo>
                  <a:pt x="2504203" y="1133773"/>
                  <a:pt x="2084450" y="1144961"/>
                  <a:pt x="1621865" y="1142339"/>
                </a:cubicBezTo>
                <a:cubicBezTo>
                  <a:pt x="1584822" y="1140177"/>
                  <a:pt x="1057073" y="1132352"/>
                  <a:pt x="1057073" y="1132352"/>
                </a:cubicBezTo>
                <a:cubicBezTo>
                  <a:pt x="812931" y="1123518"/>
                  <a:pt x="565145" y="1106537"/>
                  <a:pt x="398404" y="1048359"/>
                </a:cubicBezTo>
                <a:cubicBezTo>
                  <a:pt x="120505" y="951398"/>
                  <a:pt x="0" y="773869"/>
                  <a:pt x="0" y="577261"/>
                </a:cubicBezTo>
                <a:lnTo>
                  <a:pt x="0" y="577259"/>
                </a:lnTo>
                <a:cubicBezTo>
                  <a:pt x="8536" y="440430"/>
                  <a:pt x="34263" y="311302"/>
                  <a:pt x="140291" y="225758"/>
                </a:cubicBezTo>
                <a:cubicBezTo>
                  <a:pt x="342602" y="62530"/>
                  <a:pt x="736658" y="7673"/>
                  <a:pt x="1155311" y="7673"/>
                </a:cubicBezTo>
                <a:cubicBezTo>
                  <a:pt x="1155311" y="7673"/>
                  <a:pt x="1551711" y="15681"/>
                  <a:pt x="1584822" y="7673"/>
                </a:cubicBezTo>
                <a:cubicBezTo>
                  <a:pt x="1865523" y="0"/>
                  <a:pt x="2329451" y="7673"/>
                  <a:pt x="2329451" y="7673"/>
                </a:cubicBezTo>
                <a:cubicBezTo>
                  <a:pt x="2697758" y="15152"/>
                  <a:pt x="3061071" y="84484"/>
                  <a:pt x="3258811" y="207066"/>
                </a:cubicBezTo>
                <a:cubicBezTo>
                  <a:pt x="3409828" y="300683"/>
                  <a:pt x="3443102" y="425358"/>
                  <a:pt x="3433962" y="577261"/>
                </a:cubicBezTo>
                <a:lnTo>
                  <a:pt x="3433962" y="577262"/>
                </a:lnTo>
                <a:cubicBezTo>
                  <a:pt x="3433962" y="891835"/>
                  <a:pt x="3150965" y="1105932"/>
                  <a:pt x="2504203" y="1133773"/>
                </a:cubicBezTo>
                <a:close/>
              </a:path>
            </a:pathLst>
          </a:custGeom>
          <a:solidFill>
            <a:srgbClr val="E5DFEC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9" name="Google Shape;509;p18"/>
          <p:cNvSpPr txBox="1"/>
          <p:nvPr/>
        </p:nvSpPr>
        <p:spPr>
          <a:xfrm>
            <a:off x="9462791" y="4210907"/>
            <a:ext cx="7875640" cy="17727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375"/>
              </a:lnSpc>
              <a:spcBef>
                <a:spcPts val="0"/>
              </a:spcBef>
              <a:spcAft>
                <a:spcPts val="0"/>
              </a:spcAft>
              <a:buClr>
                <a:srgbClr val="272626"/>
              </a:buClr>
              <a:buSzPts val="3200"/>
              <a:buFont typeface="SimSun"/>
              <a:buNone/>
            </a:pPr>
            <a:r>
              <a:rPr lang="en-US" sz="3200" b="0" i="0" u="none" strike="noStrike" cap="none" dirty="0" err="1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Nǐ</a:t>
            </a:r>
            <a:r>
              <a:rPr lang="en-US" sz="3200" b="0" i="0" u="none" strike="noStrike" cap="none" dirty="0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3200" b="0" i="0" u="none" strike="noStrike" cap="none" dirty="0" err="1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shénme</a:t>
            </a:r>
            <a:r>
              <a:rPr lang="en-US" sz="3200" b="0" i="0" u="none" strike="noStrike" cap="none" dirty="0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3200" b="0" i="0" u="none" strike="noStrike" cap="none" dirty="0" err="1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shíhòu</a:t>
            </a:r>
            <a:r>
              <a:rPr lang="en-US" sz="3200" b="0" i="0" u="none" strike="noStrike" cap="none" dirty="0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3200" b="0" i="0" u="none" strike="noStrike" cap="none" dirty="0" err="1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kǎoshì</a:t>
            </a:r>
            <a:endParaRPr sz="3200" b="0" i="0" u="none" strike="noStrike" cap="none" dirty="0">
              <a:solidFill>
                <a:srgbClr val="272626"/>
              </a:solidFill>
              <a:latin typeface="SimSun" panose="02010600030101010101" pitchFamily="2" charset="-122"/>
              <a:ea typeface="SimSun" panose="02010600030101010101" pitchFamily="2" charset="-122"/>
              <a:cs typeface="SimSun"/>
              <a:sym typeface="SimSun"/>
            </a:endParaRPr>
          </a:p>
          <a:p>
            <a:pPr marL="0" marR="0" lvl="0" indent="0" algn="l" rtl="0">
              <a:lnSpc>
                <a:spcPct val="96300"/>
              </a:lnSpc>
              <a:spcBef>
                <a:spcPts val="0"/>
              </a:spcBef>
              <a:spcAft>
                <a:spcPts val="0"/>
              </a:spcAft>
              <a:buClr>
                <a:srgbClr val="272626"/>
              </a:buClr>
              <a:buSzPts val="4000"/>
              <a:buFont typeface="Arial"/>
              <a:buNone/>
            </a:pPr>
            <a:r>
              <a:rPr lang="en-US" sz="4000" b="0" i="0" u="none" strike="noStrike" cap="none" dirty="0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你 </a:t>
            </a:r>
            <a:r>
              <a:rPr lang="en-US" sz="4000" b="0" i="0" u="none" strike="noStrike" cap="none" dirty="0" err="1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什么</a:t>
            </a:r>
            <a:r>
              <a:rPr lang="en-US" sz="4000" b="0" i="0" u="none" strike="noStrike" cap="none" dirty="0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 </a:t>
            </a:r>
            <a:r>
              <a:rPr lang="en-US" sz="4000" b="0" i="0" u="none" strike="noStrike" cap="none" dirty="0" err="1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时候</a:t>
            </a:r>
            <a:r>
              <a:rPr lang="en-US" sz="4000" b="0" i="0" u="none" strike="noStrike" cap="none" dirty="0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  </a:t>
            </a:r>
            <a:r>
              <a:rPr lang="en-US" sz="4000" b="1" i="0" u="none" strike="noStrike" cap="none" dirty="0" err="1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考试</a:t>
            </a:r>
            <a:r>
              <a:rPr lang="en-US" sz="4000" b="0" i="0" u="none" strike="noStrike" cap="none" dirty="0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？</a:t>
            </a:r>
            <a:endParaRPr sz="4000" b="0" i="0" u="none" strike="noStrike" cap="none" dirty="0">
              <a:solidFill>
                <a:srgbClr val="FF0000"/>
              </a:solidFill>
              <a:latin typeface="SimSun" panose="02010600030101010101" pitchFamily="2" charset="-122"/>
              <a:ea typeface="SimSun" panose="02010600030101010101" pitchFamily="2" charset="-122"/>
              <a:sym typeface="Arial"/>
            </a:endParaRPr>
          </a:p>
          <a:p>
            <a:pPr marL="0" marR="0" lvl="0" indent="0" algn="ctr" rtl="0">
              <a:lnSpc>
                <a:spcPct val="963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0" i="0" u="none" strike="noStrike" cap="none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When are you taking the exam?</a:t>
            </a:r>
            <a:endParaRPr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pic>
        <p:nvPicPr>
          <p:cNvPr id="510" name="Google Shape;510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1501278">
            <a:off x="12982430" y="3375776"/>
            <a:ext cx="1169397" cy="720862"/>
          </a:xfrm>
          <a:prstGeom prst="rect">
            <a:avLst/>
          </a:prstGeom>
          <a:noFill/>
          <a:ln>
            <a:noFill/>
          </a:ln>
        </p:spPr>
      </p:pic>
      <p:pic>
        <p:nvPicPr>
          <p:cNvPr id="511" name="Google Shape;511;p18" descr="A person sitting at a desk&#10;&#10;Description automatically generated with low confidence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353968" y="3866456"/>
            <a:ext cx="5205412" cy="5205412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512" name="Google Shape;512;p18"/>
          <p:cNvSpPr/>
          <p:nvPr/>
        </p:nvSpPr>
        <p:spPr>
          <a:xfrm>
            <a:off x="9190785" y="6660788"/>
            <a:ext cx="6220047" cy="2839960"/>
          </a:xfrm>
          <a:custGeom>
            <a:avLst/>
            <a:gdLst/>
            <a:ahLst/>
            <a:cxnLst/>
            <a:rect l="l" t="t" r="r" b="b"/>
            <a:pathLst>
              <a:path w="3443102" h="1144961" extrusionOk="0">
                <a:moveTo>
                  <a:pt x="2504203" y="1133773"/>
                </a:moveTo>
                <a:cubicBezTo>
                  <a:pt x="2504203" y="1133773"/>
                  <a:pt x="2084450" y="1144961"/>
                  <a:pt x="1621865" y="1142339"/>
                </a:cubicBezTo>
                <a:cubicBezTo>
                  <a:pt x="1584822" y="1140177"/>
                  <a:pt x="1057073" y="1132352"/>
                  <a:pt x="1057073" y="1132352"/>
                </a:cubicBezTo>
                <a:cubicBezTo>
                  <a:pt x="812931" y="1123518"/>
                  <a:pt x="565145" y="1106537"/>
                  <a:pt x="398404" y="1048359"/>
                </a:cubicBezTo>
                <a:cubicBezTo>
                  <a:pt x="120505" y="951398"/>
                  <a:pt x="0" y="773869"/>
                  <a:pt x="0" y="577261"/>
                </a:cubicBezTo>
                <a:lnTo>
                  <a:pt x="0" y="577259"/>
                </a:lnTo>
                <a:cubicBezTo>
                  <a:pt x="8536" y="440430"/>
                  <a:pt x="34263" y="311302"/>
                  <a:pt x="140291" y="225758"/>
                </a:cubicBezTo>
                <a:cubicBezTo>
                  <a:pt x="342602" y="62530"/>
                  <a:pt x="736658" y="7673"/>
                  <a:pt x="1155311" y="7673"/>
                </a:cubicBezTo>
                <a:cubicBezTo>
                  <a:pt x="1155311" y="7673"/>
                  <a:pt x="1551711" y="15681"/>
                  <a:pt x="1584822" y="7673"/>
                </a:cubicBezTo>
                <a:cubicBezTo>
                  <a:pt x="1865523" y="0"/>
                  <a:pt x="2329451" y="7673"/>
                  <a:pt x="2329451" y="7673"/>
                </a:cubicBezTo>
                <a:cubicBezTo>
                  <a:pt x="2697758" y="15152"/>
                  <a:pt x="3061071" y="84484"/>
                  <a:pt x="3258811" y="207066"/>
                </a:cubicBezTo>
                <a:cubicBezTo>
                  <a:pt x="3409828" y="300683"/>
                  <a:pt x="3443102" y="425358"/>
                  <a:pt x="3433962" y="577261"/>
                </a:cubicBezTo>
                <a:lnTo>
                  <a:pt x="3433962" y="577262"/>
                </a:lnTo>
                <a:cubicBezTo>
                  <a:pt x="3433962" y="891835"/>
                  <a:pt x="3150965" y="1105932"/>
                  <a:pt x="2504203" y="1133773"/>
                </a:cubicBezTo>
                <a:close/>
              </a:path>
            </a:pathLst>
          </a:custGeom>
          <a:solidFill>
            <a:srgbClr val="EAF1DD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3" name="Google Shape;513;p18"/>
          <p:cNvSpPr txBox="1"/>
          <p:nvPr/>
        </p:nvSpPr>
        <p:spPr>
          <a:xfrm>
            <a:off x="9462791" y="7115501"/>
            <a:ext cx="7125351" cy="1580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375"/>
              </a:lnSpc>
              <a:spcBef>
                <a:spcPts val="0"/>
              </a:spcBef>
              <a:spcAft>
                <a:spcPts val="0"/>
              </a:spcAft>
              <a:buClr>
                <a:srgbClr val="272626"/>
              </a:buClr>
              <a:buSzPts val="3200"/>
              <a:buFont typeface="SimSun"/>
              <a:buNone/>
            </a:pPr>
            <a:r>
              <a:rPr lang="en-US" sz="2800" b="0" i="0" u="none" strike="noStrike" cap="none" dirty="0" err="1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wǒ</a:t>
            </a:r>
            <a:r>
              <a:rPr lang="en-US" sz="2800" b="0" i="0" u="none" strike="noStrike" cap="none" dirty="0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 </a:t>
            </a:r>
            <a:r>
              <a:rPr lang="en-US" sz="2800" b="0" i="0" u="none" strike="noStrike" cap="none" dirty="0" err="1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kǎo</a:t>
            </a:r>
            <a:r>
              <a:rPr lang="en-US" sz="2800" b="0" i="0" u="none" strike="noStrike" cap="none" dirty="0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de  </a:t>
            </a:r>
            <a:r>
              <a:rPr lang="en-US" sz="2800" b="0" i="0" u="none" strike="noStrike" cap="none" dirty="0" err="1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bú</a:t>
            </a:r>
            <a:r>
              <a:rPr lang="en-US" sz="2800" b="0" i="0" u="none" strike="noStrike" cap="none" dirty="0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2800" b="0" i="0" u="none" strike="noStrike" cap="none" dirty="0" err="1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tài</a:t>
            </a:r>
            <a:r>
              <a:rPr lang="en-US" sz="2800" b="0" i="0" u="none" strike="noStrike" cap="none" dirty="0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2800" b="0" i="0" u="none" strike="noStrike" cap="none" dirty="0" err="1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hǎo</a:t>
            </a:r>
            <a:endParaRPr sz="2800" b="0" i="0" u="none" strike="noStrike" cap="none" dirty="0">
              <a:solidFill>
                <a:srgbClr val="272626"/>
              </a:solidFill>
              <a:latin typeface="SimSun" panose="02010600030101010101" pitchFamily="2" charset="-122"/>
              <a:ea typeface="SimSun" panose="02010600030101010101" pitchFamily="2" charset="-122"/>
              <a:cs typeface="SimSun"/>
              <a:sym typeface="SimSun"/>
            </a:endParaRPr>
          </a:p>
          <a:p>
            <a:pPr marL="0" marR="0" lvl="0" indent="0" algn="l" rtl="0">
              <a:lnSpc>
                <a:spcPct val="96300"/>
              </a:lnSpc>
              <a:spcBef>
                <a:spcPts val="0"/>
              </a:spcBef>
              <a:spcAft>
                <a:spcPts val="0"/>
              </a:spcAft>
              <a:buClr>
                <a:srgbClr val="272626"/>
              </a:buClr>
              <a:buSzPts val="4000"/>
              <a:buFont typeface="Arial"/>
              <a:buNone/>
            </a:pPr>
            <a:r>
              <a:rPr lang="en-US" sz="3600" b="0" i="0" u="none" strike="noStrike" cap="none" dirty="0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我 </a:t>
            </a:r>
            <a:r>
              <a:rPr lang="en-US" sz="3600" b="1" i="0" u="none" strike="noStrike" cap="none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考 </a:t>
            </a:r>
            <a:r>
              <a:rPr lang="en-US" sz="3600" b="0" i="0" u="none" strike="noStrike" cap="none" dirty="0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得 </a:t>
            </a:r>
            <a:r>
              <a:rPr lang="en-US" sz="3600" b="0" i="0" u="none" strike="noStrike" cap="none" dirty="0" err="1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不太</a:t>
            </a:r>
            <a:r>
              <a:rPr lang="en-US" sz="3600" b="0" i="0" u="none" strike="noStrike" cap="none" dirty="0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 好。</a:t>
            </a:r>
            <a:endParaRPr sz="3600" b="0" i="0" u="none" strike="noStrike" cap="none" dirty="0">
              <a:solidFill>
                <a:srgbClr val="272626"/>
              </a:solidFill>
              <a:latin typeface="SimSun" panose="02010600030101010101" pitchFamily="2" charset="-122"/>
              <a:ea typeface="SimSun" panose="02010600030101010101" pitchFamily="2" charset="-122"/>
              <a:sym typeface="Arial"/>
            </a:endParaRPr>
          </a:p>
          <a:p>
            <a:pPr marL="0" marR="0" lvl="0" indent="0" algn="l" rtl="0">
              <a:lnSpc>
                <a:spcPct val="963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3600" b="0" i="0" u="none" strike="noStrike" cap="none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I </a:t>
            </a:r>
            <a:r>
              <a:rPr lang="en-US" sz="3600" b="0" i="0" u="none" strike="noStrike" cap="none" dirty="0" err="1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did’t</a:t>
            </a:r>
            <a:r>
              <a:rPr lang="en-US" sz="3600" b="0" i="0" u="none" strike="noStrike" cap="none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 do well in the exam.</a:t>
            </a:r>
            <a:endParaRPr sz="120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pic>
        <p:nvPicPr>
          <p:cNvPr id="514" name="Google Shape;514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1501278">
            <a:off x="13842437" y="6343728"/>
            <a:ext cx="1169397" cy="7208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EC4"/>
        </a:solidFill>
        <a:effectLst/>
      </p:bgPr>
    </p:bg>
    <p:spTree>
      <p:nvGrpSpPr>
        <p:cNvPr id="1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19"/>
          <p:cNvSpPr/>
          <p:nvPr/>
        </p:nvSpPr>
        <p:spPr>
          <a:xfrm>
            <a:off x="1478524" y="1866901"/>
            <a:ext cx="14478213" cy="7674374"/>
          </a:xfrm>
          <a:custGeom>
            <a:avLst/>
            <a:gdLst/>
            <a:ahLst/>
            <a:cxnLst/>
            <a:rect l="l" t="t" r="r" b="b"/>
            <a:pathLst>
              <a:path w="10825342" h="5776630" extrusionOk="0">
                <a:moveTo>
                  <a:pt x="278431" y="16918"/>
                </a:moveTo>
                <a:cubicBezTo>
                  <a:pt x="278431" y="16918"/>
                  <a:pt x="604014" y="12258"/>
                  <a:pt x="1062834" y="12454"/>
                </a:cubicBezTo>
                <a:cubicBezTo>
                  <a:pt x="8817733" y="12671"/>
                  <a:pt x="10551274" y="0"/>
                  <a:pt x="10551274" y="0"/>
                </a:cubicBezTo>
                <a:cubicBezTo>
                  <a:pt x="10618737" y="0"/>
                  <a:pt x="10694674" y="0"/>
                  <a:pt x="10773448" y="85073"/>
                </a:cubicBezTo>
                <a:cubicBezTo>
                  <a:pt x="10816426" y="131488"/>
                  <a:pt x="10817494" y="240224"/>
                  <a:pt x="10817899" y="320281"/>
                </a:cubicBezTo>
                <a:cubicBezTo>
                  <a:pt x="10817899" y="320281"/>
                  <a:pt x="10816195" y="4157017"/>
                  <a:pt x="10816195" y="5014045"/>
                </a:cubicBezTo>
                <a:cubicBezTo>
                  <a:pt x="10816195" y="5228205"/>
                  <a:pt x="10825342" y="5527383"/>
                  <a:pt x="10825342" y="5527383"/>
                </a:cubicBezTo>
                <a:cubicBezTo>
                  <a:pt x="10825342" y="5656052"/>
                  <a:pt x="10821173" y="5776630"/>
                  <a:pt x="10568335" y="5768495"/>
                </a:cubicBezTo>
                <a:cubicBezTo>
                  <a:pt x="10568335" y="5768495"/>
                  <a:pt x="10191862" y="5748197"/>
                  <a:pt x="9095459" y="5755795"/>
                </a:cubicBezTo>
                <a:cubicBezTo>
                  <a:pt x="2547822" y="5763930"/>
                  <a:pt x="304023" y="5776630"/>
                  <a:pt x="304023" y="5776630"/>
                </a:cubicBezTo>
                <a:cubicBezTo>
                  <a:pt x="132548" y="5776630"/>
                  <a:pt x="4213" y="5675561"/>
                  <a:pt x="8532" y="5473013"/>
                </a:cubicBezTo>
                <a:cubicBezTo>
                  <a:pt x="8532" y="5473013"/>
                  <a:pt x="9630" y="4974472"/>
                  <a:pt x="4815" y="1481678"/>
                </a:cubicBezTo>
                <a:cubicBezTo>
                  <a:pt x="0" y="663668"/>
                  <a:pt x="25592" y="330596"/>
                  <a:pt x="25592" y="330596"/>
                </a:cubicBezTo>
                <a:cubicBezTo>
                  <a:pt x="27224" y="150571"/>
                  <a:pt x="143504" y="16918"/>
                  <a:pt x="278431" y="16918"/>
                </a:cubicBezTo>
                <a:close/>
              </a:path>
            </a:pathLst>
          </a:custGeom>
          <a:solidFill>
            <a:srgbClr val="FFF3E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0" name="Google Shape;520;p19"/>
          <p:cNvSpPr/>
          <p:nvPr/>
        </p:nvSpPr>
        <p:spPr>
          <a:xfrm>
            <a:off x="2895600" y="744090"/>
            <a:ext cx="10921170" cy="2289864"/>
          </a:xfrm>
          <a:custGeom>
            <a:avLst/>
            <a:gdLst/>
            <a:ahLst/>
            <a:cxnLst/>
            <a:rect l="l" t="t" r="r" b="b"/>
            <a:pathLst>
              <a:path w="3443102" h="1144961" extrusionOk="0">
                <a:moveTo>
                  <a:pt x="2504203" y="1133773"/>
                </a:moveTo>
                <a:cubicBezTo>
                  <a:pt x="2504203" y="1133773"/>
                  <a:pt x="2084450" y="1144961"/>
                  <a:pt x="1621865" y="1142339"/>
                </a:cubicBezTo>
                <a:cubicBezTo>
                  <a:pt x="1584822" y="1140177"/>
                  <a:pt x="1057073" y="1132352"/>
                  <a:pt x="1057073" y="1132352"/>
                </a:cubicBezTo>
                <a:cubicBezTo>
                  <a:pt x="812931" y="1123518"/>
                  <a:pt x="565145" y="1106537"/>
                  <a:pt x="398404" y="1048359"/>
                </a:cubicBezTo>
                <a:cubicBezTo>
                  <a:pt x="120505" y="951398"/>
                  <a:pt x="0" y="773869"/>
                  <a:pt x="0" y="577261"/>
                </a:cubicBezTo>
                <a:lnTo>
                  <a:pt x="0" y="577259"/>
                </a:lnTo>
                <a:cubicBezTo>
                  <a:pt x="8536" y="440430"/>
                  <a:pt x="34263" y="311302"/>
                  <a:pt x="140291" y="225758"/>
                </a:cubicBezTo>
                <a:cubicBezTo>
                  <a:pt x="342602" y="62530"/>
                  <a:pt x="736658" y="7673"/>
                  <a:pt x="1155311" y="7673"/>
                </a:cubicBezTo>
                <a:cubicBezTo>
                  <a:pt x="1155311" y="7673"/>
                  <a:pt x="1551711" y="15681"/>
                  <a:pt x="1584822" y="7673"/>
                </a:cubicBezTo>
                <a:cubicBezTo>
                  <a:pt x="1865523" y="0"/>
                  <a:pt x="2329451" y="7673"/>
                  <a:pt x="2329451" y="7673"/>
                </a:cubicBezTo>
                <a:cubicBezTo>
                  <a:pt x="2697758" y="15152"/>
                  <a:pt x="3061071" y="84484"/>
                  <a:pt x="3258811" y="207066"/>
                </a:cubicBezTo>
                <a:cubicBezTo>
                  <a:pt x="3409828" y="300683"/>
                  <a:pt x="3443102" y="425358"/>
                  <a:pt x="3433962" y="577261"/>
                </a:cubicBezTo>
                <a:lnTo>
                  <a:pt x="3433962" y="577262"/>
                </a:lnTo>
                <a:cubicBezTo>
                  <a:pt x="3433962" y="891835"/>
                  <a:pt x="3150965" y="1105932"/>
                  <a:pt x="2504203" y="1133773"/>
                </a:cubicBezTo>
                <a:close/>
              </a:path>
            </a:pathLst>
          </a:custGeom>
          <a:solidFill>
            <a:srgbClr val="FDF5B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21" name="Google Shape;521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656759" y="472740"/>
            <a:ext cx="3020414" cy="720862"/>
          </a:xfrm>
          <a:prstGeom prst="rect">
            <a:avLst/>
          </a:prstGeom>
          <a:noFill/>
          <a:ln>
            <a:noFill/>
          </a:ln>
        </p:spPr>
      </p:pic>
      <p:sp>
        <p:nvSpPr>
          <p:cNvPr id="522" name="Google Shape;522;p19"/>
          <p:cNvSpPr txBox="1"/>
          <p:nvPr/>
        </p:nvSpPr>
        <p:spPr>
          <a:xfrm>
            <a:off x="2448549" y="1355265"/>
            <a:ext cx="12132710" cy="1329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00"/>
              <a:buFont typeface="Arial"/>
              <a:buNone/>
            </a:pPr>
            <a:r>
              <a:rPr lang="en-US" sz="9600" b="0" i="0" u="none" strike="noStrike" cap="none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次</a:t>
            </a:r>
            <a:r>
              <a:rPr lang="en-US" sz="96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8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meas. </a:t>
            </a:r>
            <a:r>
              <a:rPr lang="en-US" sz="80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cì</a:t>
            </a:r>
            <a:r>
              <a:rPr lang="en-US" sz="8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96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time</a:t>
            </a:r>
            <a:endParaRPr sz="9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23" name="Google Shape;523;p1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698455">
            <a:off x="14863540" y="-142294"/>
            <a:ext cx="3629501" cy="2412635"/>
          </a:xfrm>
          <a:prstGeom prst="rect">
            <a:avLst/>
          </a:prstGeom>
          <a:noFill/>
          <a:ln>
            <a:noFill/>
          </a:ln>
        </p:spPr>
      </p:pic>
      <p:pic>
        <p:nvPicPr>
          <p:cNvPr id="524" name="Google Shape;524;p19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803959">
            <a:off x="15680560" y="8048436"/>
            <a:ext cx="2122534" cy="1966751"/>
          </a:xfrm>
          <a:prstGeom prst="rect">
            <a:avLst/>
          </a:prstGeom>
          <a:noFill/>
          <a:ln>
            <a:noFill/>
          </a:ln>
        </p:spPr>
      </p:pic>
      <p:pic>
        <p:nvPicPr>
          <p:cNvPr id="525" name="Google Shape;525;p19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 rot="-442419">
            <a:off x="615416" y="8148284"/>
            <a:ext cx="2443041" cy="1959523"/>
          </a:xfrm>
          <a:prstGeom prst="rect">
            <a:avLst/>
          </a:prstGeom>
          <a:noFill/>
          <a:ln>
            <a:noFill/>
          </a:ln>
        </p:spPr>
      </p:pic>
      <p:pic>
        <p:nvPicPr>
          <p:cNvPr id="526" name="Google Shape;526;p19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 rot="-2627376">
            <a:off x="3071024" y="-96077"/>
            <a:ext cx="947383" cy="2122534"/>
          </a:xfrm>
          <a:prstGeom prst="rect">
            <a:avLst/>
          </a:prstGeom>
          <a:noFill/>
          <a:ln>
            <a:noFill/>
          </a:ln>
        </p:spPr>
      </p:pic>
      <p:sp>
        <p:nvSpPr>
          <p:cNvPr id="527" name="Google Shape;527;p19"/>
          <p:cNvSpPr txBox="1"/>
          <p:nvPr/>
        </p:nvSpPr>
        <p:spPr>
          <a:xfrm rot="791915">
            <a:off x="14573022" y="504334"/>
            <a:ext cx="4050280" cy="1630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68194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3600"/>
              <a:buFont typeface="Calibri"/>
              <a:buNone/>
            </a:pPr>
            <a:r>
              <a:rPr lang="en-US" sz="3600" b="1" i="0" u="none" strike="noStrike" cap="none">
                <a:solidFill>
                  <a:srgbClr val="2E2F30"/>
                </a:solidFill>
                <a:latin typeface="Calibri"/>
                <a:ea typeface="Calibri"/>
                <a:cs typeface="Calibri"/>
                <a:sym typeface="Calibri"/>
              </a:rPr>
              <a:t>生词 </a:t>
            </a:r>
            <a:endParaRPr sz="3600" b="1" i="0" u="none" strike="noStrike" cap="none">
              <a:solidFill>
                <a:srgbClr val="2E2F3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26145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4800"/>
              <a:buFont typeface="Arial"/>
              <a:buNone/>
            </a:pPr>
            <a:r>
              <a:rPr lang="en-US" sz="4800" b="1" i="0" u="none" strike="noStrike" cap="none">
                <a:solidFill>
                  <a:srgbClr val="2E2F30"/>
                </a:solidFill>
                <a:latin typeface="Arial"/>
                <a:ea typeface="Arial"/>
                <a:cs typeface="Arial"/>
                <a:sym typeface="Arial"/>
              </a:rPr>
              <a:t>New words</a:t>
            </a:r>
            <a:endParaRPr sz="4800" b="1" i="0" u="none" strike="noStrike" cap="none">
              <a:solidFill>
                <a:srgbClr val="2E2F3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8" name="Google Shape;528;p19"/>
          <p:cNvSpPr/>
          <p:nvPr/>
        </p:nvSpPr>
        <p:spPr>
          <a:xfrm>
            <a:off x="2865585" y="3725876"/>
            <a:ext cx="3848673" cy="1905282"/>
          </a:xfrm>
          <a:custGeom>
            <a:avLst/>
            <a:gdLst/>
            <a:ahLst/>
            <a:cxnLst/>
            <a:rect l="l" t="t" r="r" b="b"/>
            <a:pathLst>
              <a:path w="3443102" h="1144961" extrusionOk="0">
                <a:moveTo>
                  <a:pt x="2504203" y="1133773"/>
                </a:moveTo>
                <a:cubicBezTo>
                  <a:pt x="2504203" y="1133773"/>
                  <a:pt x="2084450" y="1144961"/>
                  <a:pt x="1621865" y="1142339"/>
                </a:cubicBezTo>
                <a:cubicBezTo>
                  <a:pt x="1584822" y="1140177"/>
                  <a:pt x="1057073" y="1132352"/>
                  <a:pt x="1057073" y="1132352"/>
                </a:cubicBezTo>
                <a:cubicBezTo>
                  <a:pt x="812931" y="1123518"/>
                  <a:pt x="565145" y="1106537"/>
                  <a:pt x="398404" y="1048359"/>
                </a:cubicBezTo>
                <a:cubicBezTo>
                  <a:pt x="120505" y="951398"/>
                  <a:pt x="0" y="773869"/>
                  <a:pt x="0" y="577261"/>
                </a:cubicBezTo>
                <a:lnTo>
                  <a:pt x="0" y="577259"/>
                </a:lnTo>
                <a:cubicBezTo>
                  <a:pt x="8536" y="440430"/>
                  <a:pt x="34263" y="311302"/>
                  <a:pt x="140291" y="225758"/>
                </a:cubicBezTo>
                <a:cubicBezTo>
                  <a:pt x="342602" y="62530"/>
                  <a:pt x="736658" y="7673"/>
                  <a:pt x="1155311" y="7673"/>
                </a:cubicBezTo>
                <a:cubicBezTo>
                  <a:pt x="1155311" y="7673"/>
                  <a:pt x="1551711" y="15681"/>
                  <a:pt x="1584822" y="7673"/>
                </a:cubicBezTo>
                <a:cubicBezTo>
                  <a:pt x="1865523" y="0"/>
                  <a:pt x="2329451" y="7673"/>
                  <a:pt x="2329451" y="7673"/>
                </a:cubicBezTo>
                <a:cubicBezTo>
                  <a:pt x="2697758" y="15152"/>
                  <a:pt x="3061071" y="84484"/>
                  <a:pt x="3258811" y="207066"/>
                </a:cubicBezTo>
                <a:cubicBezTo>
                  <a:pt x="3409828" y="300683"/>
                  <a:pt x="3443102" y="425358"/>
                  <a:pt x="3433962" y="577261"/>
                </a:cubicBezTo>
                <a:lnTo>
                  <a:pt x="3433962" y="577262"/>
                </a:lnTo>
                <a:cubicBezTo>
                  <a:pt x="3433962" y="891835"/>
                  <a:pt x="3150965" y="1105932"/>
                  <a:pt x="2504203" y="1133773"/>
                </a:cubicBezTo>
                <a:close/>
              </a:path>
            </a:pathLst>
          </a:custGeom>
          <a:solidFill>
            <a:srgbClr val="E5DFEC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9" name="Google Shape;529;p19"/>
          <p:cNvSpPr/>
          <p:nvPr/>
        </p:nvSpPr>
        <p:spPr>
          <a:xfrm>
            <a:off x="2590800" y="6538173"/>
            <a:ext cx="3589475" cy="1966874"/>
          </a:xfrm>
          <a:custGeom>
            <a:avLst/>
            <a:gdLst/>
            <a:ahLst/>
            <a:cxnLst/>
            <a:rect l="l" t="t" r="r" b="b"/>
            <a:pathLst>
              <a:path w="3443102" h="1144961" extrusionOk="0">
                <a:moveTo>
                  <a:pt x="2504203" y="1133773"/>
                </a:moveTo>
                <a:cubicBezTo>
                  <a:pt x="2504203" y="1133773"/>
                  <a:pt x="2084450" y="1144961"/>
                  <a:pt x="1621865" y="1142339"/>
                </a:cubicBezTo>
                <a:cubicBezTo>
                  <a:pt x="1584822" y="1140177"/>
                  <a:pt x="1057073" y="1132352"/>
                  <a:pt x="1057073" y="1132352"/>
                </a:cubicBezTo>
                <a:cubicBezTo>
                  <a:pt x="812931" y="1123518"/>
                  <a:pt x="565145" y="1106537"/>
                  <a:pt x="398404" y="1048359"/>
                </a:cubicBezTo>
                <a:cubicBezTo>
                  <a:pt x="120505" y="951398"/>
                  <a:pt x="0" y="773869"/>
                  <a:pt x="0" y="577261"/>
                </a:cubicBezTo>
                <a:lnTo>
                  <a:pt x="0" y="577259"/>
                </a:lnTo>
                <a:cubicBezTo>
                  <a:pt x="8536" y="440430"/>
                  <a:pt x="34263" y="311302"/>
                  <a:pt x="140291" y="225758"/>
                </a:cubicBezTo>
                <a:cubicBezTo>
                  <a:pt x="342602" y="62530"/>
                  <a:pt x="736658" y="7673"/>
                  <a:pt x="1155311" y="7673"/>
                </a:cubicBezTo>
                <a:cubicBezTo>
                  <a:pt x="1155311" y="7673"/>
                  <a:pt x="1551711" y="15681"/>
                  <a:pt x="1584822" y="7673"/>
                </a:cubicBezTo>
                <a:cubicBezTo>
                  <a:pt x="1865523" y="0"/>
                  <a:pt x="2329451" y="7673"/>
                  <a:pt x="2329451" y="7673"/>
                </a:cubicBezTo>
                <a:cubicBezTo>
                  <a:pt x="2697758" y="15152"/>
                  <a:pt x="3061071" y="84484"/>
                  <a:pt x="3258811" y="207066"/>
                </a:cubicBezTo>
                <a:cubicBezTo>
                  <a:pt x="3409828" y="300683"/>
                  <a:pt x="3443102" y="425358"/>
                  <a:pt x="3433962" y="577261"/>
                </a:cubicBezTo>
                <a:lnTo>
                  <a:pt x="3433962" y="577262"/>
                </a:lnTo>
                <a:cubicBezTo>
                  <a:pt x="3433962" y="891835"/>
                  <a:pt x="3150965" y="1105932"/>
                  <a:pt x="2504203" y="1133773"/>
                </a:cubicBezTo>
                <a:close/>
              </a:path>
            </a:pathLst>
          </a:custGeom>
          <a:solidFill>
            <a:srgbClr val="E5DFEC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0" name="Google Shape;530;p19"/>
          <p:cNvSpPr txBox="1"/>
          <p:nvPr/>
        </p:nvSpPr>
        <p:spPr>
          <a:xfrm>
            <a:off x="3480120" y="3814982"/>
            <a:ext cx="2520525" cy="17727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375"/>
              </a:lnSpc>
              <a:spcBef>
                <a:spcPts val="0"/>
              </a:spcBef>
              <a:spcAft>
                <a:spcPts val="0"/>
              </a:spcAft>
              <a:buClr>
                <a:srgbClr val="272626"/>
              </a:buClr>
              <a:buSzPts val="3200"/>
              <a:buFont typeface="SimSun"/>
              <a:buNone/>
            </a:pPr>
            <a:r>
              <a:rPr lang="en-US" sz="3200" b="0" i="0" u="none" strike="noStrike" cap="none" dirty="0" err="1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zhè</a:t>
            </a:r>
            <a:r>
              <a:rPr lang="en-US" sz="3200" b="0" i="0" u="none" strike="noStrike" cap="none" dirty="0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3200" b="0" i="0" u="none" strike="noStrike" cap="none" dirty="0" err="1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cì</a:t>
            </a:r>
            <a:endParaRPr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marL="0" marR="0" lvl="0" indent="0" algn="ctr" rtl="0">
              <a:lnSpc>
                <a:spcPct val="96300"/>
              </a:lnSpc>
              <a:spcBef>
                <a:spcPts val="0"/>
              </a:spcBef>
              <a:spcAft>
                <a:spcPts val="0"/>
              </a:spcAft>
              <a:buClr>
                <a:srgbClr val="272626"/>
              </a:buClr>
              <a:buSzPts val="4000"/>
              <a:buFont typeface="Arial"/>
              <a:buNone/>
            </a:pPr>
            <a:r>
              <a:rPr lang="en-US" sz="4000" b="0" i="0" u="none" strike="noStrike" cap="none" dirty="0" err="1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这</a:t>
            </a:r>
            <a:r>
              <a:rPr lang="en-US" sz="4000" b="1" i="0" u="none" strike="noStrike" cap="none" dirty="0" err="1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次</a:t>
            </a:r>
            <a:endParaRPr sz="4000" b="1" i="0" u="none" strike="noStrike" cap="none" dirty="0">
              <a:solidFill>
                <a:srgbClr val="FF0000"/>
              </a:solidFill>
              <a:latin typeface="SimSun" panose="02010600030101010101" pitchFamily="2" charset="-122"/>
              <a:ea typeface="SimSun" panose="02010600030101010101" pitchFamily="2" charset="-122"/>
              <a:sym typeface="Arial"/>
            </a:endParaRPr>
          </a:p>
          <a:p>
            <a:pPr marL="0" marR="0" lvl="0" indent="0" algn="ctr" rtl="0">
              <a:lnSpc>
                <a:spcPct val="963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0" i="0" u="none" strike="noStrike" cap="none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This time</a:t>
            </a:r>
            <a:endParaRPr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pic>
        <p:nvPicPr>
          <p:cNvPr id="531" name="Google Shape;531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1079914">
            <a:off x="2808876" y="3285823"/>
            <a:ext cx="1169397" cy="720862"/>
          </a:xfrm>
          <a:prstGeom prst="rect">
            <a:avLst/>
          </a:prstGeom>
          <a:noFill/>
          <a:ln>
            <a:noFill/>
          </a:ln>
        </p:spPr>
      </p:pic>
      <p:sp>
        <p:nvSpPr>
          <p:cNvPr id="532" name="Google Shape;532;p19"/>
          <p:cNvSpPr txBox="1"/>
          <p:nvPr/>
        </p:nvSpPr>
        <p:spPr>
          <a:xfrm>
            <a:off x="3152454" y="6659397"/>
            <a:ext cx="2520525" cy="17727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375"/>
              </a:lnSpc>
              <a:spcBef>
                <a:spcPts val="0"/>
              </a:spcBef>
              <a:spcAft>
                <a:spcPts val="0"/>
              </a:spcAft>
              <a:buClr>
                <a:srgbClr val="272626"/>
              </a:buClr>
              <a:buSzPts val="3200"/>
              <a:buFont typeface="SimSun"/>
              <a:buNone/>
            </a:pPr>
            <a:r>
              <a:rPr lang="en-US" sz="3200" b="0" i="0" u="none" strike="noStrike" cap="none" dirty="0" err="1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Nà</a:t>
            </a:r>
            <a:r>
              <a:rPr lang="en-US" sz="3200" b="0" i="0" u="none" strike="noStrike" cap="none" dirty="0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3200" b="0" i="0" u="none" strike="noStrike" cap="none" dirty="0" err="1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cì</a:t>
            </a:r>
            <a:r>
              <a:rPr lang="en-US" sz="3200" b="0" i="0" u="none" strike="noStrike" cap="none" dirty="0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 </a:t>
            </a:r>
            <a:endParaRPr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marL="0" marR="0" lvl="0" indent="0" algn="ctr" rtl="0">
              <a:lnSpc>
                <a:spcPct val="96300"/>
              </a:lnSpc>
              <a:spcBef>
                <a:spcPts val="0"/>
              </a:spcBef>
              <a:spcAft>
                <a:spcPts val="0"/>
              </a:spcAft>
              <a:buClr>
                <a:srgbClr val="272626"/>
              </a:buClr>
              <a:buSzPts val="4000"/>
              <a:buFont typeface="Arial"/>
              <a:buNone/>
            </a:pPr>
            <a:r>
              <a:rPr lang="en-US" sz="4000" b="0" i="0" u="none" strike="noStrike" cap="none" dirty="0" err="1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那</a:t>
            </a:r>
            <a:r>
              <a:rPr lang="en-US" sz="4000" b="1" i="0" u="none" strike="noStrike" cap="none" dirty="0" err="1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次</a:t>
            </a:r>
            <a:endParaRPr sz="4000" b="1" i="0" u="none" strike="noStrike" cap="none" dirty="0">
              <a:solidFill>
                <a:srgbClr val="FF0000"/>
              </a:solidFill>
              <a:latin typeface="SimSun" panose="02010600030101010101" pitchFamily="2" charset="-122"/>
              <a:ea typeface="SimSun" panose="02010600030101010101" pitchFamily="2" charset="-122"/>
              <a:sym typeface="Arial"/>
            </a:endParaRPr>
          </a:p>
          <a:p>
            <a:pPr marL="0" marR="0" lvl="0" indent="0" algn="ctr" rtl="0">
              <a:lnSpc>
                <a:spcPct val="963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0" i="0" u="none" strike="noStrike" cap="none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That time</a:t>
            </a:r>
            <a:endParaRPr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pic>
        <p:nvPicPr>
          <p:cNvPr id="533" name="Google Shape;533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48248" y="5980760"/>
            <a:ext cx="1169397" cy="720862"/>
          </a:xfrm>
          <a:prstGeom prst="rect">
            <a:avLst/>
          </a:prstGeom>
          <a:noFill/>
          <a:ln>
            <a:noFill/>
          </a:ln>
        </p:spPr>
      </p:pic>
      <p:sp>
        <p:nvSpPr>
          <p:cNvPr id="534" name="Google Shape;534;p19"/>
          <p:cNvSpPr/>
          <p:nvPr/>
        </p:nvSpPr>
        <p:spPr>
          <a:xfrm>
            <a:off x="10180785" y="3878276"/>
            <a:ext cx="3848673" cy="2074744"/>
          </a:xfrm>
          <a:custGeom>
            <a:avLst/>
            <a:gdLst/>
            <a:ahLst/>
            <a:cxnLst/>
            <a:rect l="l" t="t" r="r" b="b"/>
            <a:pathLst>
              <a:path w="3443102" h="1144961" extrusionOk="0">
                <a:moveTo>
                  <a:pt x="2504203" y="1133773"/>
                </a:moveTo>
                <a:cubicBezTo>
                  <a:pt x="2504203" y="1133773"/>
                  <a:pt x="2084450" y="1144961"/>
                  <a:pt x="1621865" y="1142339"/>
                </a:cubicBezTo>
                <a:cubicBezTo>
                  <a:pt x="1584822" y="1140177"/>
                  <a:pt x="1057073" y="1132352"/>
                  <a:pt x="1057073" y="1132352"/>
                </a:cubicBezTo>
                <a:cubicBezTo>
                  <a:pt x="812931" y="1123518"/>
                  <a:pt x="565145" y="1106537"/>
                  <a:pt x="398404" y="1048359"/>
                </a:cubicBezTo>
                <a:cubicBezTo>
                  <a:pt x="120505" y="951398"/>
                  <a:pt x="0" y="773869"/>
                  <a:pt x="0" y="577261"/>
                </a:cubicBezTo>
                <a:lnTo>
                  <a:pt x="0" y="577259"/>
                </a:lnTo>
                <a:cubicBezTo>
                  <a:pt x="8536" y="440430"/>
                  <a:pt x="34263" y="311302"/>
                  <a:pt x="140291" y="225758"/>
                </a:cubicBezTo>
                <a:cubicBezTo>
                  <a:pt x="342602" y="62530"/>
                  <a:pt x="736658" y="7673"/>
                  <a:pt x="1155311" y="7673"/>
                </a:cubicBezTo>
                <a:cubicBezTo>
                  <a:pt x="1155311" y="7673"/>
                  <a:pt x="1551711" y="15681"/>
                  <a:pt x="1584822" y="7673"/>
                </a:cubicBezTo>
                <a:cubicBezTo>
                  <a:pt x="1865523" y="0"/>
                  <a:pt x="2329451" y="7673"/>
                  <a:pt x="2329451" y="7673"/>
                </a:cubicBezTo>
                <a:cubicBezTo>
                  <a:pt x="2697758" y="15152"/>
                  <a:pt x="3061071" y="84484"/>
                  <a:pt x="3258811" y="207066"/>
                </a:cubicBezTo>
                <a:cubicBezTo>
                  <a:pt x="3409828" y="300683"/>
                  <a:pt x="3443102" y="425358"/>
                  <a:pt x="3433962" y="577261"/>
                </a:cubicBezTo>
                <a:lnTo>
                  <a:pt x="3433962" y="577262"/>
                </a:lnTo>
                <a:cubicBezTo>
                  <a:pt x="3433962" y="891835"/>
                  <a:pt x="3150965" y="1105932"/>
                  <a:pt x="2504203" y="1133773"/>
                </a:cubicBezTo>
                <a:close/>
              </a:path>
            </a:pathLst>
          </a:custGeom>
          <a:solidFill>
            <a:srgbClr val="EAF1DD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5" name="Google Shape;535;p19"/>
          <p:cNvSpPr txBox="1"/>
          <p:nvPr/>
        </p:nvSpPr>
        <p:spPr>
          <a:xfrm>
            <a:off x="10422317" y="4071435"/>
            <a:ext cx="3296154" cy="17727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375"/>
              </a:lnSpc>
              <a:spcBef>
                <a:spcPts val="0"/>
              </a:spcBef>
              <a:spcAft>
                <a:spcPts val="0"/>
              </a:spcAft>
              <a:buClr>
                <a:srgbClr val="272626"/>
              </a:buClr>
              <a:buSzPts val="3200"/>
              <a:buFont typeface="SimSun"/>
              <a:buNone/>
            </a:pPr>
            <a:r>
              <a:rPr lang="en-US" sz="3200" b="0" i="0" u="none" strike="noStrike" cap="none" dirty="0" err="1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zhè</a:t>
            </a:r>
            <a:r>
              <a:rPr lang="en-US" sz="3200" b="0" i="0" u="none" strike="noStrike" cap="none" dirty="0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3200" b="0" i="0" u="none" strike="noStrike" cap="none" dirty="0" err="1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cì</a:t>
            </a:r>
            <a:r>
              <a:rPr lang="en-US" sz="3200" b="0" i="0" u="none" strike="noStrike" cap="none" dirty="0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3200" b="0" i="0" u="none" strike="noStrike" cap="none" dirty="0" err="1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kǎoshì</a:t>
            </a:r>
            <a:endParaRPr sz="3200" b="0" i="0" u="none" strike="noStrike" cap="none" dirty="0">
              <a:solidFill>
                <a:srgbClr val="272626"/>
              </a:solidFill>
              <a:latin typeface="SimSun" panose="02010600030101010101" pitchFamily="2" charset="-122"/>
              <a:ea typeface="SimSun" panose="02010600030101010101" pitchFamily="2" charset="-122"/>
              <a:cs typeface="SimSun"/>
              <a:sym typeface="SimSun"/>
            </a:endParaRPr>
          </a:p>
          <a:p>
            <a:pPr marL="0" marR="0" lvl="0" indent="0" algn="ctr" rtl="0">
              <a:lnSpc>
                <a:spcPct val="96300"/>
              </a:lnSpc>
              <a:spcBef>
                <a:spcPts val="0"/>
              </a:spcBef>
              <a:spcAft>
                <a:spcPts val="0"/>
              </a:spcAft>
              <a:buClr>
                <a:srgbClr val="272626"/>
              </a:buClr>
              <a:buSzPts val="4000"/>
              <a:buFont typeface="Arial"/>
              <a:buNone/>
            </a:pPr>
            <a:r>
              <a:rPr lang="en-US" sz="4000" b="0" i="0" u="none" strike="noStrike" cap="none" dirty="0" err="1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这</a:t>
            </a:r>
            <a:r>
              <a:rPr lang="en-US" sz="4000" b="0" i="0" u="none" strike="noStrike" cap="none" dirty="0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 </a:t>
            </a:r>
            <a:r>
              <a:rPr lang="en-US" sz="4000" b="1" i="0" u="none" strike="noStrike" cap="none" dirty="0" err="1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次</a:t>
            </a:r>
            <a:r>
              <a:rPr lang="en-US" sz="4000" b="1" i="0" u="none" strike="noStrike" cap="none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 </a:t>
            </a:r>
            <a:r>
              <a:rPr lang="en-US" sz="4000" b="0" i="0" u="none" strike="noStrike" cap="none" dirty="0" err="1">
                <a:solidFill>
                  <a:schemeClr val="dk1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考试</a:t>
            </a:r>
            <a:endParaRPr sz="4000" b="0" i="0" u="none" strike="noStrike" cap="none" dirty="0">
              <a:solidFill>
                <a:schemeClr val="dk1"/>
              </a:solidFill>
              <a:latin typeface="SimSun" panose="02010600030101010101" pitchFamily="2" charset="-122"/>
              <a:ea typeface="SimSun" panose="02010600030101010101" pitchFamily="2" charset="-122"/>
              <a:sym typeface="Arial"/>
            </a:endParaRPr>
          </a:p>
          <a:p>
            <a:pPr marL="0" marR="0" lvl="0" indent="0" algn="ctr" rtl="0">
              <a:lnSpc>
                <a:spcPct val="963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0" i="0" u="none" strike="noStrike" cap="none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This </a:t>
            </a:r>
            <a:r>
              <a:rPr lang="en-US" sz="4000" dirty="0">
                <a:latin typeface="SimSun" panose="02010600030101010101" pitchFamily="2" charset="-122"/>
                <a:ea typeface="SimSun" panose="02010600030101010101" pitchFamily="2" charset="-122"/>
              </a:rPr>
              <a:t>exam</a:t>
            </a:r>
            <a:endParaRPr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pic>
        <p:nvPicPr>
          <p:cNvPr id="536" name="Google Shape;536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1079914">
            <a:off x="10124076" y="3438223"/>
            <a:ext cx="1169397" cy="720862"/>
          </a:xfrm>
          <a:prstGeom prst="rect">
            <a:avLst/>
          </a:prstGeom>
          <a:noFill/>
          <a:ln>
            <a:noFill/>
          </a:ln>
        </p:spPr>
      </p:pic>
      <p:sp>
        <p:nvSpPr>
          <p:cNvPr id="537" name="Google Shape;537;p19"/>
          <p:cNvSpPr/>
          <p:nvPr/>
        </p:nvSpPr>
        <p:spPr>
          <a:xfrm>
            <a:off x="10150304" y="6578126"/>
            <a:ext cx="3848673" cy="2247264"/>
          </a:xfrm>
          <a:custGeom>
            <a:avLst/>
            <a:gdLst/>
            <a:ahLst/>
            <a:cxnLst/>
            <a:rect l="l" t="t" r="r" b="b"/>
            <a:pathLst>
              <a:path w="3443102" h="1144961" extrusionOk="0">
                <a:moveTo>
                  <a:pt x="2504203" y="1133773"/>
                </a:moveTo>
                <a:cubicBezTo>
                  <a:pt x="2504203" y="1133773"/>
                  <a:pt x="2084450" y="1144961"/>
                  <a:pt x="1621865" y="1142339"/>
                </a:cubicBezTo>
                <a:cubicBezTo>
                  <a:pt x="1584822" y="1140177"/>
                  <a:pt x="1057073" y="1132352"/>
                  <a:pt x="1057073" y="1132352"/>
                </a:cubicBezTo>
                <a:cubicBezTo>
                  <a:pt x="812931" y="1123518"/>
                  <a:pt x="565145" y="1106537"/>
                  <a:pt x="398404" y="1048359"/>
                </a:cubicBezTo>
                <a:cubicBezTo>
                  <a:pt x="120505" y="951398"/>
                  <a:pt x="0" y="773869"/>
                  <a:pt x="0" y="577261"/>
                </a:cubicBezTo>
                <a:lnTo>
                  <a:pt x="0" y="577259"/>
                </a:lnTo>
                <a:cubicBezTo>
                  <a:pt x="8536" y="440430"/>
                  <a:pt x="34263" y="311302"/>
                  <a:pt x="140291" y="225758"/>
                </a:cubicBezTo>
                <a:cubicBezTo>
                  <a:pt x="342602" y="62530"/>
                  <a:pt x="736658" y="7673"/>
                  <a:pt x="1155311" y="7673"/>
                </a:cubicBezTo>
                <a:cubicBezTo>
                  <a:pt x="1155311" y="7673"/>
                  <a:pt x="1551711" y="15681"/>
                  <a:pt x="1584822" y="7673"/>
                </a:cubicBezTo>
                <a:cubicBezTo>
                  <a:pt x="1865523" y="0"/>
                  <a:pt x="2329451" y="7673"/>
                  <a:pt x="2329451" y="7673"/>
                </a:cubicBezTo>
                <a:cubicBezTo>
                  <a:pt x="2697758" y="15152"/>
                  <a:pt x="3061071" y="84484"/>
                  <a:pt x="3258811" y="207066"/>
                </a:cubicBezTo>
                <a:cubicBezTo>
                  <a:pt x="3409828" y="300683"/>
                  <a:pt x="3443102" y="425358"/>
                  <a:pt x="3433962" y="577261"/>
                </a:cubicBezTo>
                <a:lnTo>
                  <a:pt x="3433962" y="577262"/>
                </a:lnTo>
                <a:cubicBezTo>
                  <a:pt x="3433962" y="891835"/>
                  <a:pt x="3150965" y="1105932"/>
                  <a:pt x="2504203" y="1133773"/>
                </a:cubicBezTo>
                <a:close/>
              </a:path>
            </a:pathLst>
          </a:custGeom>
          <a:solidFill>
            <a:srgbClr val="EAF1DD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8" name="Google Shape;538;p19"/>
          <p:cNvSpPr txBox="1"/>
          <p:nvPr/>
        </p:nvSpPr>
        <p:spPr>
          <a:xfrm>
            <a:off x="10391836" y="6771285"/>
            <a:ext cx="3296154" cy="17727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375"/>
              </a:lnSpc>
              <a:spcBef>
                <a:spcPts val="0"/>
              </a:spcBef>
              <a:spcAft>
                <a:spcPts val="0"/>
              </a:spcAft>
              <a:buClr>
                <a:srgbClr val="272626"/>
              </a:buClr>
              <a:buSzPts val="3200"/>
              <a:buFont typeface="SimSun"/>
              <a:buNone/>
            </a:pPr>
            <a:r>
              <a:rPr lang="en-US" sz="3200" b="0" i="0" u="none" strike="noStrike" cap="none" dirty="0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3200" b="0" i="0" u="none" strike="noStrike" cap="none" dirty="0" err="1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Nà</a:t>
            </a:r>
            <a:r>
              <a:rPr lang="en-US" sz="3200" b="0" i="0" u="none" strike="noStrike" cap="none" dirty="0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3200" b="0" i="0" u="none" strike="noStrike" cap="none" dirty="0" err="1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cì</a:t>
            </a:r>
            <a:r>
              <a:rPr lang="en-US" sz="3200" b="0" i="0" u="none" strike="noStrike" cap="none" dirty="0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3200" b="0" i="0" u="none" strike="noStrike" cap="none" dirty="0" err="1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kǎoshì</a:t>
            </a:r>
            <a:endParaRPr sz="3200" b="0" i="0" u="none" strike="noStrike" cap="none" dirty="0">
              <a:solidFill>
                <a:srgbClr val="272626"/>
              </a:solidFill>
              <a:latin typeface="SimSun" panose="02010600030101010101" pitchFamily="2" charset="-122"/>
              <a:ea typeface="SimSun" panose="02010600030101010101" pitchFamily="2" charset="-122"/>
              <a:cs typeface="SimSun"/>
              <a:sym typeface="SimSun"/>
            </a:endParaRPr>
          </a:p>
          <a:p>
            <a:pPr marL="0" marR="0" lvl="0" indent="0" algn="ctr" rtl="0">
              <a:lnSpc>
                <a:spcPct val="96300"/>
              </a:lnSpc>
              <a:spcBef>
                <a:spcPts val="0"/>
              </a:spcBef>
              <a:spcAft>
                <a:spcPts val="0"/>
              </a:spcAft>
              <a:buClr>
                <a:srgbClr val="272626"/>
              </a:buClr>
              <a:buSzPts val="4000"/>
              <a:buFont typeface="Arial"/>
              <a:buNone/>
            </a:pPr>
            <a:r>
              <a:rPr lang="en-US" sz="4000" b="0" i="0" u="none" strike="noStrike" cap="none" dirty="0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那 </a:t>
            </a:r>
            <a:r>
              <a:rPr lang="en-US" sz="4000" b="1" i="0" u="none" strike="noStrike" cap="none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次 </a:t>
            </a:r>
            <a:r>
              <a:rPr lang="en-US" sz="4000" b="0" i="0" u="none" strike="noStrike" cap="none" dirty="0" err="1">
                <a:solidFill>
                  <a:schemeClr val="dk1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考试</a:t>
            </a:r>
            <a:endParaRPr sz="4000" b="0" i="0" u="none" strike="noStrike" cap="none" dirty="0">
              <a:solidFill>
                <a:schemeClr val="dk1"/>
              </a:solidFill>
              <a:latin typeface="SimSun" panose="02010600030101010101" pitchFamily="2" charset="-122"/>
              <a:ea typeface="SimSun" panose="02010600030101010101" pitchFamily="2" charset="-122"/>
              <a:sym typeface="Arial"/>
            </a:endParaRPr>
          </a:p>
          <a:p>
            <a:pPr marL="0" marR="0" lvl="0" indent="0" algn="ctr" rtl="0">
              <a:lnSpc>
                <a:spcPct val="963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0" i="0" u="none" strike="noStrike" cap="none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That exam</a:t>
            </a:r>
            <a:endParaRPr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pic>
        <p:nvPicPr>
          <p:cNvPr id="539" name="Google Shape;539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1079914">
            <a:off x="10093595" y="6138073"/>
            <a:ext cx="1169397" cy="720862"/>
          </a:xfrm>
          <a:prstGeom prst="rect">
            <a:avLst/>
          </a:prstGeom>
          <a:noFill/>
          <a:ln>
            <a:noFill/>
          </a:ln>
        </p:spPr>
      </p:pic>
      <p:pic>
        <p:nvPicPr>
          <p:cNvPr id="540" name="Google Shape;540;p19" descr="Arrow Right with solid fill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057704" y="4271276"/>
            <a:ext cx="91440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41" name="Google Shape;541;p19" descr="Arrow Right with solid fill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053076" y="7021965"/>
            <a:ext cx="914400" cy="91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EC4"/>
        </a:solidFill>
        <a:effectLst/>
      </p:bgPr>
    </p:bg>
    <p:spTree>
      <p:nvGrpSpPr>
        <p:cNvPr id="1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20"/>
          <p:cNvSpPr/>
          <p:nvPr/>
        </p:nvSpPr>
        <p:spPr>
          <a:xfrm>
            <a:off x="1478524" y="1866901"/>
            <a:ext cx="14478213" cy="7674374"/>
          </a:xfrm>
          <a:custGeom>
            <a:avLst/>
            <a:gdLst/>
            <a:ahLst/>
            <a:cxnLst/>
            <a:rect l="l" t="t" r="r" b="b"/>
            <a:pathLst>
              <a:path w="10825342" h="5776630" extrusionOk="0">
                <a:moveTo>
                  <a:pt x="278431" y="16918"/>
                </a:moveTo>
                <a:cubicBezTo>
                  <a:pt x="278431" y="16918"/>
                  <a:pt x="604014" y="12258"/>
                  <a:pt x="1062834" y="12454"/>
                </a:cubicBezTo>
                <a:cubicBezTo>
                  <a:pt x="8817733" y="12671"/>
                  <a:pt x="10551274" y="0"/>
                  <a:pt x="10551274" y="0"/>
                </a:cubicBezTo>
                <a:cubicBezTo>
                  <a:pt x="10618737" y="0"/>
                  <a:pt x="10694674" y="0"/>
                  <a:pt x="10773448" y="85073"/>
                </a:cubicBezTo>
                <a:cubicBezTo>
                  <a:pt x="10816426" y="131488"/>
                  <a:pt x="10817494" y="240224"/>
                  <a:pt x="10817899" y="320281"/>
                </a:cubicBezTo>
                <a:cubicBezTo>
                  <a:pt x="10817899" y="320281"/>
                  <a:pt x="10816195" y="4157017"/>
                  <a:pt x="10816195" y="5014045"/>
                </a:cubicBezTo>
                <a:cubicBezTo>
                  <a:pt x="10816195" y="5228205"/>
                  <a:pt x="10825342" y="5527383"/>
                  <a:pt x="10825342" y="5527383"/>
                </a:cubicBezTo>
                <a:cubicBezTo>
                  <a:pt x="10825342" y="5656052"/>
                  <a:pt x="10821173" y="5776630"/>
                  <a:pt x="10568335" y="5768495"/>
                </a:cubicBezTo>
                <a:cubicBezTo>
                  <a:pt x="10568335" y="5768495"/>
                  <a:pt x="10191862" y="5748197"/>
                  <a:pt x="9095459" y="5755795"/>
                </a:cubicBezTo>
                <a:cubicBezTo>
                  <a:pt x="2547822" y="5763930"/>
                  <a:pt x="304023" y="5776630"/>
                  <a:pt x="304023" y="5776630"/>
                </a:cubicBezTo>
                <a:cubicBezTo>
                  <a:pt x="132548" y="5776630"/>
                  <a:pt x="4213" y="5675561"/>
                  <a:pt x="8532" y="5473013"/>
                </a:cubicBezTo>
                <a:cubicBezTo>
                  <a:pt x="8532" y="5473013"/>
                  <a:pt x="9630" y="4974472"/>
                  <a:pt x="4815" y="1481678"/>
                </a:cubicBezTo>
                <a:cubicBezTo>
                  <a:pt x="0" y="663668"/>
                  <a:pt x="25592" y="330596"/>
                  <a:pt x="25592" y="330596"/>
                </a:cubicBezTo>
                <a:cubicBezTo>
                  <a:pt x="27224" y="150571"/>
                  <a:pt x="143504" y="16918"/>
                  <a:pt x="278431" y="16918"/>
                </a:cubicBezTo>
                <a:close/>
              </a:path>
            </a:pathLst>
          </a:custGeom>
          <a:solidFill>
            <a:srgbClr val="FFF3E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7" name="Google Shape;547;p20"/>
          <p:cNvSpPr/>
          <p:nvPr/>
        </p:nvSpPr>
        <p:spPr>
          <a:xfrm>
            <a:off x="2895600" y="744090"/>
            <a:ext cx="10921170" cy="2289864"/>
          </a:xfrm>
          <a:custGeom>
            <a:avLst/>
            <a:gdLst/>
            <a:ahLst/>
            <a:cxnLst/>
            <a:rect l="l" t="t" r="r" b="b"/>
            <a:pathLst>
              <a:path w="3443102" h="1144961" extrusionOk="0">
                <a:moveTo>
                  <a:pt x="2504203" y="1133773"/>
                </a:moveTo>
                <a:cubicBezTo>
                  <a:pt x="2504203" y="1133773"/>
                  <a:pt x="2084450" y="1144961"/>
                  <a:pt x="1621865" y="1142339"/>
                </a:cubicBezTo>
                <a:cubicBezTo>
                  <a:pt x="1584822" y="1140177"/>
                  <a:pt x="1057073" y="1132352"/>
                  <a:pt x="1057073" y="1132352"/>
                </a:cubicBezTo>
                <a:cubicBezTo>
                  <a:pt x="812931" y="1123518"/>
                  <a:pt x="565145" y="1106537"/>
                  <a:pt x="398404" y="1048359"/>
                </a:cubicBezTo>
                <a:cubicBezTo>
                  <a:pt x="120505" y="951398"/>
                  <a:pt x="0" y="773869"/>
                  <a:pt x="0" y="577261"/>
                </a:cubicBezTo>
                <a:lnTo>
                  <a:pt x="0" y="577259"/>
                </a:lnTo>
                <a:cubicBezTo>
                  <a:pt x="8536" y="440430"/>
                  <a:pt x="34263" y="311302"/>
                  <a:pt x="140291" y="225758"/>
                </a:cubicBezTo>
                <a:cubicBezTo>
                  <a:pt x="342602" y="62530"/>
                  <a:pt x="736658" y="7673"/>
                  <a:pt x="1155311" y="7673"/>
                </a:cubicBezTo>
                <a:cubicBezTo>
                  <a:pt x="1155311" y="7673"/>
                  <a:pt x="1551711" y="15681"/>
                  <a:pt x="1584822" y="7673"/>
                </a:cubicBezTo>
                <a:cubicBezTo>
                  <a:pt x="1865523" y="0"/>
                  <a:pt x="2329451" y="7673"/>
                  <a:pt x="2329451" y="7673"/>
                </a:cubicBezTo>
                <a:cubicBezTo>
                  <a:pt x="2697758" y="15152"/>
                  <a:pt x="3061071" y="84484"/>
                  <a:pt x="3258811" y="207066"/>
                </a:cubicBezTo>
                <a:cubicBezTo>
                  <a:pt x="3409828" y="300683"/>
                  <a:pt x="3443102" y="425358"/>
                  <a:pt x="3433962" y="577261"/>
                </a:cubicBezTo>
                <a:lnTo>
                  <a:pt x="3433962" y="577262"/>
                </a:lnTo>
                <a:cubicBezTo>
                  <a:pt x="3433962" y="891835"/>
                  <a:pt x="3150965" y="1105932"/>
                  <a:pt x="2504203" y="1133773"/>
                </a:cubicBezTo>
                <a:close/>
              </a:path>
            </a:pathLst>
          </a:custGeom>
          <a:solidFill>
            <a:srgbClr val="FDF5B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48" name="Google Shape;548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656759" y="472740"/>
            <a:ext cx="3020414" cy="720862"/>
          </a:xfrm>
          <a:prstGeom prst="rect">
            <a:avLst/>
          </a:prstGeom>
          <a:noFill/>
          <a:ln>
            <a:noFill/>
          </a:ln>
        </p:spPr>
      </p:pic>
      <p:sp>
        <p:nvSpPr>
          <p:cNvPr id="549" name="Google Shape;549;p20"/>
          <p:cNvSpPr txBox="1"/>
          <p:nvPr/>
        </p:nvSpPr>
        <p:spPr>
          <a:xfrm>
            <a:off x="2448549" y="1355265"/>
            <a:ext cx="12875648" cy="1329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00"/>
              <a:buFont typeface="Arial"/>
              <a:buNone/>
            </a:pPr>
            <a:r>
              <a:rPr lang="en-US" sz="9600" b="0" i="0" u="none" strike="noStrike" cap="none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分</a:t>
            </a:r>
            <a:r>
              <a:rPr lang="en-US" sz="96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8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n. </a:t>
            </a:r>
            <a:r>
              <a:rPr lang="en-US" sz="80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fēn</a:t>
            </a:r>
            <a:r>
              <a:rPr lang="en-US" sz="8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point</a:t>
            </a:r>
            <a:endParaRPr sz="9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50" name="Google Shape;550;p2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698455">
            <a:off x="14863540" y="-142294"/>
            <a:ext cx="3629501" cy="2412635"/>
          </a:xfrm>
          <a:prstGeom prst="rect">
            <a:avLst/>
          </a:prstGeom>
          <a:noFill/>
          <a:ln>
            <a:noFill/>
          </a:ln>
        </p:spPr>
      </p:pic>
      <p:pic>
        <p:nvPicPr>
          <p:cNvPr id="551" name="Google Shape;551;p2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803959">
            <a:off x="15680560" y="8048436"/>
            <a:ext cx="2122534" cy="1966751"/>
          </a:xfrm>
          <a:prstGeom prst="rect">
            <a:avLst/>
          </a:prstGeom>
          <a:noFill/>
          <a:ln>
            <a:noFill/>
          </a:ln>
        </p:spPr>
      </p:pic>
      <p:pic>
        <p:nvPicPr>
          <p:cNvPr id="552" name="Google Shape;552;p20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 rot="-442419">
            <a:off x="615416" y="8148284"/>
            <a:ext cx="2443041" cy="1959523"/>
          </a:xfrm>
          <a:prstGeom prst="rect">
            <a:avLst/>
          </a:prstGeom>
          <a:noFill/>
          <a:ln>
            <a:noFill/>
          </a:ln>
        </p:spPr>
      </p:pic>
      <p:pic>
        <p:nvPicPr>
          <p:cNvPr id="553" name="Google Shape;553;p20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 rot="-2627376">
            <a:off x="3071024" y="-96077"/>
            <a:ext cx="947383" cy="2122534"/>
          </a:xfrm>
          <a:prstGeom prst="rect">
            <a:avLst/>
          </a:prstGeom>
          <a:noFill/>
          <a:ln>
            <a:noFill/>
          </a:ln>
        </p:spPr>
      </p:pic>
      <p:sp>
        <p:nvSpPr>
          <p:cNvPr id="554" name="Google Shape;554;p20"/>
          <p:cNvSpPr txBox="1"/>
          <p:nvPr/>
        </p:nvSpPr>
        <p:spPr>
          <a:xfrm rot="791915">
            <a:off x="14573022" y="504334"/>
            <a:ext cx="4050280" cy="1630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68194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3600"/>
              <a:buFont typeface="Calibri"/>
              <a:buNone/>
            </a:pPr>
            <a:r>
              <a:rPr lang="en-US" sz="3600" b="1" i="0" u="none" strike="noStrike" cap="none">
                <a:solidFill>
                  <a:srgbClr val="2E2F30"/>
                </a:solidFill>
                <a:latin typeface="Calibri"/>
                <a:ea typeface="Calibri"/>
                <a:cs typeface="Calibri"/>
                <a:sym typeface="Calibri"/>
              </a:rPr>
              <a:t>生词 </a:t>
            </a:r>
            <a:endParaRPr sz="3600" b="1" i="0" u="none" strike="noStrike" cap="none">
              <a:solidFill>
                <a:srgbClr val="2E2F3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26145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4800"/>
              <a:buFont typeface="Arial"/>
              <a:buNone/>
            </a:pPr>
            <a:r>
              <a:rPr lang="en-US" sz="4800" b="1" i="0" u="none" strike="noStrike" cap="none">
                <a:solidFill>
                  <a:srgbClr val="2E2F30"/>
                </a:solidFill>
                <a:latin typeface="Arial"/>
                <a:ea typeface="Arial"/>
                <a:cs typeface="Arial"/>
                <a:sym typeface="Arial"/>
              </a:rPr>
              <a:t>New words</a:t>
            </a:r>
            <a:endParaRPr sz="4800" b="1" i="0" u="none" strike="noStrike" cap="none">
              <a:solidFill>
                <a:srgbClr val="2E2F3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55" name="Google Shape;555;p20" descr="A picture containing text, whiteboard&#10;&#10;Description automatically generated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3378549" y="3457703"/>
            <a:ext cx="4962396" cy="4962396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556" name="Google Shape;556;p20"/>
          <p:cNvSpPr/>
          <p:nvPr/>
        </p:nvSpPr>
        <p:spPr>
          <a:xfrm>
            <a:off x="9828541" y="3980589"/>
            <a:ext cx="3848673" cy="1922896"/>
          </a:xfrm>
          <a:custGeom>
            <a:avLst/>
            <a:gdLst/>
            <a:ahLst/>
            <a:cxnLst/>
            <a:rect l="l" t="t" r="r" b="b"/>
            <a:pathLst>
              <a:path w="3443102" h="1144961" extrusionOk="0">
                <a:moveTo>
                  <a:pt x="2504203" y="1133773"/>
                </a:moveTo>
                <a:cubicBezTo>
                  <a:pt x="2504203" y="1133773"/>
                  <a:pt x="2084450" y="1144961"/>
                  <a:pt x="1621865" y="1142339"/>
                </a:cubicBezTo>
                <a:cubicBezTo>
                  <a:pt x="1584822" y="1140177"/>
                  <a:pt x="1057073" y="1132352"/>
                  <a:pt x="1057073" y="1132352"/>
                </a:cubicBezTo>
                <a:cubicBezTo>
                  <a:pt x="812931" y="1123518"/>
                  <a:pt x="565145" y="1106537"/>
                  <a:pt x="398404" y="1048359"/>
                </a:cubicBezTo>
                <a:cubicBezTo>
                  <a:pt x="120505" y="951398"/>
                  <a:pt x="0" y="773869"/>
                  <a:pt x="0" y="577261"/>
                </a:cubicBezTo>
                <a:lnTo>
                  <a:pt x="0" y="577259"/>
                </a:lnTo>
                <a:cubicBezTo>
                  <a:pt x="8536" y="440430"/>
                  <a:pt x="34263" y="311302"/>
                  <a:pt x="140291" y="225758"/>
                </a:cubicBezTo>
                <a:cubicBezTo>
                  <a:pt x="342602" y="62530"/>
                  <a:pt x="736658" y="7673"/>
                  <a:pt x="1155311" y="7673"/>
                </a:cubicBezTo>
                <a:cubicBezTo>
                  <a:pt x="1155311" y="7673"/>
                  <a:pt x="1551711" y="15681"/>
                  <a:pt x="1584822" y="7673"/>
                </a:cubicBezTo>
                <a:cubicBezTo>
                  <a:pt x="1865523" y="0"/>
                  <a:pt x="2329451" y="7673"/>
                  <a:pt x="2329451" y="7673"/>
                </a:cubicBezTo>
                <a:cubicBezTo>
                  <a:pt x="2697758" y="15152"/>
                  <a:pt x="3061071" y="84484"/>
                  <a:pt x="3258811" y="207066"/>
                </a:cubicBezTo>
                <a:cubicBezTo>
                  <a:pt x="3409828" y="300683"/>
                  <a:pt x="3443102" y="425358"/>
                  <a:pt x="3433962" y="577261"/>
                </a:cubicBezTo>
                <a:lnTo>
                  <a:pt x="3433962" y="577262"/>
                </a:lnTo>
                <a:cubicBezTo>
                  <a:pt x="3433962" y="891835"/>
                  <a:pt x="3150965" y="1105932"/>
                  <a:pt x="2504203" y="1133773"/>
                </a:cubicBezTo>
                <a:close/>
              </a:path>
            </a:pathLst>
          </a:custGeom>
          <a:solidFill>
            <a:srgbClr val="E5DFEC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7" name="Google Shape;557;p20"/>
          <p:cNvSpPr txBox="1"/>
          <p:nvPr/>
        </p:nvSpPr>
        <p:spPr>
          <a:xfrm>
            <a:off x="10443076" y="4069695"/>
            <a:ext cx="2520525" cy="17727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375"/>
              </a:lnSpc>
              <a:spcBef>
                <a:spcPts val="0"/>
              </a:spcBef>
              <a:spcAft>
                <a:spcPts val="0"/>
              </a:spcAft>
              <a:buClr>
                <a:srgbClr val="272626"/>
              </a:buClr>
              <a:buSzPts val="3200"/>
              <a:buFont typeface="SimSun"/>
              <a:buNone/>
            </a:pPr>
            <a:r>
              <a:rPr lang="en-US" sz="3200" b="0" i="0" u="none" strike="noStrike" cap="none" dirty="0">
                <a:solidFill>
                  <a:srgbClr val="272626"/>
                </a:solidFill>
                <a:latin typeface="SimSun"/>
                <a:ea typeface="SimSun"/>
                <a:cs typeface="SimSun"/>
                <a:sym typeface="SimSun"/>
              </a:rPr>
              <a:t> </a:t>
            </a:r>
            <a:r>
              <a:rPr lang="en-US" sz="3200" b="0" i="0" u="none" strike="noStrike" cap="none" dirty="0" err="1">
                <a:solidFill>
                  <a:srgbClr val="272626"/>
                </a:solidFill>
                <a:latin typeface="SimSun"/>
                <a:ea typeface="SimSun"/>
                <a:cs typeface="SimSun"/>
                <a:sym typeface="SimSun"/>
              </a:rPr>
              <a:t>Jiǔshí</a:t>
            </a:r>
            <a:r>
              <a:rPr lang="en-US" sz="3200" b="0" i="0" u="none" strike="noStrike" cap="none" dirty="0">
                <a:solidFill>
                  <a:srgbClr val="272626"/>
                </a:solidFill>
                <a:latin typeface="SimSun"/>
                <a:ea typeface="SimSun"/>
                <a:cs typeface="SimSun"/>
                <a:sym typeface="SimSun"/>
              </a:rPr>
              <a:t> </a:t>
            </a:r>
            <a:r>
              <a:rPr lang="en-US" sz="3200" b="0" i="0" u="none" strike="noStrike" cap="none" dirty="0" err="1">
                <a:solidFill>
                  <a:srgbClr val="272626"/>
                </a:solidFill>
                <a:latin typeface="SimSun"/>
                <a:ea typeface="SimSun"/>
                <a:cs typeface="SimSun"/>
                <a:sym typeface="SimSun"/>
              </a:rPr>
              <a:t>fēn</a:t>
            </a:r>
            <a:r>
              <a:rPr lang="en-US" sz="3200" b="0" i="0" u="none" strike="noStrike" cap="none" dirty="0">
                <a:solidFill>
                  <a:srgbClr val="272626"/>
                </a:solidFill>
                <a:latin typeface="SimSun"/>
                <a:ea typeface="SimSun"/>
                <a:cs typeface="SimSun"/>
                <a:sym typeface="SimSun"/>
              </a:rPr>
              <a:t> </a:t>
            </a:r>
            <a:endParaRPr dirty="0"/>
          </a:p>
          <a:p>
            <a:pPr marL="0" marR="0" lvl="0" indent="0" algn="l" rtl="0">
              <a:lnSpc>
                <a:spcPct val="96300"/>
              </a:lnSpc>
              <a:spcBef>
                <a:spcPts val="0"/>
              </a:spcBef>
              <a:spcAft>
                <a:spcPts val="0"/>
              </a:spcAft>
              <a:buClr>
                <a:srgbClr val="272626"/>
              </a:buClr>
              <a:buSzPts val="4000"/>
              <a:buFont typeface="Arial"/>
              <a:buNone/>
            </a:pPr>
            <a:r>
              <a:rPr lang="en-US" sz="4000" b="0" i="0" u="none" strike="noStrike" cap="none" dirty="0">
                <a:solidFill>
                  <a:srgbClr val="272626"/>
                </a:solidFill>
                <a:latin typeface="Arial"/>
                <a:ea typeface="Arial"/>
                <a:cs typeface="Arial"/>
                <a:sym typeface="Arial"/>
              </a:rPr>
              <a:t>     90    </a:t>
            </a:r>
            <a:r>
              <a:rPr lang="en-US" sz="4000" b="1" i="0" u="none" strike="noStrike" cap="none" dirty="0" err="1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分</a:t>
            </a:r>
            <a:endParaRPr sz="4000" b="1" i="0" u="none" strike="noStrike" cap="none" dirty="0">
              <a:solidFill>
                <a:srgbClr val="FF0000"/>
              </a:solidFill>
              <a:latin typeface="SimSun" panose="02010600030101010101" pitchFamily="2" charset="-122"/>
              <a:ea typeface="SimSun" panose="02010600030101010101" pitchFamily="2" charset="-122"/>
              <a:sym typeface="Arial"/>
            </a:endParaRPr>
          </a:p>
          <a:p>
            <a:pPr marL="0" marR="0" lvl="0" indent="0" algn="ctr" rtl="0">
              <a:lnSpc>
                <a:spcPct val="963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points</a:t>
            </a:r>
            <a:endParaRPr dirty="0"/>
          </a:p>
        </p:txBody>
      </p:sp>
      <p:pic>
        <p:nvPicPr>
          <p:cNvPr id="558" name="Google Shape;558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1079914">
            <a:off x="9771832" y="3540536"/>
            <a:ext cx="1169397" cy="720862"/>
          </a:xfrm>
          <a:prstGeom prst="rect">
            <a:avLst/>
          </a:prstGeom>
          <a:noFill/>
          <a:ln>
            <a:noFill/>
          </a:ln>
        </p:spPr>
      </p:pic>
      <p:sp>
        <p:nvSpPr>
          <p:cNvPr id="559" name="Google Shape;559;p20"/>
          <p:cNvSpPr/>
          <p:nvPr/>
        </p:nvSpPr>
        <p:spPr>
          <a:xfrm>
            <a:off x="9875985" y="6418201"/>
            <a:ext cx="3848673" cy="2001898"/>
          </a:xfrm>
          <a:custGeom>
            <a:avLst/>
            <a:gdLst/>
            <a:ahLst/>
            <a:cxnLst/>
            <a:rect l="l" t="t" r="r" b="b"/>
            <a:pathLst>
              <a:path w="3443102" h="1144961" extrusionOk="0">
                <a:moveTo>
                  <a:pt x="2504203" y="1133773"/>
                </a:moveTo>
                <a:cubicBezTo>
                  <a:pt x="2504203" y="1133773"/>
                  <a:pt x="2084450" y="1144961"/>
                  <a:pt x="1621865" y="1142339"/>
                </a:cubicBezTo>
                <a:cubicBezTo>
                  <a:pt x="1584822" y="1140177"/>
                  <a:pt x="1057073" y="1132352"/>
                  <a:pt x="1057073" y="1132352"/>
                </a:cubicBezTo>
                <a:cubicBezTo>
                  <a:pt x="812931" y="1123518"/>
                  <a:pt x="565145" y="1106537"/>
                  <a:pt x="398404" y="1048359"/>
                </a:cubicBezTo>
                <a:cubicBezTo>
                  <a:pt x="120505" y="951398"/>
                  <a:pt x="0" y="773869"/>
                  <a:pt x="0" y="577261"/>
                </a:cubicBezTo>
                <a:lnTo>
                  <a:pt x="0" y="577259"/>
                </a:lnTo>
                <a:cubicBezTo>
                  <a:pt x="8536" y="440430"/>
                  <a:pt x="34263" y="311302"/>
                  <a:pt x="140291" y="225758"/>
                </a:cubicBezTo>
                <a:cubicBezTo>
                  <a:pt x="342602" y="62530"/>
                  <a:pt x="736658" y="7673"/>
                  <a:pt x="1155311" y="7673"/>
                </a:cubicBezTo>
                <a:cubicBezTo>
                  <a:pt x="1155311" y="7673"/>
                  <a:pt x="1551711" y="15681"/>
                  <a:pt x="1584822" y="7673"/>
                </a:cubicBezTo>
                <a:cubicBezTo>
                  <a:pt x="1865523" y="0"/>
                  <a:pt x="2329451" y="7673"/>
                  <a:pt x="2329451" y="7673"/>
                </a:cubicBezTo>
                <a:cubicBezTo>
                  <a:pt x="2697758" y="15152"/>
                  <a:pt x="3061071" y="84484"/>
                  <a:pt x="3258811" y="207066"/>
                </a:cubicBezTo>
                <a:cubicBezTo>
                  <a:pt x="3409828" y="300683"/>
                  <a:pt x="3443102" y="425358"/>
                  <a:pt x="3433962" y="577261"/>
                </a:cubicBezTo>
                <a:lnTo>
                  <a:pt x="3433962" y="577262"/>
                </a:lnTo>
                <a:cubicBezTo>
                  <a:pt x="3433962" y="891835"/>
                  <a:pt x="3150965" y="1105932"/>
                  <a:pt x="2504203" y="1133773"/>
                </a:cubicBezTo>
                <a:close/>
              </a:path>
            </a:pathLst>
          </a:custGeom>
          <a:solidFill>
            <a:srgbClr val="EAF1DD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0" name="Google Shape;560;p20"/>
          <p:cNvSpPr txBox="1"/>
          <p:nvPr/>
        </p:nvSpPr>
        <p:spPr>
          <a:xfrm>
            <a:off x="10490520" y="6507307"/>
            <a:ext cx="2520525" cy="1580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375"/>
              </a:lnSpc>
              <a:spcBef>
                <a:spcPts val="0"/>
              </a:spcBef>
              <a:spcAft>
                <a:spcPts val="0"/>
              </a:spcAft>
              <a:buClr>
                <a:srgbClr val="272626"/>
              </a:buClr>
              <a:buSzPts val="3200"/>
              <a:buFont typeface="SimSun"/>
              <a:buNone/>
            </a:pPr>
            <a:r>
              <a:rPr lang="en-US" sz="2800" b="0" i="0" u="none" strike="noStrike" cap="none" dirty="0">
                <a:solidFill>
                  <a:srgbClr val="272626"/>
                </a:solidFill>
                <a:latin typeface="SimSun"/>
                <a:ea typeface="SimSun"/>
                <a:cs typeface="SimSun"/>
                <a:sym typeface="SimSun"/>
              </a:rPr>
              <a:t> </a:t>
            </a:r>
            <a:r>
              <a:rPr lang="en-US" sz="2800" b="0" i="0" u="none" strike="noStrike" cap="none" dirty="0" err="1">
                <a:solidFill>
                  <a:srgbClr val="272626"/>
                </a:solidFill>
                <a:latin typeface="SimSun"/>
                <a:ea typeface="SimSun"/>
                <a:cs typeface="SimSun"/>
                <a:sym typeface="SimSun"/>
              </a:rPr>
              <a:t>bāshíwǔ</a:t>
            </a:r>
            <a:r>
              <a:rPr lang="en-US" sz="2800" b="0" i="0" u="none" strike="noStrike" cap="none" dirty="0">
                <a:solidFill>
                  <a:srgbClr val="272626"/>
                </a:solidFill>
                <a:latin typeface="SimSun"/>
                <a:ea typeface="SimSun"/>
                <a:cs typeface="SimSun"/>
                <a:sym typeface="SimSun"/>
              </a:rPr>
              <a:t> </a:t>
            </a:r>
            <a:r>
              <a:rPr lang="en-US" sz="2800" b="0" i="0" u="none" strike="noStrike" cap="none" dirty="0" err="1">
                <a:solidFill>
                  <a:srgbClr val="272626"/>
                </a:solidFill>
                <a:latin typeface="SimSun"/>
                <a:ea typeface="SimSun"/>
                <a:cs typeface="SimSun"/>
                <a:sym typeface="SimSun"/>
              </a:rPr>
              <a:t>fēn</a:t>
            </a:r>
            <a:r>
              <a:rPr lang="en-US" sz="2800" b="0" i="0" u="none" strike="noStrike" cap="none" dirty="0">
                <a:solidFill>
                  <a:srgbClr val="272626"/>
                </a:solidFill>
                <a:latin typeface="SimSun"/>
                <a:ea typeface="SimSun"/>
                <a:cs typeface="SimSun"/>
                <a:sym typeface="SimSun"/>
              </a:rPr>
              <a:t> </a:t>
            </a:r>
            <a:endParaRPr sz="1200" dirty="0"/>
          </a:p>
          <a:p>
            <a:pPr marL="0" marR="0" lvl="0" indent="0" algn="l" rtl="0">
              <a:lnSpc>
                <a:spcPct val="96300"/>
              </a:lnSpc>
              <a:spcBef>
                <a:spcPts val="0"/>
              </a:spcBef>
              <a:spcAft>
                <a:spcPts val="0"/>
              </a:spcAft>
              <a:buClr>
                <a:srgbClr val="272626"/>
              </a:buClr>
              <a:buSzPts val="4000"/>
              <a:buFont typeface="Arial"/>
              <a:buNone/>
            </a:pPr>
            <a:r>
              <a:rPr lang="en-US" sz="3600" b="0" i="0" u="none" strike="noStrike" cap="none" dirty="0">
                <a:solidFill>
                  <a:srgbClr val="272626"/>
                </a:solidFill>
                <a:latin typeface="Arial"/>
                <a:ea typeface="Arial"/>
                <a:cs typeface="Arial"/>
                <a:sym typeface="Arial"/>
              </a:rPr>
              <a:t>     85      </a:t>
            </a:r>
            <a:r>
              <a:rPr lang="en-US" sz="3600" b="1" i="0" u="none" strike="noStrike" cap="none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分</a:t>
            </a:r>
            <a:endParaRPr sz="3600" b="1" i="0" u="none" strike="noStrike" cap="none" dirty="0">
              <a:solidFill>
                <a:srgbClr val="FF0000"/>
              </a:solidFill>
              <a:latin typeface="SimSun" panose="02010600030101010101" pitchFamily="2" charset="-122"/>
              <a:ea typeface="SimSun" panose="02010600030101010101" pitchFamily="2" charset="-122"/>
              <a:sym typeface="Arial"/>
            </a:endParaRPr>
          </a:p>
          <a:p>
            <a:pPr marL="0" marR="0" lvl="0" indent="0" algn="ctr" rtl="0">
              <a:lnSpc>
                <a:spcPct val="963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36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points</a:t>
            </a:r>
            <a:endParaRPr sz="1200" dirty="0"/>
          </a:p>
        </p:txBody>
      </p:sp>
      <p:pic>
        <p:nvPicPr>
          <p:cNvPr id="561" name="Google Shape;561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1079914">
            <a:off x="9819276" y="5978148"/>
            <a:ext cx="1169397" cy="7208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EC4"/>
        </a:solidFill>
        <a:effectLst/>
      </p:bgPr>
    </p:bg>
    <p:spTree>
      <p:nvGrpSpPr>
        <p:cNvPr id="1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21"/>
          <p:cNvSpPr/>
          <p:nvPr/>
        </p:nvSpPr>
        <p:spPr>
          <a:xfrm>
            <a:off x="1478524" y="1866901"/>
            <a:ext cx="14478213" cy="7674374"/>
          </a:xfrm>
          <a:custGeom>
            <a:avLst/>
            <a:gdLst/>
            <a:ahLst/>
            <a:cxnLst/>
            <a:rect l="l" t="t" r="r" b="b"/>
            <a:pathLst>
              <a:path w="10825342" h="5776630" extrusionOk="0">
                <a:moveTo>
                  <a:pt x="278431" y="16918"/>
                </a:moveTo>
                <a:cubicBezTo>
                  <a:pt x="278431" y="16918"/>
                  <a:pt x="604014" y="12258"/>
                  <a:pt x="1062834" y="12454"/>
                </a:cubicBezTo>
                <a:cubicBezTo>
                  <a:pt x="8817733" y="12671"/>
                  <a:pt x="10551274" y="0"/>
                  <a:pt x="10551274" y="0"/>
                </a:cubicBezTo>
                <a:cubicBezTo>
                  <a:pt x="10618737" y="0"/>
                  <a:pt x="10694674" y="0"/>
                  <a:pt x="10773448" y="85073"/>
                </a:cubicBezTo>
                <a:cubicBezTo>
                  <a:pt x="10816426" y="131488"/>
                  <a:pt x="10817494" y="240224"/>
                  <a:pt x="10817899" y="320281"/>
                </a:cubicBezTo>
                <a:cubicBezTo>
                  <a:pt x="10817899" y="320281"/>
                  <a:pt x="10816195" y="4157017"/>
                  <a:pt x="10816195" y="5014045"/>
                </a:cubicBezTo>
                <a:cubicBezTo>
                  <a:pt x="10816195" y="5228205"/>
                  <a:pt x="10825342" y="5527383"/>
                  <a:pt x="10825342" y="5527383"/>
                </a:cubicBezTo>
                <a:cubicBezTo>
                  <a:pt x="10825342" y="5656052"/>
                  <a:pt x="10821173" y="5776630"/>
                  <a:pt x="10568335" y="5768495"/>
                </a:cubicBezTo>
                <a:cubicBezTo>
                  <a:pt x="10568335" y="5768495"/>
                  <a:pt x="10191862" y="5748197"/>
                  <a:pt x="9095459" y="5755795"/>
                </a:cubicBezTo>
                <a:cubicBezTo>
                  <a:pt x="2547822" y="5763930"/>
                  <a:pt x="304023" y="5776630"/>
                  <a:pt x="304023" y="5776630"/>
                </a:cubicBezTo>
                <a:cubicBezTo>
                  <a:pt x="132548" y="5776630"/>
                  <a:pt x="4213" y="5675561"/>
                  <a:pt x="8532" y="5473013"/>
                </a:cubicBezTo>
                <a:cubicBezTo>
                  <a:pt x="8532" y="5473013"/>
                  <a:pt x="9630" y="4974472"/>
                  <a:pt x="4815" y="1481678"/>
                </a:cubicBezTo>
                <a:cubicBezTo>
                  <a:pt x="0" y="663668"/>
                  <a:pt x="25592" y="330596"/>
                  <a:pt x="25592" y="330596"/>
                </a:cubicBezTo>
                <a:cubicBezTo>
                  <a:pt x="27224" y="150571"/>
                  <a:pt x="143504" y="16918"/>
                  <a:pt x="278431" y="16918"/>
                </a:cubicBezTo>
                <a:close/>
              </a:path>
            </a:pathLst>
          </a:custGeom>
          <a:solidFill>
            <a:srgbClr val="FFF3E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7" name="Google Shape;567;p21"/>
          <p:cNvSpPr/>
          <p:nvPr/>
        </p:nvSpPr>
        <p:spPr>
          <a:xfrm>
            <a:off x="2895600" y="744090"/>
            <a:ext cx="10921170" cy="2289864"/>
          </a:xfrm>
          <a:custGeom>
            <a:avLst/>
            <a:gdLst/>
            <a:ahLst/>
            <a:cxnLst/>
            <a:rect l="l" t="t" r="r" b="b"/>
            <a:pathLst>
              <a:path w="3443102" h="1144961" extrusionOk="0">
                <a:moveTo>
                  <a:pt x="2504203" y="1133773"/>
                </a:moveTo>
                <a:cubicBezTo>
                  <a:pt x="2504203" y="1133773"/>
                  <a:pt x="2084450" y="1144961"/>
                  <a:pt x="1621865" y="1142339"/>
                </a:cubicBezTo>
                <a:cubicBezTo>
                  <a:pt x="1584822" y="1140177"/>
                  <a:pt x="1057073" y="1132352"/>
                  <a:pt x="1057073" y="1132352"/>
                </a:cubicBezTo>
                <a:cubicBezTo>
                  <a:pt x="812931" y="1123518"/>
                  <a:pt x="565145" y="1106537"/>
                  <a:pt x="398404" y="1048359"/>
                </a:cubicBezTo>
                <a:cubicBezTo>
                  <a:pt x="120505" y="951398"/>
                  <a:pt x="0" y="773869"/>
                  <a:pt x="0" y="577261"/>
                </a:cubicBezTo>
                <a:lnTo>
                  <a:pt x="0" y="577259"/>
                </a:lnTo>
                <a:cubicBezTo>
                  <a:pt x="8536" y="440430"/>
                  <a:pt x="34263" y="311302"/>
                  <a:pt x="140291" y="225758"/>
                </a:cubicBezTo>
                <a:cubicBezTo>
                  <a:pt x="342602" y="62530"/>
                  <a:pt x="736658" y="7673"/>
                  <a:pt x="1155311" y="7673"/>
                </a:cubicBezTo>
                <a:cubicBezTo>
                  <a:pt x="1155311" y="7673"/>
                  <a:pt x="1551711" y="15681"/>
                  <a:pt x="1584822" y="7673"/>
                </a:cubicBezTo>
                <a:cubicBezTo>
                  <a:pt x="1865523" y="0"/>
                  <a:pt x="2329451" y="7673"/>
                  <a:pt x="2329451" y="7673"/>
                </a:cubicBezTo>
                <a:cubicBezTo>
                  <a:pt x="2697758" y="15152"/>
                  <a:pt x="3061071" y="84484"/>
                  <a:pt x="3258811" y="207066"/>
                </a:cubicBezTo>
                <a:cubicBezTo>
                  <a:pt x="3409828" y="300683"/>
                  <a:pt x="3443102" y="425358"/>
                  <a:pt x="3433962" y="577261"/>
                </a:cubicBezTo>
                <a:lnTo>
                  <a:pt x="3433962" y="577262"/>
                </a:lnTo>
                <a:cubicBezTo>
                  <a:pt x="3433962" y="891835"/>
                  <a:pt x="3150965" y="1105932"/>
                  <a:pt x="2504203" y="1133773"/>
                </a:cubicBezTo>
                <a:close/>
              </a:path>
            </a:pathLst>
          </a:custGeom>
          <a:solidFill>
            <a:srgbClr val="FDF5B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68" name="Google Shape;568;p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656759" y="472740"/>
            <a:ext cx="3020414" cy="720862"/>
          </a:xfrm>
          <a:prstGeom prst="rect">
            <a:avLst/>
          </a:prstGeom>
          <a:noFill/>
          <a:ln>
            <a:noFill/>
          </a:ln>
        </p:spPr>
      </p:pic>
      <p:sp>
        <p:nvSpPr>
          <p:cNvPr id="569" name="Google Shape;569;p21"/>
          <p:cNvSpPr txBox="1"/>
          <p:nvPr/>
        </p:nvSpPr>
        <p:spPr>
          <a:xfrm>
            <a:off x="2448549" y="1355265"/>
            <a:ext cx="12875648" cy="1329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00"/>
              <a:buFont typeface="Arial"/>
              <a:buNone/>
            </a:pPr>
            <a:r>
              <a:rPr lang="en-US" sz="9600" b="0" i="0" u="none" strike="noStrike" cap="none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得</a:t>
            </a:r>
            <a:r>
              <a:rPr lang="en-US" sz="96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8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v. </a:t>
            </a:r>
            <a:r>
              <a:rPr lang="en-US" sz="80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dé</a:t>
            </a:r>
            <a:r>
              <a:rPr lang="en-US" sz="8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to get</a:t>
            </a:r>
            <a:endParaRPr sz="9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70" name="Google Shape;570;p2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698455">
            <a:off x="14863540" y="-142294"/>
            <a:ext cx="3629501" cy="2412635"/>
          </a:xfrm>
          <a:prstGeom prst="rect">
            <a:avLst/>
          </a:prstGeom>
          <a:noFill/>
          <a:ln>
            <a:noFill/>
          </a:ln>
        </p:spPr>
      </p:pic>
      <p:pic>
        <p:nvPicPr>
          <p:cNvPr id="571" name="Google Shape;571;p2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803959">
            <a:off x="15680560" y="8048436"/>
            <a:ext cx="2122534" cy="1966751"/>
          </a:xfrm>
          <a:prstGeom prst="rect">
            <a:avLst/>
          </a:prstGeom>
          <a:noFill/>
          <a:ln>
            <a:noFill/>
          </a:ln>
        </p:spPr>
      </p:pic>
      <p:pic>
        <p:nvPicPr>
          <p:cNvPr id="572" name="Google Shape;572;p21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 rot="-442419">
            <a:off x="615416" y="8148284"/>
            <a:ext cx="2443041" cy="1959523"/>
          </a:xfrm>
          <a:prstGeom prst="rect">
            <a:avLst/>
          </a:prstGeom>
          <a:noFill/>
          <a:ln>
            <a:noFill/>
          </a:ln>
        </p:spPr>
      </p:pic>
      <p:pic>
        <p:nvPicPr>
          <p:cNvPr id="573" name="Google Shape;573;p21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 rot="-2627376">
            <a:off x="3071024" y="-96077"/>
            <a:ext cx="947383" cy="2122534"/>
          </a:xfrm>
          <a:prstGeom prst="rect">
            <a:avLst/>
          </a:prstGeom>
          <a:noFill/>
          <a:ln>
            <a:noFill/>
          </a:ln>
        </p:spPr>
      </p:pic>
      <p:sp>
        <p:nvSpPr>
          <p:cNvPr id="574" name="Google Shape;574;p21"/>
          <p:cNvSpPr txBox="1"/>
          <p:nvPr/>
        </p:nvSpPr>
        <p:spPr>
          <a:xfrm rot="791915">
            <a:off x="14573022" y="504334"/>
            <a:ext cx="4050280" cy="1630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68194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3600"/>
              <a:buFont typeface="Calibri"/>
              <a:buNone/>
            </a:pPr>
            <a:r>
              <a:rPr lang="en-US" sz="3600" b="1" i="0" u="none" strike="noStrike" cap="none">
                <a:solidFill>
                  <a:srgbClr val="2E2F30"/>
                </a:solidFill>
                <a:latin typeface="Calibri"/>
                <a:ea typeface="Calibri"/>
                <a:cs typeface="Calibri"/>
                <a:sym typeface="Calibri"/>
              </a:rPr>
              <a:t>生词 </a:t>
            </a:r>
            <a:endParaRPr sz="3600" b="1" i="0" u="none" strike="noStrike" cap="none">
              <a:solidFill>
                <a:srgbClr val="2E2F3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26145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4800"/>
              <a:buFont typeface="Arial"/>
              <a:buNone/>
            </a:pPr>
            <a:r>
              <a:rPr lang="en-US" sz="4800" b="1" i="0" u="none" strike="noStrike" cap="none">
                <a:solidFill>
                  <a:srgbClr val="2E2F30"/>
                </a:solidFill>
                <a:latin typeface="Arial"/>
                <a:ea typeface="Arial"/>
                <a:cs typeface="Arial"/>
                <a:sym typeface="Arial"/>
              </a:rPr>
              <a:t>New words</a:t>
            </a:r>
            <a:endParaRPr sz="4800" b="1" i="0" u="none" strike="noStrike" cap="none">
              <a:solidFill>
                <a:srgbClr val="2E2F3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75" name="Google Shape;575;p21" descr="A picture containing text, whiteboard&#10;&#10;Description automatically generated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3189330" y="3645129"/>
            <a:ext cx="4962396" cy="4962396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576" name="Google Shape;576;p21"/>
          <p:cNvSpPr/>
          <p:nvPr/>
        </p:nvSpPr>
        <p:spPr>
          <a:xfrm>
            <a:off x="9959791" y="3887253"/>
            <a:ext cx="4299281" cy="2289863"/>
          </a:xfrm>
          <a:custGeom>
            <a:avLst/>
            <a:gdLst/>
            <a:ahLst/>
            <a:cxnLst/>
            <a:rect l="l" t="t" r="r" b="b"/>
            <a:pathLst>
              <a:path w="3443102" h="1144961" extrusionOk="0">
                <a:moveTo>
                  <a:pt x="2504203" y="1133773"/>
                </a:moveTo>
                <a:cubicBezTo>
                  <a:pt x="2504203" y="1133773"/>
                  <a:pt x="2084450" y="1144961"/>
                  <a:pt x="1621865" y="1142339"/>
                </a:cubicBezTo>
                <a:cubicBezTo>
                  <a:pt x="1584822" y="1140177"/>
                  <a:pt x="1057073" y="1132352"/>
                  <a:pt x="1057073" y="1132352"/>
                </a:cubicBezTo>
                <a:cubicBezTo>
                  <a:pt x="812931" y="1123518"/>
                  <a:pt x="565145" y="1106537"/>
                  <a:pt x="398404" y="1048359"/>
                </a:cubicBezTo>
                <a:cubicBezTo>
                  <a:pt x="120505" y="951398"/>
                  <a:pt x="0" y="773869"/>
                  <a:pt x="0" y="577261"/>
                </a:cubicBezTo>
                <a:lnTo>
                  <a:pt x="0" y="577259"/>
                </a:lnTo>
                <a:cubicBezTo>
                  <a:pt x="8536" y="440430"/>
                  <a:pt x="34263" y="311302"/>
                  <a:pt x="140291" y="225758"/>
                </a:cubicBezTo>
                <a:cubicBezTo>
                  <a:pt x="342602" y="62530"/>
                  <a:pt x="736658" y="7673"/>
                  <a:pt x="1155311" y="7673"/>
                </a:cubicBezTo>
                <a:cubicBezTo>
                  <a:pt x="1155311" y="7673"/>
                  <a:pt x="1551711" y="15681"/>
                  <a:pt x="1584822" y="7673"/>
                </a:cubicBezTo>
                <a:cubicBezTo>
                  <a:pt x="1865523" y="0"/>
                  <a:pt x="2329451" y="7673"/>
                  <a:pt x="2329451" y="7673"/>
                </a:cubicBezTo>
                <a:cubicBezTo>
                  <a:pt x="2697758" y="15152"/>
                  <a:pt x="3061071" y="84484"/>
                  <a:pt x="3258811" y="207066"/>
                </a:cubicBezTo>
                <a:cubicBezTo>
                  <a:pt x="3409828" y="300683"/>
                  <a:pt x="3443102" y="425358"/>
                  <a:pt x="3433962" y="577261"/>
                </a:cubicBezTo>
                <a:lnTo>
                  <a:pt x="3433962" y="577262"/>
                </a:lnTo>
                <a:cubicBezTo>
                  <a:pt x="3433962" y="891835"/>
                  <a:pt x="3150965" y="1105932"/>
                  <a:pt x="2504203" y="1133773"/>
                </a:cubicBezTo>
                <a:close/>
              </a:path>
            </a:pathLst>
          </a:custGeom>
          <a:solidFill>
            <a:srgbClr val="E5DFEC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7" name="Google Shape;577;p21"/>
          <p:cNvSpPr txBox="1"/>
          <p:nvPr/>
        </p:nvSpPr>
        <p:spPr>
          <a:xfrm>
            <a:off x="10210800" y="4071435"/>
            <a:ext cx="4446659" cy="17727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375"/>
              </a:lnSpc>
              <a:spcBef>
                <a:spcPts val="0"/>
              </a:spcBef>
              <a:spcAft>
                <a:spcPts val="0"/>
              </a:spcAft>
              <a:buClr>
                <a:srgbClr val="272626"/>
              </a:buClr>
              <a:buSzPts val="3200"/>
              <a:buFont typeface="SimSun"/>
              <a:buNone/>
            </a:pPr>
            <a:r>
              <a:rPr lang="en-US" sz="3200" b="0" i="0" u="none" strike="noStrike" cap="none" dirty="0">
                <a:solidFill>
                  <a:srgbClr val="272626"/>
                </a:solidFill>
                <a:latin typeface="SimSun"/>
                <a:ea typeface="SimSun"/>
                <a:cs typeface="SimSun"/>
                <a:sym typeface="SimSun"/>
              </a:rPr>
              <a:t> </a:t>
            </a:r>
            <a:r>
              <a:rPr lang="en-US" sz="3200" b="0" i="0" u="none" strike="noStrike" cap="none" dirty="0" err="1">
                <a:solidFill>
                  <a:srgbClr val="272626"/>
                </a:solidFill>
                <a:latin typeface="SimSun"/>
                <a:ea typeface="SimSun"/>
                <a:cs typeface="SimSun"/>
                <a:sym typeface="SimSun"/>
              </a:rPr>
              <a:t>dé</a:t>
            </a:r>
            <a:r>
              <a:rPr lang="en-US" sz="3200" b="0" i="0" u="none" strike="noStrike" cap="none" dirty="0">
                <a:solidFill>
                  <a:srgbClr val="272626"/>
                </a:solidFill>
                <a:latin typeface="SimSun"/>
                <a:ea typeface="SimSun"/>
                <a:cs typeface="SimSun"/>
                <a:sym typeface="SimSun"/>
              </a:rPr>
              <a:t> le </a:t>
            </a:r>
            <a:r>
              <a:rPr lang="en-US" sz="3200" b="0" i="0" u="none" strike="noStrike" cap="none" dirty="0" err="1">
                <a:solidFill>
                  <a:srgbClr val="272626"/>
                </a:solidFill>
                <a:latin typeface="SimSun"/>
                <a:ea typeface="SimSun"/>
                <a:cs typeface="SimSun"/>
                <a:sym typeface="SimSun"/>
              </a:rPr>
              <a:t>jiǔshí</a:t>
            </a:r>
            <a:r>
              <a:rPr lang="en-US" sz="3200" b="0" i="0" u="none" strike="noStrike" cap="none" dirty="0">
                <a:solidFill>
                  <a:srgbClr val="272626"/>
                </a:solidFill>
                <a:latin typeface="SimSun"/>
                <a:ea typeface="SimSun"/>
                <a:cs typeface="SimSun"/>
                <a:sym typeface="SimSun"/>
              </a:rPr>
              <a:t> </a:t>
            </a:r>
            <a:r>
              <a:rPr lang="en-US" sz="3200" b="0" i="0" u="none" strike="noStrike" cap="none" dirty="0" err="1">
                <a:solidFill>
                  <a:srgbClr val="272626"/>
                </a:solidFill>
                <a:latin typeface="SimSun"/>
                <a:ea typeface="SimSun"/>
                <a:cs typeface="SimSun"/>
                <a:sym typeface="SimSun"/>
              </a:rPr>
              <a:t>fēn</a:t>
            </a:r>
            <a:r>
              <a:rPr lang="en-US" sz="3200" b="0" i="0" u="none" strike="noStrike" cap="none" dirty="0">
                <a:solidFill>
                  <a:srgbClr val="272626"/>
                </a:solidFill>
                <a:latin typeface="SimSun"/>
                <a:ea typeface="SimSun"/>
                <a:cs typeface="SimSun"/>
                <a:sym typeface="SimSun"/>
              </a:rPr>
              <a:t> </a:t>
            </a:r>
            <a:endParaRPr dirty="0"/>
          </a:p>
          <a:p>
            <a:pPr marL="0" marR="0" lvl="0" indent="0" algn="l" rtl="0">
              <a:lnSpc>
                <a:spcPct val="96300"/>
              </a:lnSpc>
              <a:spcBef>
                <a:spcPts val="0"/>
              </a:spcBef>
              <a:spcAft>
                <a:spcPts val="0"/>
              </a:spcAft>
              <a:buClr>
                <a:srgbClr val="272626"/>
              </a:buClr>
              <a:buSzPts val="4000"/>
              <a:buFont typeface="Arial"/>
              <a:buNone/>
            </a:pPr>
            <a:r>
              <a:rPr lang="en-US" sz="4000" b="0" i="0" u="none" strike="noStrike" cap="none" dirty="0">
                <a:solidFill>
                  <a:srgbClr val="272626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4000" b="1" i="0" u="none" strike="noStrike" cap="none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得 </a:t>
            </a:r>
            <a:r>
              <a:rPr lang="en-US" sz="4000" b="0" i="0" u="none" strike="noStrike" cap="none" dirty="0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了  90 分</a:t>
            </a:r>
            <a:endParaRPr lang="en-US" sz="4000" dirty="0">
              <a:solidFill>
                <a:srgbClr val="FF0000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marL="0" marR="0" lvl="0" indent="0" algn="l" rtl="0">
              <a:lnSpc>
                <a:spcPct val="96300"/>
              </a:lnSpc>
              <a:spcBef>
                <a:spcPts val="0"/>
              </a:spcBef>
              <a:spcAft>
                <a:spcPts val="0"/>
              </a:spcAft>
              <a:buClr>
                <a:srgbClr val="272626"/>
              </a:buClr>
              <a:buSzPts val="4000"/>
              <a:buFont typeface="Arial"/>
              <a:buNone/>
            </a:pPr>
            <a:r>
              <a:rPr lang="en-US" sz="4000" dirty="0">
                <a:solidFill>
                  <a:schemeClr val="tx1"/>
                </a:solidFill>
              </a:rPr>
              <a:t>…</a:t>
            </a:r>
            <a:r>
              <a:rPr lang="en-US" sz="4000" dirty="0"/>
              <a:t> go</a:t>
            </a:r>
            <a:r>
              <a:rPr lang="en-US" sz="4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 90 points</a:t>
            </a:r>
            <a:endParaRPr lang="en-US" dirty="0"/>
          </a:p>
        </p:txBody>
      </p:sp>
      <p:pic>
        <p:nvPicPr>
          <p:cNvPr id="578" name="Google Shape;578;p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1079914">
            <a:off x="9861628" y="3380654"/>
            <a:ext cx="1169397" cy="720862"/>
          </a:xfrm>
          <a:prstGeom prst="rect">
            <a:avLst/>
          </a:prstGeom>
          <a:noFill/>
          <a:ln>
            <a:noFill/>
          </a:ln>
        </p:spPr>
      </p:pic>
      <p:sp>
        <p:nvSpPr>
          <p:cNvPr id="579" name="Google Shape;579;p21"/>
          <p:cNvSpPr/>
          <p:nvPr/>
        </p:nvSpPr>
        <p:spPr>
          <a:xfrm>
            <a:off x="9959791" y="6953167"/>
            <a:ext cx="4261424" cy="1978568"/>
          </a:xfrm>
          <a:custGeom>
            <a:avLst/>
            <a:gdLst/>
            <a:ahLst/>
            <a:cxnLst/>
            <a:rect l="l" t="t" r="r" b="b"/>
            <a:pathLst>
              <a:path w="3443102" h="1144961" extrusionOk="0">
                <a:moveTo>
                  <a:pt x="2504203" y="1133773"/>
                </a:moveTo>
                <a:cubicBezTo>
                  <a:pt x="2504203" y="1133773"/>
                  <a:pt x="2084450" y="1144961"/>
                  <a:pt x="1621865" y="1142339"/>
                </a:cubicBezTo>
                <a:cubicBezTo>
                  <a:pt x="1584822" y="1140177"/>
                  <a:pt x="1057073" y="1132352"/>
                  <a:pt x="1057073" y="1132352"/>
                </a:cubicBezTo>
                <a:cubicBezTo>
                  <a:pt x="812931" y="1123518"/>
                  <a:pt x="565145" y="1106537"/>
                  <a:pt x="398404" y="1048359"/>
                </a:cubicBezTo>
                <a:cubicBezTo>
                  <a:pt x="120505" y="951398"/>
                  <a:pt x="0" y="773869"/>
                  <a:pt x="0" y="577261"/>
                </a:cubicBezTo>
                <a:lnTo>
                  <a:pt x="0" y="577259"/>
                </a:lnTo>
                <a:cubicBezTo>
                  <a:pt x="8536" y="440430"/>
                  <a:pt x="34263" y="311302"/>
                  <a:pt x="140291" y="225758"/>
                </a:cubicBezTo>
                <a:cubicBezTo>
                  <a:pt x="342602" y="62530"/>
                  <a:pt x="736658" y="7673"/>
                  <a:pt x="1155311" y="7673"/>
                </a:cubicBezTo>
                <a:cubicBezTo>
                  <a:pt x="1155311" y="7673"/>
                  <a:pt x="1551711" y="15681"/>
                  <a:pt x="1584822" y="7673"/>
                </a:cubicBezTo>
                <a:cubicBezTo>
                  <a:pt x="1865523" y="0"/>
                  <a:pt x="2329451" y="7673"/>
                  <a:pt x="2329451" y="7673"/>
                </a:cubicBezTo>
                <a:cubicBezTo>
                  <a:pt x="2697758" y="15152"/>
                  <a:pt x="3061071" y="84484"/>
                  <a:pt x="3258811" y="207066"/>
                </a:cubicBezTo>
                <a:cubicBezTo>
                  <a:pt x="3409828" y="300683"/>
                  <a:pt x="3443102" y="425358"/>
                  <a:pt x="3433962" y="577261"/>
                </a:cubicBezTo>
                <a:lnTo>
                  <a:pt x="3433962" y="577262"/>
                </a:lnTo>
                <a:cubicBezTo>
                  <a:pt x="3433962" y="891835"/>
                  <a:pt x="3150965" y="1105932"/>
                  <a:pt x="2504203" y="1133773"/>
                </a:cubicBezTo>
                <a:close/>
              </a:path>
            </a:pathLst>
          </a:custGeom>
          <a:solidFill>
            <a:srgbClr val="EAF1DD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0" name="Google Shape;580;p21"/>
          <p:cNvSpPr txBox="1"/>
          <p:nvPr/>
        </p:nvSpPr>
        <p:spPr>
          <a:xfrm>
            <a:off x="10294810" y="7068851"/>
            <a:ext cx="4261424" cy="1580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375"/>
              </a:lnSpc>
              <a:spcBef>
                <a:spcPts val="0"/>
              </a:spcBef>
              <a:spcAft>
                <a:spcPts val="0"/>
              </a:spcAft>
              <a:buClr>
                <a:srgbClr val="272626"/>
              </a:buClr>
              <a:buSzPts val="3200"/>
              <a:buFont typeface="SimSun"/>
              <a:buNone/>
            </a:pPr>
            <a:r>
              <a:rPr lang="en-US" sz="2800" b="0" i="0" u="none" strike="noStrike" cap="none" dirty="0">
                <a:solidFill>
                  <a:srgbClr val="272626"/>
                </a:solidFill>
                <a:latin typeface="SimSun"/>
                <a:ea typeface="SimSun"/>
                <a:cs typeface="SimSun"/>
                <a:sym typeface="SimSun"/>
              </a:rPr>
              <a:t> </a:t>
            </a:r>
            <a:r>
              <a:rPr lang="en-US" sz="2800" b="0" i="0" u="none" strike="noStrike" cap="none" dirty="0" err="1">
                <a:solidFill>
                  <a:srgbClr val="272626"/>
                </a:solidFill>
                <a:latin typeface="SimSun"/>
                <a:ea typeface="SimSun"/>
                <a:cs typeface="SimSun"/>
                <a:sym typeface="SimSun"/>
              </a:rPr>
              <a:t>dé</a:t>
            </a:r>
            <a:r>
              <a:rPr lang="en-US" sz="2800" b="0" i="0" u="none" strike="noStrike" cap="none" dirty="0">
                <a:solidFill>
                  <a:srgbClr val="272626"/>
                </a:solidFill>
                <a:latin typeface="SimSun"/>
                <a:ea typeface="SimSun"/>
                <a:cs typeface="SimSun"/>
                <a:sym typeface="SimSun"/>
              </a:rPr>
              <a:t> le </a:t>
            </a:r>
            <a:r>
              <a:rPr lang="en-US" sz="2800" b="0" i="0" u="none" strike="noStrike" cap="none" dirty="0" err="1">
                <a:solidFill>
                  <a:srgbClr val="272626"/>
                </a:solidFill>
                <a:latin typeface="SimSun"/>
                <a:ea typeface="SimSun"/>
                <a:cs typeface="SimSun"/>
                <a:sym typeface="SimSun"/>
              </a:rPr>
              <a:t>bāshíwǔ</a:t>
            </a:r>
            <a:r>
              <a:rPr lang="en-US" sz="2800" b="0" i="0" u="none" strike="noStrike" cap="none" dirty="0">
                <a:solidFill>
                  <a:srgbClr val="272626"/>
                </a:solidFill>
                <a:latin typeface="SimSun"/>
                <a:ea typeface="SimSun"/>
                <a:cs typeface="SimSun"/>
                <a:sym typeface="SimSun"/>
              </a:rPr>
              <a:t> </a:t>
            </a:r>
            <a:r>
              <a:rPr lang="en-US" sz="2800" b="0" i="0" u="none" strike="noStrike" cap="none" dirty="0" err="1">
                <a:solidFill>
                  <a:srgbClr val="272626"/>
                </a:solidFill>
                <a:latin typeface="SimSun"/>
                <a:ea typeface="SimSun"/>
                <a:cs typeface="SimSun"/>
                <a:sym typeface="SimSun"/>
              </a:rPr>
              <a:t>fēn</a:t>
            </a:r>
            <a:r>
              <a:rPr lang="en-US" sz="2800" b="0" i="0" u="none" strike="noStrike" cap="none" dirty="0">
                <a:solidFill>
                  <a:srgbClr val="272626"/>
                </a:solidFill>
                <a:latin typeface="SimSun"/>
                <a:ea typeface="SimSun"/>
                <a:cs typeface="SimSun"/>
                <a:sym typeface="SimSun"/>
              </a:rPr>
              <a:t> </a:t>
            </a:r>
            <a:endParaRPr sz="1200" dirty="0"/>
          </a:p>
          <a:p>
            <a:pPr marL="0" marR="0" lvl="0" indent="0" algn="l" rtl="0">
              <a:lnSpc>
                <a:spcPct val="963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000"/>
              <a:buFont typeface="Arial"/>
              <a:buNone/>
            </a:pPr>
            <a:r>
              <a:rPr lang="en-US" sz="3600" b="1" i="0" u="none" strike="noStrike" cap="non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600" b="1" i="0" u="none" strike="noStrike" cap="none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得 </a:t>
            </a:r>
            <a:r>
              <a:rPr lang="en-US" sz="3600" b="0" i="0" u="none" strike="noStrike" cap="none" dirty="0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了  85  分</a:t>
            </a:r>
            <a:endParaRPr sz="3600" b="0" i="0" u="none" strike="noStrike" cap="none" dirty="0">
              <a:solidFill>
                <a:srgbClr val="FF0000"/>
              </a:solidFill>
              <a:latin typeface="SimSun" panose="02010600030101010101" pitchFamily="2" charset="-122"/>
              <a:ea typeface="SimSun" panose="02010600030101010101" pitchFamily="2" charset="-122"/>
              <a:sym typeface="Arial"/>
            </a:endParaRPr>
          </a:p>
          <a:p>
            <a:pPr marL="0" marR="0" lvl="0" indent="0" algn="ctr" rtl="0">
              <a:lnSpc>
                <a:spcPct val="963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36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… got 85 points</a:t>
            </a:r>
            <a:endParaRPr sz="1200" dirty="0"/>
          </a:p>
        </p:txBody>
      </p:sp>
      <p:pic>
        <p:nvPicPr>
          <p:cNvPr id="581" name="Google Shape;581;p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1079914">
            <a:off x="9903082" y="6513879"/>
            <a:ext cx="1169397" cy="7208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EC4"/>
        </a:solidFill>
        <a:effectLst/>
      </p:bgPr>
    </p:bg>
    <p:spTree>
      <p:nvGrpSpPr>
        <p:cNvPr id="1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p22"/>
          <p:cNvSpPr/>
          <p:nvPr/>
        </p:nvSpPr>
        <p:spPr>
          <a:xfrm>
            <a:off x="1478524" y="1866901"/>
            <a:ext cx="15829762" cy="7674374"/>
          </a:xfrm>
          <a:custGeom>
            <a:avLst/>
            <a:gdLst/>
            <a:ahLst/>
            <a:cxnLst/>
            <a:rect l="l" t="t" r="r" b="b"/>
            <a:pathLst>
              <a:path w="10825342" h="5776630" extrusionOk="0">
                <a:moveTo>
                  <a:pt x="278431" y="16918"/>
                </a:moveTo>
                <a:cubicBezTo>
                  <a:pt x="278431" y="16918"/>
                  <a:pt x="604014" y="12258"/>
                  <a:pt x="1062834" y="12454"/>
                </a:cubicBezTo>
                <a:cubicBezTo>
                  <a:pt x="8817733" y="12671"/>
                  <a:pt x="10551274" y="0"/>
                  <a:pt x="10551274" y="0"/>
                </a:cubicBezTo>
                <a:cubicBezTo>
                  <a:pt x="10618737" y="0"/>
                  <a:pt x="10694674" y="0"/>
                  <a:pt x="10773448" y="85073"/>
                </a:cubicBezTo>
                <a:cubicBezTo>
                  <a:pt x="10816426" y="131488"/>
                  <a:pt x="10817494" y="240224"/>
                  <a:pt x="10817899" y="320281"/>
                </a:cubicBezTo>
                <a:cubicBezTo>
                  <a:pt x="10817899" y="320281"/>
                  <a:pt x="10816195" y="4157017"/>
                  <a:pt x="10816195" y="5014045"/>
                </a:cubicBezTo>
                <a:cubicBezTo>
                  <a:pt x="10816195" y="5228205"/>
                  <a:pt x="10825342" y="5527383"/>
                  <a:pt x="10825342" y="5527383"/>
                </a:cubicBezTo>
                <a:cubicBezTo>
                  <a:pt x="10825342" y="5656052"/>
                  <a:pt x="10821173" y="5776630"/>
                  <a:pt x="10568335" y="5768495"/>
                </a:cubicBezTo>
                <a:cubicBezTo>
                  <a:pt x="10568335" y="5768495"/>
                  <a:pt x="10191862" y="5748197"/>
                  <a:pt x="9095459" y="5755795"/>
                </a:cubicBezTo>
                <a:cubicBezTo>
                  <a:pt x="2547822" y="5763930"/>
                  <a:pt x="304023" y="5776630"/>
                  <a:pt x="304023" y="5776630"/>
                </a:cubicBezTo>
                <a:cubicBezTo>
                  <a:pt x="132548" y="5776630"/>
                  <a:pt x="4213" y="5675561"/>
                  <a:pt x="8532" y="5473013"/>
                </a:cubicBezTo>
                <a:cubicBezTo>
                  <a:pt x="8532" y="5473013"/>
                  <a:pt x="9630" y="4974472"/>
                  <a:pt x="4815" y="1481678"/>
                </a:cubicBezTo>
                <a:cubicBezTo>
                  <a:pt x="0" y="663668"/>
                  <a:pt x="25592" y="330596"/>
                  <a:pt x="25592" y="330596"/>
                </a:cubicBezTo>
                <a:cubicBezTo>
                  <a:pt x="27224" y="150571"/>
                  <a:pt x="143504" y="16918"/>
                  <a:pt x="278431" y="16918"/>
                </a:cubicBezTo>
                <a:close/>
              </a:path>
            </a:pathLst>
          </a:custGeom>
          <a:solidFill>
            <a:srgbClr val="FFF3E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7" name="Google Shape;587;p22"/>
          <p:cNvSpPr/>
          <p:nvPr/>
        </p:nvSpPr>
        <p:spPr>
          <a:xfrm>
            <a:off x="2895600" y="744090"/>
            <a:ext cx="10921170" cy="2289864"/>
          </a:xfrm>
          <a:custGeom>
            <a:avLst/>
            <a:gdLst/>
            <a:ahLst/>
            <a:cxnLst/>
            <a:rect l="l" t="t" r="r" b="b"/>
            <a:pathLst>
              <a:path w="3443102" h="1144961" extrusionOk="0">
                <a:moveTo>
                  <a:pt x="2504203" y="1133773"/>
                </a:moveTo>
                <a:cubicBezTo>
                  <a:pt x="2504203" y="1133773"/>
                  <a:pt x="2084450" y="1144961"/>
                  <a:pt x="1621865" y="1142339"/>
                </a:cubicBezTo>
                <a:cubicBezTo>
                  <a:pt x="1584822" y="1140177"/>
                  <a:pt x="1057073" y="1132352"/>
                  <a:pt x="1057073" y="1132352"/>
                </a:cubicBezTo>
                <a:cubicBezTo>
                  <a:pt x="812931" y="1123518"/>
                  <a:pt x="565145" y="1106537"/>
                  <a:pt x="398404" y="1048359"/>
                </a:cubicBezTo>
                <a:cubicBezTo>
                  <a:pt x="120505" y="951398"/>
                  <a:pt x="0" y="773869"/>
                  <a:pt x="0" y="577261"/>
                </a:cubicBezTo>
                <a:lnTo>
                  <a:pt x="0" y="577259"/>
                </a:lnTo>
                <a:cubicBezTo>
                  <a:pt x="8536" y="440430"/>
                  <a:pt x="34263" y="311302"/>
                  <a:pt x="140291" y="225758"/>
                </a:cubicBezTo>
                <a:cubicBezTo>
                  <a:pt x="342602" y="62530"/>
                  <a:pt x="736658" y="7673"/>
                  <a:pt x="1155311" y="7673"/>
                </a:cubicBezTo>
                <a:cubicBezTo>
                  <a:pt x="1155311" y="7673"/>
                  <a:pt x="1551711" y="15681"/>
                  <a:pt x="1584822" y="7673"/>
                </a:cubicBezTo>
                <a:cubicBezTo>
                  <a:pt x="1865523" y="0"/>
                  <a:pt x="2329451" y="7673"/>
                  <a:pt x="2329451" y="7673"/>
                </a:cubicBezTo>
                <a:cubicBezTo>
                  <a:pt x="2697758" y="15152"/>
                  <a:pt x="3061071" y="84484"/>
                  <a:pt x="3258811" y="207066"/>
                </a:cubicBezTo>
                <a:cubicBezTo>
                  <a:pt x="3409828" y="300683"/>
                  <a:pt x="3443102" y="425358"/>
                  <a:pt x="3433962" y="577261"/>
                </a:cubicBezTo>
                <a:lnTo>
                  <a:pt x="3433962" y="577262"/>
                </a:lnTo>
                <a:cubicBezTo>
                  <a:pt x="3433962" y="891835"/>
                  <a:pt x="3150965" y="1105932"/>
                  <a:pt x="2504203" y="1133773"/>
                </a:cubicBezTo>
                <a:close/>
              </a:path>
            </a:pathLst>
          </a:custGeom>
          <a:solidFill>
            <a:srgbClr val="FDF5B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88" name="Google Shape;588;p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656759" y="472740"/>
            <a:ext cx="3020414" cy="720862"/>
          </a:xfrm>
          <a:prstGeom prst="rect">
            <a:avLst/>
          </a:prstGeom>
          <a:noFill/>
          <a:ln>
            <a:noFill/>
          </a:ln>
        </p:spPr>
      </p:pic>
      <p:sp>
        <p:nvSpPr>
          <p:cNvPr id="589" name="Google Shape;589;p22"/>
          <p:cNvSpPr txBox="1"/>
          <p:nvPr/>
        </p:nvSpPr>
        <p:spPr>
          <a:xfrm>
            <a:off x="2448549" y="1355265"/>
            <a:ext cx="12875648" cy="1329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00"/>
              <a:buFont typeface="Arial"/>
              <a:buNone/>
            </a:pPr>
            <a:r>
              <a:rPr lang="en-US" sz="9600" b="0" i="0" u="none" strike="noStrike" cap="none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陪</a:t>
            </a:r>
            <a:r>
              <a:rPr lang="en-US" sz="96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8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v. </a:t>
            </a:r>
            <a:r>
              <a:rPr lang="en-US" sz="80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péi</a:t>
            </a:r>
            <a:r>
              <a:rPr lang="en-US" sz="8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to accompany</a:t>
            </a:r>
            <a:endParaRPr sz="9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90" name="Google Shape;590;p2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698455">
            <a:off x="14863540" y="-142294"/>
            <a:ext cx="3629501" cy="2412635"/>
          </a:xfrm>
          <a:prstGeom prst="rect">
            <a:avLst/>
          </a:prstGeom>
          <a:noFill/>
          <a:ln>
            <a:noFill/>
          </a:ln>
        </p:spPr>
      </p:pic>
      <p:pic>
        <p:nvPicPr>
          <p:cNvPr id="591" name="Google Shape;591;p2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803959">
            <a:off x="15680560" y="8048436"/>
            <a:ext cx="2122534" cy="1966751"/>
          </a:xfrm>
          <a:prstGeom prst="rect">
            <a:avLst/>
          </a:prstGeom>
          <a:noFill/>
          <a:ln>
            <a:noFill/>
          </a:ln>
        </p:spPr>
      </p:pic>
      <p:pic>
        <p:nvPicPr>
          <p:cNvPr id="592" name="Google Shape;592;p22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 rot="-442419">
            <a:off x="615416" y="8148284"/>
            <a:ext cx="2443041" cy="1959523"/>
          </a:xfrm>
          <a:prstGeom prst="rect">
            <a:avLst/>
          </a:prstGeom>
          <a:noFill/>
          <a:ln>
            <a:noFill/>
          </a:ln>
        </p:spPr>
      </p:pic>
      <p:pic>
        <p:nvPicPr>
          <p:cNvPr id="593" name="Google Shape;593;p22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 rot="-2627376">
            <a:off x="3071024" y="-96077"/>
            <a:ext cx="947383" cy="2122534"/>
          </a:xfrm>
          <a:prstGeom prst="rect">
            <a:avLst/>
          </a:prstGeom>
          <a:noFill/>
          <a:ln>
            <a:noFill/>
          </a:ln>
        </p:spPr>
      </p:pic>
      <p:sp>
        <p:nvSpPr>
          <p:cNvPr id="594" name="Google Shape;594;p22"/>
          <p:cNvSpPr txBox="1"/>
          <p:nvPr/>
        </p:nvSpPr>
        <p:spPr>
          <a:xfrm rot="791915">
            <a:off x="14573022" y="504334"/>
            <a:ext cx="4050280" cy="1630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68194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3600"/>
              <a:buFont typeface="Calibri"/>
              <a:buNone/>
            </a:pPr>
            <a:r>
              <a:rPr lang="en-US" sz="3600" b="1" i="0" u="none" strike="noStrike" cap="none">
                <a:solidFill>
                  <a:srgbClr val="2E2F30"/>
                </a:solidFill>
                <a:latin typeface="Calibri"/>
                <a:ea typeface="Calibri"/>
                <a:cs typeface="Calibri"/>
                <a:sym typeface="Calibri"/>
              </a:rPr>
              <a:t>生词 </a:t>
            </a:r>
            <a:endParaRPr sz="3600" b="1" i="0" u="none" strike="noStrike" cap="none">
              <a:solidFill>
                <a:srgbClr val="2E2F3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26145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4800"/>
              <a:buFont typeface="Arial"/>
              <a:buNone/>
            </a:pPr>
            <a:r>
              <a:rPr lang="en-US" sz="4800" b="1" i="0" u="none" strike="noStrike" cap="none">
                <a:solidFill>
                  <a:srgbClr val="2E2F30"/>
                </a:solidFill>
                <a:latin typeface="Arial"/>
                <a:ea typeface="Arial"/>
                <a:cs typeface="Arial"/>
                <a:sym typeface="Arial"/>
              </a:rPr>
              <a:t>New words</a:t>
            </a:r>
            <a:endParaRPr sz="4800" b="1" i="0" u="none" strike="noStrike" cap="none">
              <a:solidFill>
                <a:srgbClr val="2E2F3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5" name="Google Shape;595;p22"/>
          <p:cNvSpPr/>
          <p:nvPr/>
        </p:nvSpPr>
        <p:spPr>
          <a:xfrm>
            <a:off x="10017989" y="6508254"/>
            <a:ext cx="6636710" cy="1839219"/>
          </a:xfrm>
          <a:custGeom>
            <a:avLst/>
            <a:gdLst/>
            <a:ahLst/>
            <a:cxnLst/>
            <a:rect l="l" t="t" r="r" b="b"/>
            <a:pathLst>
              <a:path w="3443102" h="1144961" extrusionOk="0">
                <a:moveTo>
                  <a:pt x="2504203" y="1133773"/>
                </a:moveTo>
                <a:cubicBezTo>
                  <a:pt x="2504203" y="1133773"/>
                  <a:pt x="2084450" y="1144961"/>
                  <a:pt x="1621865" y="1142339"/>
                </a:cubicBezTo>
                <a:cubicBezTo>
                  <a:pt x="1584822" y="1140177"/>
                  <a:pt x="1057073" y="1132352"/>
                  <a:pt x="1057073" y="1132352"/>
                </a:cubicBezTo>
                <a:cubicBezTo>
                  <a:pt x="812931" y="1123518"/>
                  <a:pt x="565145" y="1106537"/>
                  <a:pt x="398404" y="1048359"/>
                </a:cubicBezTo>
                <a:cubicBezTo>
                  <a:pt x="120505" y="951398"/>
                  <a:pt x="0" y="773869"/>
                  <a:pt x="0" y="577261"/>
                </a:cubicBezTo>
                <a:lnTo>
                  <a:pt x="0" y="577259"/>
                </a:lnTo>
                <a:cubicBezTo>
                  <a:pt x="8536" y="440430"/>
                  <a:pt x="34263" y="311302"/>
                  <a:pt x="140291" y="225758"/>
                </a:cubicBezTo>
                <a:cubicBezTo>
                  <a:pt x="342602" y="62530"/>
                  <a:pt x="736658" y="7673"/>
                  <a:pt x="1155311" y="7673"/>
                </a:cubicBezTo>
                <a:cubicBezTo>
                  <a:pt x="1155311" y="7673"/>
                  <a:pt x="1551711" y="15681"/>
                  <a:pt x="1584822" y="7673"/>
                </a:cubicBezTo>
                <a:cubicBezTo>
                  <a:pt x="1865523" y="0"/>
                  <a:pt x="2329451" y="7673"/>
                  <a:pt x="2329451" y="7673"/>
                </a:cubicBezTo>
                <a:cubicBezTo>
                  <a:pt x="2697758" y="15152"/>
                  <a:pt x="3061071" y="84484"/>
                  <a:pt x="3258811" y="207066"/>
                </a:cubicBezTo>
                <a:cubicBezTo>
                  <a:pt x="3409828" y="300683"/>
                  <a:pt x="3443102" y="425358"/>
                  <a:pt x="3433962" y="577261"/>
                </a:cubicBezTo>
                <a:lnTo>
                  <a:pt x="3433962" y="577262"/>
                </a:lnTo>
                <a:cubicBezTo>
                  <a:pt x="3433962" y="891835"/>
                  <a:pt x="3150965" y="1105932"/>
                  <a:pt x="2504203" y="1133773"/>
                </a:cubicBezTo>
                <a:close/>
              </a:path>
            </a:pathLst>
          </a:custGeom>
          <a:solidFill>
            <a:srgbClr val="E5DFEC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6" name="Google Shape;596;p22"/>
          <p:cNvSpPr txBox="1"/>
          <p:nvPr/>
        </p:nvSpPr>
        <p:spPr>
          <a:xfrm>
            <a:off x="10624458" y="6814635"/>
            <a:ext cx="6185018" cy="14772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6300"/>
              </a:lnSpc>
              <a:spcBef>
                <a:spcPts val="0"/>
              </a:spcBef>
              <a:spcAft>
                <a:spcPts val="0"/>
              </a:spcAft>
              <a:buClr>
                <a:srgbClr val="272626"/>
              </a:buClr>
              <a:buSzPts val="3200"/>
              <a:buFont typeface="SimSun"/>
              <a:buNone/>
            </a:pPr>
            <a:r>
              <a:rPr lang="en-US" sz="2800" b="0" i="0" u="none" strike="noStrike" cap="none" dirty="0" err="1">
                <a:solidFill>
                  <a:srgbClr val="272626"/>
                </a:solidFill>
                <a:latin typeface="SimSun"/>
                <a:ea typeface="SimSun"/>
                <a:cs typeface="SimSun"/>
                <a:sym typeface="SimSun"/>
              </a:rPr>
              <a:t>Nǐ</a:t>
            </a:r>
            <a:r>
              <a:rPr lang="en-US" sz="2800" b="0" i="0" u="none" strike="noStrike" cap="none" dirty="0">
                <a:solidFill>
                  <a:srgbClr val="272626"/>
                </a:solidFill>
                <a:latin typeface="SimSun"/>
                <a:ea typeface="SimSun"/>
                <a:cs typeface="SimSun"/>
                <a:sym typeface="SimSun"/>
              </a:rPr>
              <a:t> </a:t>
            </a:r>
            <a:r>
              <a:rPr lang="en-US" sz="2800" b="0" i="0" u="none" strike="noStrike" cap="none" dirty="0" err="1">
                <a:solidFill>
                  <a:srgbClr val="272626"/>
                </a:solidFill>
                <a:latin typeface="SimSun"/>
                <a:ea typeface="SimSun"/>
                <a:cs typeface="SimSun"/>
                <a:sym typeface="SimSun"/>
              </a:rPr>
              <a:t>péi</a:t>
            </a:r>
            <a:r>
              <a:rPr lang="en-US" sz="2800" b="0" i="0" u="none" strike="noStrike" cap="none" dirty="0">
                <a:solidFill>
                  <a:srgbClr val="272626"/>
                </a:solidFill>
                <a:latin typeface="SimSun"/>
                <a:ea typeface="SimSun"/>
                <a:cs typeface="SimSun"/>
                <a:sym typeface="SimSun"/>
              </a:rPr>
              <a:t>  </a:t>
            </a:r>
            <a:r>
              <a:rPr lang="en-US" sz="2800" b="0" i="0" u="none" strike="noStrike" cap="none" dirty="0" err="1">
                <a:solidFill>
                  <a:srgbClr val="272626"/>
                </a:solidFill>
                <a:latin typeface="SimSun"/>
                <a:ea typeface="SimSun"/>
                <a:cs typeface="SimSun"/>
                <a:sym typeface="SimSun"/>
              </a:rPr>
              <a:t>wǒ</a:t>
            </a:r>
            <a:r>
              <a:rPr lang="en-US" sz="2800" b="0" i="0" u="none" strike="noStrike" cap="none" dirty="0">
                <a:solidFill>
                  <a:srgbClr val="272626"/>
                </a:solidFill>
                <a:latin typeface="SimSun"/>
                <a:ea typeface="SimSun"/>
                <a:cs typeface="SimSun"/>
                <a:sym typeface="SimSun"/>
              </a:rPr>
              <a:t>   </a:t>
            </a:r>
            <a:r>
              <a:rPr lang="en-US" sz="2800" b="0" i="0" u="none" strike="noStrike" cap="none" dirty="0" err="1">
                <a:solidFill>
                  <a:srgbClr val="272626"/>
                </a:solidFill>
                <a:latin typeface="SimSun"/>
                <a:ea typeface="SimSun"/>
                <a:cs typeface="SimSun"/>
                <a:sym typeface="SimSun"/>
              </a:rPr>
              <a:t>yìqǐ</a:t>
            </a:r>
            <a:r>
              <a:rPr lang="en-US" sz="2800" b="0" i="0" u="none" strike="noStrike" cap="none" dirty="0">
                <a:solidFill>
                  <a:srgbClr val="272626"/>
                </a:solidFill>
                <a:latin typeface="SimSun"/>
                <a:ea typeface="SimSun"/>
                <a:cs typeface="SimSun"/>
                <a:sym typeface="SimSun"/>
              </a:rPr>
              <a:t>  </a:t>
            </a:r>
            <a:r>
              <a:rPr lang="en-US" sz="2800" b="0" i="0" u="none" strike="noStrike" cap="none" dirty="0" err="1">
                <a:solidFill>
                  <a:srgbClr val="272626"/>
                </a:solidFill>
                <a:latin typeface="SimSun"/>
                <a:ea typeface="SimSun"/>
                <a:cs typeface="SimSun"/>
                <a:sym typeface="SimSun"/>
              </a:rPr>
              <a:t>qù</a:t>
            </a:r>
            <a:r>
              <a:rPr lang="en-US" sz="2800" b="0" i="0" u="none" strike="noStrike" cap="none" dirty="0">
                <a:solidFill>
                  <a:srgbClr val="272626"/>
                </a:solidFill>
                <a:latin typeface="SimSun"/>
                <a:ea typeface="SimSun"/>
                <a:cs typeface="SimSun"/>
                <a:sym typeface="SimSun"/>
              </a:rPr>
              <a:t>  </a:t>
            </a:r>
            <a:r>
              <a:rPr lang="en-US" sz="2800" b="0" i="0" u="none" strike="noStrike" cap="none" dirty="0" err="1">
                <a:solidFill>
                  <a:srgbClr val="272626"/>
                </a:solidFill>
                <a:latin typeface="SimSun"/>
                <a:ea typeface="SimSun"/>
                <a:cs typeface="SimSun"/>
                <a:sym typeface="SimSun"/>
              </a:rPr>
              <a:t>bɑ</a:t>
            </a:r>
            <a:r>
              <a:rPr lang="en-US" sz="2800" b="0" i="0" u="none" strike="noStrike" cap="none" dirty="0">
                <a:solidFill>
                  <a:srgbClr val="272626"/>
                </a:solidFill>
                <a:latin typeface="SimSun"/>
                <a:ea typeface="SimSun"/>
                <a:cs typeface="SimSun"/>
                <a:sym typeface="SimSun"/>
              </a:rPr>
              <a:t>.</a:t>
            </a:r>
          </a:p>
          <a:p>
            <a:pPr marL="0" marR="0" lvl="0" indent="0" algn="l" rtl="0">
              <a:lnSpc>
                <a:spcPct val="96300"/>
              </a:lnSpc>
              <a:spcBef>
                <a:spcPts val="0"/>
              </a:spcBef>
              <a:spcAft>
                <a:spcPts val="0"/>
              </a:spcAft>
              <a:buClr>
                <a:srgbClr val="272626"/>
              </a:buClr>
              <a:buSzPts val="3200"/>
              <a:buFont typeface="SimSun"/>
              <a:buNone/>
            </a:pPr>
            <a:r>
              <a:rPr lang="en-US" sz="3600" b="0" i="0" u="none" strike="noStrike" cap="none" dirty="0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你 </a:t>
            </a:r>
            <a:r>
              <a:rPr lang="en-US" sz="3600" b="1" i="0" u="none" strike="noStrike" cap="none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陪</a:t>
            </a:r>
            <a:r>
              <a:rPr lang="en-US" sz="3600" b="0" i="0" u="none" strike="noStrike" cap="none" dirty="0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 我  </a:t>
            </a:r>
            <a:r>
              <a:rPr lang="en-US" sz="3600" b="0" i="0" u="none" strike="noStrike" cap="none" dirty="0" err="1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一起</a:t>
            </a:r>
            <a:r>
              <a:rPr lang="en-US" sz="3600" b="0" i="0" u="none" strike="noStrike" cap="none" dirty="0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 去 吧</a:t>
            </a:r>
            <a:r>
              <a:rPr lang="en-US" sz="3600" b="0" i="0" u="none" strike="noStrike" cap="none" dirty="0">
                <a:solidFill>
                  <a:srgbClr val="272626"/>
                </a:solidFill>
                <a:latin typeface="Arial"/>
                <a:ea typeface="Arial"/>
                <a:cs typeface="Arial"/>
                <a:sym typeface="Arial"/>
              </a:rPr>
              <a:t>。</a:t>
            </a:r>
            <a:endParaRPr lang="en-US" sz="3600" dirty="0">
              <a:solidFill>
                <a:srgbClr val="272626"/>
              </a:solidFill>
            </a:endParaRPr>
          </a:p>
          <a:p>
            <a:pPr marL="0" marR="0" lvl="0" indent="0" algn="l" rtl="0">
              <a:lnSpc>
                <a:spcPct val="96300"/>
              </a:lnSpc>
              <a:spcBef>
                <a:spcPts val="0"/>
              </a:spcBef>
              <a:spcAft>
                <a:spcPts val="0"/>
              </a:spcAft>
              <a:buClr>
                <a:srgbClr val="272626"/>
              </a:buClr>
              <a:buSzPts val="3200"/>
              <a:buFont typeface="SimSun"/>
              <a:buNone/>
            </a:pPr>
            <a:r>
              <a:rPr lang="en-US" sz="3600" dirty="0"/>
              <a:t>You can</a:t>
            </a:r>
            <a:r>
              <a:rPr lang="en-US" sz="36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go with me.</a:t>
            </a:r>
            <a:endParaRPr sz="1200" dirty="0"/>
          </a:p>
        </p:txBody>
      </p:sp>
      <p:pic>
        <p:nvPicPr>
          <p:cNvPr id="597" name="Google Shape;597;p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734800" y="5993538"/>
            <a:ext cx="1169397" cy="720862"/>
          </a:xfrm>
          <a:prstGeom prst="rect">
            <a:avLst/>
          </a:prstGeom>
          <a:noFill/>
          <a:ln>
            <a:noFill/>
          </a:ln>
        </p:spPr>
      </p:pic>
      <p:sp>
        <p:nvSpPr>
          <p:cNvPr id="598" name="Google Shape;598;p22"/>
          <p:cNvSpPr/>
          <p:nvPr/>
        </p:nvSpPr>
        <p:spPr>
          <a:xfrm>
            <a:off x="10373872" y="3274376"/>
            <a:ext cx="5393267" cy="2432544"/>
          </a:xfrm>
          <a:custGeom>
            <a:avLst/>
            <a:gdLst/>
            <a:ahLst/>
            <a:cxnLst/>
            <a:rect l="l" t="t" r="r" b="b"/>
            <a:pathLst>
              <a:path w="3443102" h="1144961" extrusionOk="0">
                <a:moveTo>
                  <a:pt x="2504203" y="1133773"/>
                </a:moveTo>
                <a:cubicBezTo>
                  <a:pt x="2504203" y="1133773"/>
                  <a:pt x="2084450" y="1144961"/>
                  <a:pt x="1621865" y="1142339"/>
                </a:cubicBezTo>
                <a:cubicBezTo>
                  <a:pt x="1584822" y="1140177"/>
                  <a:pt x="1057073" y="1132352"/>
                  <a:pt x="1057073" y="1132352"/>
                </a:cubicBezTo>
                <a:cubicBezTo>
                  <a:pt x="812931" y="1123518"/>
                  <a:pt x="565145" y="1106537"/>
                  <a:pt x="398404" y="1048359"/>
                </a:cubicBezTo>
                <a:cubicBezTo>
                  <a:pt x="120505" y="951398"/>
                  <a:pt x="0" y="773869"/>
                  <a:pt x="0" y="577261"/>
                </a:cubicBezTo>
                <a:lnTo>
                  <a:pt x="0" y="577259"/>
                </a:lnTo>
                <a:cubicBezTo>
                  <a:pt x="8536" y="440430"/>
                  <a:pt x="34263" y="311302"/>
                  <a:pt x="140291" y="225758"/>
                </a:cubicBezTo>
                <a:cubicBezTo>
                  <a:pt x="342602" y="62530"/>
                  <a:pt x="736658" y="7673"/>
                  <a:pt x="1155311" y="7673"/>
                </a:cubicBezTo>
                <a:cubicBezTo>
                  <a:pt x="1155311" y="7673"/>
                  <a:pt x="1551711" y="15681"/>
                  <a:pt x="1584822" y="7673"/>
                </a:cubicBezTo>
                <a:cubicBezTo>
                  <a:pt x="1865523" y="0"/>
                  <a:pt x="2329451" y="7673"/>
                  <a:pt x="2329451" y="7673"/>
                </a:cubicBezTo>
                <a:cubicBezTo>
                  <a:pt x="2697758" y="15152"/>
                  <a:pt x="3061071" y="84484"/>
                  <a:pt x="3258811" y="207066"/>
                </a:cubicBezTo>
                <a:cubicBezTo>
                  <a:pt x="3409828" y="300683"/>
                  <a:pt x="3443102" y="425358"/>
                  <a:pt x="3433962" y="577261"/>
                </a:cubicBezTo>
                <a:lnTo>
                  <a:pt x="3433962" y="577262"/>
                </a:lnTo>
                <a:cubicBezTo>
                  <a:pt x="3433962" y="891835"/>
                  <a:pt x="3150965" y="1105932"/>
                  <a:pt x="2504203" y="1133773"/>
                </a:cubicBezTo>
                <a:close/>
              </a:path>
            </a:pathLst>
          </a:custGeom>
          <a:solidFill>
            <a:srgbClr val="E5DFEC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9" name="Google Shape;599;p22"/>
          <p:cNvSpPr txBox="1"/>
          <p:nvPr/>
        </p:nvSpPr>
        <p:spPr>
          <a:xfrm>
            <a:off x="10439399" y="3435876"/>
            <a:ext cx="5393267" cy="17727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rtl="0">
              <a:lnSpc>
                <a:spcPct val="120375"/>
              </a:lnSpc>
              <a:spcBef>
                <a:spcPts val="0"/>
              </a:spcBef>
              <a:spcAft>
                <a:spcPts val="0"/>
              </a:spcAft>
              <a:buClr>
                <a:srgbClr val="272626"/>
              </a:buClr>
              <a:buSzPts val="3200"/>
              <a:buFont typeface="SimSun"/>
              <a:buNone/>
            </a:pPr>
            <a:r>
              <a:rPr lang="en-US" sz="3200" b="0" i="0" u="none" strike="noStrike" cap="none" dirty="0">
                <a:solidFill>
                  <a:srgbClr val="272626"/>
                </a:solidFill>
                <a:latin typeface="SimSun"/>
                <a:ea typeface="SimSun"/>
                <a:cs typeface="SimSun"/>
                <a:sym typeface="SimSun"/>
              </a:rPr>
              <a:t>       </a:t>
            </a:r>
            <a:r>
              <a:rPr lang="en-US" sz="3200" b="0" i="0" u="none" strike="noStrike" cap="none" dirty="0" err="1">
                <a:solidFill>
                  <a:srgbClr val="272626"/>
                </a:solidFill>
                <a:latin typeface="SimSun"/>
                <a:ea typeface="SimSun"/>
                <a:cs typeface="SimSun"/>
                <a:sym typeface="SimSun"/>
              </a:rPr>
              <a:t>Wǒ</a:t>
            </a:r>
            <a:r>
              <a:rPr lang="en-US" sz="3200" b="0" i="0" u="none" strike="noStrike" cap="none" dirty="0">
                <a:solidFill>
                  <a:srgbClr val="272626"/>
                </a:solidFill>
                <a:latin typeface="SimSun"/>
                <a:ea typeface="SimSun"/>
                <a:cs typeface="SimSun"/>
                <a:sym typeface="SimSun"/>
              </a:rPr>
              <a:t> </a:t>
            </a:r>
            <a:r>
              <a:rPr lang="en-US" sz="3200" b="0" i="0" u="none" strike="noStrike" cap="none" dirty="0" err="1">
                <a:solidFill>
                  <a:srgbClr val="272626"/>
                </a:solidFill>
                <a:latin typeface="SimSun"/>
                <a:ea typeface="SimSun"/>
                <a:cs typeface="SimSun"/>
                <a:sym typeface="SimSun"/>
              </a:rPr>
              <a:t>péi</a:t>
            </a:r>
            <a:r>
              <a:rPr lang="en-US" sz="3200" b="0" i="0" u="none" strike="noStrike" cap="none" dirty="0">
                <a:solidFill>
                  <a:srgbClr val="272626"/>
                </a:solidFill>
                <a:latin typeface="SimSun"/>
                <a:ea typeface="SimSun"/>
                <a:cs typeface="SimSun"/>
                <a:sym typeface="SimSun"/>
              </a:rPr>
              <a:t> </a:t>
            </a:r>
            <a:r>
              <a:rPr lang="en-US" sz="3200" b="0" i="0" u="none" strike="noStrike" cap="none" dirty="0" err="1">
                <a:solidFill>
                  <a:srgbClr val="272626"/>
                </a:solidFill>
                <a:latin typeface="SimSun"/>
                <a:ea typeface="SimSun"/>
                <a:cs typeface="SimSun"/>
                <a:sym typeface="SimSun"/>
              </a:rPr>
              <a:t>nǐ</a:t>
            </a:r>
            <a:endParaRPr sz="3200" b="0" i="0" u="none" strike="noStrike" cap="none" dirty="0">
              <a:solidFill>
                <a:srgbClr val="272626"/>
              </a:solidFill>
              <a:latin typeface="SimSun"/>
              <a:ea typeface="SimSun"/>
              <a:cs typeface="SimSun"/>
              <a:sym typeface="SimSun"/>
            </a:endParaRPr>
          </a:p>
          <a:p>
            <a:pPr marL="0" marR="0" lvl="0" indent="0" algn="l" rtl="0">
              <a:lnSpc>
                <a:spcPct val="96300"/>
              </a:lnSpc>
              <a:spcBef>
                <a:spcPts val="0"/>
              </a:spcBef>
              <a:spcAft>
                <a:spcPts val="0"/>
              </a:spcAft>
              <a:buClr>
                <a:srgbClr val="272626"/>
              </a:buClr>
              <a:buSzPts val="4000"/>
              <a:buFont typeface="Arial"/>
              <a:buNone/>
            </a:pPr>
            <a:r>
              <a:rPr lang="en-US" sz="4000" b="0" i="0" u="none" strike="noStrike" cap="none" dirty="0">
                <a:solidFill>
                  <a:srgbClr val="272626"/>
                </a:solidFill>
                <a:latin typeface="Arial"/>
                <a:ea typeface="Arial"/>
                <a:cs typeface="Arial"/>
                <a:sym typeface="Arial"/>
              </a:rPr>
              <a:t>         </a:t>
            </a:r>
            <a:r>
              <a:rPr lang="en-US" sz="4000" b="0" i="0" u="none" strike="noStrike" cap="none" dirty="0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我 </a:t>
            </a:r>
            <a:r>
              <a:rPr lang="en-US" sz="4000" b="1" i="0" u="none" strike="noStrike" cap="none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陪 </a:t>
            </a:r>
            <a:r>
              <a:rPr lang="en-US" sz="4000" b="0" i="0" u="none" strike="noStrike" cap="none" dirty="0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你</a:t>
            </a:r>
            <a:r>
              <a:rPr lang="en-US" sz="4000" b="0" i="0" u="none" strike="noStrike" cap="none" dirty="0">
                <a:solidFill>
                  <a:srgbClr val="272626"/>
                </a:solidFill>
                <a:latin typeface="Arial"/>
                <a:ea typeface="Arial"/>
                <a:cs typeface="Arial"/>
                <a:sym typeface="Arial"/>
              </a:rPr>
              <a:t>。</a:t>
            </a:r>
            <a:endParaRPr sz="4000" b="0" i="0" u="none" strike="noStrike" cap="none" dirty="0">
              <a:solidFill>
                <a:srgbClr val="272626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963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 will </a:t>
            </a:r>
            <a:r>
              <a:rPr lang="en-US" sz="4000" dirty="0"/>
              <a:t>go with</a:t>
            </a:r>
            <a:r>
              <a:rPr lang="en-US" sz="4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you.</a:t>
            </a:r>
            <a:endParaRPr sz="4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00" name="Google Shape;600;p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1501278">
            <a:off x="13454560" y="2969157"/>
            <a:ext cx="1169397" cy="720862"/>
          </a:xfrm>
          <a:prstGeom prst="rect">
            <a:avLst/>
          </a:prstGeom>
          <a:noFill/>
          <a:ln>
            <a:noFill/>
          </a:ln>
        </p:spPr>
      </p:pic>
      <p:pic>
        <p:nvPicPr>
          <p:cNvPr id="601" name="Google Shape;601;p22" descr="A picture containing outdoor, tree, person, mountain&#10;&#10;Description automatically generated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2806435" y="3875240"/>
            <a:ext cx="5720350" cy="3810606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EC4"/>
        </a:solidFill>
        <a:effectLst/>
      </p:bgPr>
    </p:bg>
    <p:spTree>
      <p:nvGrpSpPr>
        <p:cNvPr id="1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p23"/>
          <p:cNvSpPr/>
          <p:nvPr/>
        </p:nvSpPr>
        <p:spPr>
          <a:xfrm>
            <a:off x="1478524" y="1866901"/>
            <a:ext cx="14478213" cy="7674374"/>
          </a:xfrm>
          <a:custGeom>
            <a:avLst/>
            <a:gdLst/>
            <a:ahLst/>
            <a:cxnLst/>
            <a:rect l="l" t="t" r="r" b="b"/>
            <a:pathLst>
              <a:path w="10825342" h="5776630" extrusionOk="0">
                <a:moveTo>
                  <a:pt x="278431" y="16918"/>
                </a:moveTo>
                <a:cubicBezTo>
                  <a:pt x="278431" y="16918"/>
                  <a:pt x="604014" y="12258"/>
                  <a:pt x="1062834" y="12454"/>
                </a:cubicBezTo>
                <a:cubicBezTo>
                  <a:pt x="8817733" y="12671"/>
                  <a:pt x="10551274" y="0"/>
                  <a:pt x="10551274" y="0"/>
                </a:cubicBezTo>
                <a:cubicBezTo>
                  <a:pt x="10618737" y="0"/>
                  <a:pt x="10694674" y="0"/>
                  <a:pt x="10773448" y="85073"/>
                </a:cubicBezTo>
                <a:cubicBezTo>
                  <a:pt x="10816426" y="131488"/>
                  <a:pt x="10817494" y="240224"/>
                  <a:pt x="10817899" y="320281"/>
                </a:cubicBezTo>
                <a:cubicBezTo>
                  <a:pt x="10817899" y="320281"/>
                  <a:pt x="10816195" y="4157017"/>
                  <a:pt x="10816195" y="5014045"/>
                </a:cubicBezTo>
                <a:cubicBezTo>
                  <a:pt x="10816195" y="5228205"/>
                  <a:pt x="10825342" y="5527383"/>
                  <a:pt x="10825342" y="5527383"/>
                </a:cubicBezTo>
                <a:cubicBezTo>
                  <a:pt x="10825342" y="5656052"/>
                  <a:pt x="10821173" y="5776630"/>
                  <a:pt x="10568335" y="5768495"/>
                </a:cubicBezTo>
                <a:cubicBezTo>
                  <a:pt x="10568335" y="5768495"/>
                  <a:pt x="10191862" y="5748197"/>
                  <a:pt x="9095459" y="5755795"/>
                </a:cubicBezTo>
                <a:cubicBezTo>
                  <a:pt x="2547822" y="5763930"/>
                  <a:pt x="304023" y="5776630"/>
                  <a:pt x="304023" y="5776630"/>
                </a:cubicBezTo>
                <a:cubicBezTo>
                  <a:pt x="132548" y="5776630"/>
                  <a:pt x="4213" y="5675561"/>
                  <a:pt x="8532" y="5473013"/>
                </a:cubicBezTo>
                <a:cubicBezTo>
                  <a:pt x="8532" y="5473013"/>
                  <a:pt x="9630" y="4974472"/>
                  <a:pt x="4815" y="1481678"/>
                </a:cubicBezTo>
                <a:cubicBezTo>
                  <a:pt x="0" y="663668"/>
                  <a:pt x="25592" y="330596"/>
                  <a:pt x="25592" y="330596"/>
                </a:cubicBezTo>
                <a:cubicBezTo>
                  <a:pt x="27224" y="150571"/>
                  <a:pt x="143504" y="16918"/>
                  <a:pt x="278431" y="16918"/>
                </a:cubicBezTo>
                <a:close/>
              </a:path>
            </a:pathLst>
          </a:custGeom>
          <a:solidFill>
            <a:srgbClr val="FFF3E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7" name="Google Shape;607;p23"/>
          <p:cNvSpPr/>
          <p:nvPr/>
        </p:nvSpPr>
        <p:spPr>
          <a:xfrm>
            <a:off x="2963804" y="741311"/>
            <a:ext cx="11693656" cy="3637881"/>
          </a:xfrm>
          <a:custGeom>
            <a:avLst/>
            <a:gdLst/>
            <a:ahLst/>
            <a:cxnLst/>
            <a:rect l="l" t="t" r="r" b="b"/>
            <a:pathLst>
              <a:path w="3443102" h="1144961" extrusionOk="0">
                <a:moveTo>
                  <a:pt x="2504203" y="1133773"/>
                </a:moveTo>
                <a:cubicBezTo>
                  <a:pt x="2504203" y="1133773"/>
                  <a:pt x="2084450" y="1144961"/>
                  <a:pt x="1621865" y="1142339"/>
                </a:cubicBezTo>
                <a:cubicBezTo>
                  <a:pt x="1584822" y="1140177"/>
                  <a:pt x="1057073" y="1132352"/>
                  <a:pt x="1057073" y="1132352"/>
                </a:cubicBezTo>
                <a:cubicBezTo>
                  <a:pt x="812931" y="1123518"/>
                  <a:pt x="565145" y="1106537"/>
                  <a:pt x="398404" y="1048359"/>
                </a:cubicBezTo>
                <a:cubicBezTo>
                  <a:pt x="120505" y="951398"/>
                  <a:pt x="0" y="773869"/>
                  <a:pt x="0" y="577261"/>
                </a:cubicBezTo>
                <a:lnTo>
                  <a:pt x="0" y="577259"/>
                </a:lnTo>
                <a:cubicBezTo>
                  <a:pt x="8536" y="440430"/>
                  <a:pt x="34263" y="311302"/>
                  <a:pt x="140291" y="225758"/>
                </a:cubicBezTo>
                <a:cubicBezTo>
                  <a:pt x="342602" y="62530"/>
                  <a:pt x="736658" y="7673"/>
                  <a:pt x="1155311" y="7673"/>
                </a:cubicBezTo>
                <a:cubicBezTo>
                  <a:pt x="1155311" y="7673"/>
                  <a:pt x="1551711" y="15681"/>
                  <a:pt x="1584822" y="7673"/>
                </a:cubicBezTo>
                <a:cubicBezTo>
                  <a:pt x="1865523" y="0"/>
                  <a:pt x="2329451" y="7673"/>
                  <a:pt x="2329451" y="7673"/>
                </a:cubicBezTo>
                <a:cubicBezTo>
                  <a:pt x="2697758" y="15152"/>
                  <a:pt x="3061071" y="84484"/>
                  <a:pt x="3258811" y="207066"/>
                </a:cubicBezTo>
                <a:cubicBezTo>
                  <a:pt x="3409828" y="300683"/>
                  <a:pt x="3443102" y="425358"/>
                  <a:pt x="3433962" y="577261"/>
                </a:cubicBezTo>
                <a:lnTo>
                  <a:pt x="3433962" y="577262"/>
                </a:lnTo>
                <a:cubicBezTo>
                  <a:pt x="3433962" y="891835"/>
                  <a:pt x="3150965" y="1105932"/>
                  <a:pt x="2504203" y="1133773"/>
                </a:cubicBezTo>
                <a:close/>
              </a:path>
            </a:pathLst>
          </a:custGeom>
          <a:solidFill>
            <a:srgbClr val="FDF5B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08" name="Google Shape;608;p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33386" y="472740"/>
            <a:ext cx="3020414" cy="720862"/>
          </a:xfrm>
          <a:prstGeom prst="rect">
            <a:avLst/>
          </a:prstGeom>
          <a:noFill/>
          <a:ln>
            <a:noFill/>
          </a:ln>
        </p:spPr>
      </p:pic>
      <p:sp>
        <p:nvSpPr>
          <p:cNvPr id="609" name="Google Shape;609;p23"/>
          <p:cNvSpPr txBox="1"/>
          <p:nvPr/>
        </p:nvSpPr>
        <p:spPr>
          <a:xfrm>
            <a:off x="2448549" y="1355265"/>
            <a:ext cx="12875648" cy="26591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00"/>
              <a:buFont typeface="Arial"/>
              <a:buNone/>
            </a:pPr>
            <a:r>
              <a:rPr lang="en-US" sz="9600" b="0" i="0" u="none" strike="noStrike" cap="none" dirty="0" err="1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请稍等</a:t>
            </a:r>
            <a:r>
              <a:rPr lang="en-US" sz="8000" b="0" i="0" u="none" strike="noStrike" cap="none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 </a:t>
            </a:r>
            <a:r>
              <a:rPr lang="en-US" sz="6000" b="0" i="0" u="none" strike="noStrike" cap="none" dirty="0" err="1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qǐnɡshāoděnɡ</a:t>
            </a:r>
            <a:r>
              <a:rPr lang="en-US" sz="8000" b="0" i="0" u="none" strike="noStrike" cap="none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 </a:t>
            </a:r>
            <a:endParaRPr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marL="0" marR="0" lvl="0" indent="0" algn="ctr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Arial"/>
              <a:buNone/>
            </a:pPr>
            <a:r>
              <a:rPr lang="en-US" sz="8000" b="0" i="0" u="none" strike="noStrike" cap="none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just a moment, please</a:t>
            </a:r>
            <a:endParaRPr sz="9600" b="0" i="0" u="none" strike="noStrike" cap="none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  <a:sym typeface="Arial"/>
            </a:endParaRPr>
          </a:p>
        </p:txBody>
      </p:sp>
      <p:pic>
        <p:nvPicPr>
          <p:cNvPr id="610" name="Google Shape;610;p2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698455">
            <a:off x="14863540" y="-142294"/>
            <a:ext cx="3629501" cy="2412635"/>
          </a:xfrm>
          <a:prstGeom prst="rect">
            <a:avLst/>
          </a:prstGeom>
          <a:noFill/>
          <a:ln>
            <a:noFill/>
          </a:ln>
        </p:spPr>
      </p:pic>
      <p:pic>
        <p:nvPicPr>
          <p:cNvPr id="611" name="Google Shape;611;p2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803959">
            <a:off x="15680560" y="8048436"/>
            <a:ext cx="2122534" cy="1966751"/>
          </a:xfrm>
          <a:prstGeom prst="rect">
            <a:avLst/>
          </a:prstGeom>
          <a:noFill/>
          <a:ln>
            <a:noFill/>
          </a:ln>
        </p:spPr>
      </p:pic>
      <p:pic>
        <p:nvPicPr>
          <p:cNvPr id="612" name="Google Shape;612;p23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 rot="-442419">
            <a:off x="615416" y="8148284"/>
            <a:ext cx="2443041" cy="1959523"/>
          </a:xfrm>
          <a:prstGeom prst="rect">
            <a:avLst/>
          </a:prstGeom>
          <a:noFill/>
          <a:ln>
            <a:noFill/>
          </a:ln>
        </p:spPr>
      </p:pic>
      <p:pic>
        <p:nvPicPr>
          <p:cNvPr id="613" name="Google Shape;613;p23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 rot="-2627376">
            <a:off x="3071024" y="-96077"/>
            <a:ext cx="947383" cy="2122534"/>
          </a:xfrm>
          <a:prstGeom prst="rect">
            <a:avLst/>
          </a:prstGeom>
          <a:noFill/>
          <a:ln>
            <a:noFill/>
          </a:ln>
        </p:spPr>
      </p:pic>
      <p:sp>
        <p:nvSpPr>
          <p:cNvPr id="614" name="Google Shape;614;p23"/>
          <p:cNvSpPr txBox="1"/>
          <p:nvPr/>
        </p:nvSpPr>
        <p:spPr>
          <a:xfrm rot="791915">
            <a:off x="14573022" y="504334"/>
            <a:ext cx="4050280" cy="1630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68194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3600"/>
              <a:buFont typeface="Calibri"/>
              <a:buNone/>
            </a:pPr>
            <a:r>
              <a:rPr lang="en-US" sz="3600" b="1" i="0" u="none" strike="noStrike" cap="none">
                <a:solidFill>
                  <a:srgbClr val="2E2F30"/>
                </a:solidFill>
                <a:latin typeface="Calibri"/>
                <a:ea typeface="Calibri"/>
                <a:cs typeface="Calibri"/>
                <a:sym typeface="Calibri"/>
              </a:rPr>
              <a:t>生词 </a:t>
            </a:r>
            <a:endParaRPr sz="3600" b="1" i="0" u="none" strike="noStrike" cap="none">
              <a:solidFill>
                <a:srgbClr val="2E2F3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26145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4800"/>
              <a:buFont typeface="Arial"/>
              <a:buNone/>
            </a:pPr>
            <a:r>
              <a:rPr lang="en-US" sz="4800" b="1" i="0" u="none" strike="noStrike" cap="none">
                <a:solidFill>
                  <a:srgbClr val="2E2F30"/>
                </a:solidFill>
                <a:latin typeface="Arial"/>
                <a:ea typeface="Arial"/>
                <a:cs typeface="Arial"/>
                <a:sym typeface="Arial"/>
              </a:rPr>
              <a:t>New words</a:t>
            </a:r>
            <a:endParaRPr sz="4800" b="1" i="0" u="none" strike="noStrike" cap="none">
              <a:solidFill>
                <a:srgbClr val="2E2F3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15" name="Google Shape;615;p23" descr="A picture containing text, vector graphics&#10;&#10;Description automatically generated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373660" y="4156674"/>
            <a:ext cx="5025426" cy="5025426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EC4"/>
        </a:solidFill>
        <a:effectLst/>
      </p:bgPr>
    </p:bg>
    <p:spTree>
      <p:nvGrpSpPr>
        <p:cNvPr id="1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p24"/>
          <p:cNvSpPr/>
          <p:nvPr/>
        </p:nvSpPr>
        <p:spPr>
          <a:xfrm>
            <a:off x="1478524" y="1866901"/>
            <a:ext cx="14478213" cy="7674374"/>
          </a:xfrm>
          <a:custGeom>
            <a:avLst/>
            <a:gdLst/>
            <a:ahLst/>
            <a:cxnLst/>
            <a:rect l="l" t="t" r="r" b="b"/>
            <a:pathLst>
              <a:path w="10825342" h="5776630" extrusionOk="0">
                <a:moveTo>
                  <a:pt x="278431" y="16918"/>
                </a:moveTo>
                <a:cubicBezTo>
                  <a:pt x="278431" y="16918"/>
                  <a:pt x="604014" y="12258"/>
                  <a:pt x="1062834" y="12454"/>
                </a:cubicBezTo>
                <a:cubicBezTo>
                  <a:pt x="8817733" y="12671"/>
                  <a:pt x="10551274" y="0"/>
                  <a:pt x="10551274" y="0"/>
                </a:cubicBezTo>
                <a:cubicBezTo>
                  <a:pt x="10618737" y="0"/>
                  <a:pt x="10694674" y="0"/>
                  <a:pt x="10773448" y="85073"/>
                </a:cubicBezTo>
                <a:cubicBezTo>
                  <a:pt x="10816426" y="131488"/>
                  <a:pt x="10817494" y="240224"/>
                  <a:pt x="10817899" y="320281"/>
                </a:cubicBezTo>
                <a:cubicBezTo>
                  <a:pt x="10817899" y="320281"/>
                  <a:pt x="10816195" y="4157017"/>
                  <a:pt x="10816195" y="5014045"/>
                </a:cubicBezTo>
                <a:cubicBezTo>
                  <a:pt x="10816195" y="5228205"/>
                  <a:pt x="10825342" y="5527383"/>
                  <a:pt x="10825342" y="5527383"/>
                </a:cubicBezTo>
                <a:cubicBezTo>
                  <a:pt x="10825342" y="5656052"/>
                  <a:pt x="10821173" y="5776630"/>
                  <a:pt x="10568335" y="5768495"/>
                </a:cubicBezTo>
                <a:cubicBezTo>
                  <a:pt x="10568335" y="5768495"/>
                  <a:pt x="10191862" y="5748197"/>
                  <a:pt x="9095459" y="5755795"/>
                </a:cubicBezTo>
                <a:cubicBezTo>
                  <a:pt x="2547822" y="5763930"/>
                  <a:pt x="304023" y="5776630"/>
                  <a:pt x="304023" y="5776630"/>
                </a:cubicBezTo>
                <a:cubicBezTo>
                  <a:pt x="132548" y="5776630"/>
                  <a:pt x="4213" y="5675561"/>
                  <a:pt x="8532" y="5473013"/>
                </a:cubicBezTo>
                <a:cubicBezTo>
                  <a:pt x="8532" y="5473013"/>
                  <a:pt x="9630" y="4974472"/>
                  <a:pt x="4815" y="1481678"/>
                </a:cubicBezTo>
                <a:cubicBezTo>
                  <a:pt x="0" y="663668"/>
                  <a:pt x="25592" y="330596"/>
                  <a:pt x="25592" y="330596"/>
                </a:cubicBezTo>
                <a:cubicBezTo>
                  <a:pt x="27224" y="150571"/>
                  <a:pt x="143504" y="16918"/>
                  <a:pt x="278431" y="16918"/>
                </a:cubicBezTo>
                <a:close/>
              </a:path>
            </a:pathLst>
          </a:custGeom>
          <a:solidFill>
            <a:srgbClr val="FFF3E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1" name="Google Shape;621;p24"/>
          <p:cNvSpPr/>
          <p:nvPr/>
        </p:nvSpPr>
        <p:spPr>
          <a:xfrm>
            <a:off x="3886200" y="741980"/>
            <a:ext cx="9928336" cy="2856625"/>
          </a:xfrm>
          <a:custGeom>
            <a:avLst/>
            <a:gdLst/>
            <a:ahLst/>
            <a:cxnLst/>
            <a:rect l="l" t="t" r="r" b="b"/>
            <a:pathLst>
              <a:path w="3443102" h="1144961" extrusionOk="0">
                <a:moveTo>
                  <a:pt x="2504203" y="1133773"/>
                </a:moveTo>
                <a:cubicBezTo>
                  <a:pt x="2504203" y="1133773"/>
                  <a:pt x="2084450" y="1144961"/>
                  <a:pt x="1621865" y="1142339"/>
                </a:cubicBezTo>
                <a:cubicBezTo>
                  <a:pt x="1584822" y="1140177"/>
                  <a:pt x="1057073" y="1132352"/>
                  <a:pt x="1057073" y="1132352"/>
                </a:cubicBezTo>
                <a:cubicBezTo>
                  <a:pt x="812931" y="1123518"/>
                  <a:pt x="565145" y="1106537"/>
                  <a:pt x="398404" y="1048359"/>
                </a:cubicBezTo>
                <a:cubicBezTo>
                  <a:pt x="120505" y="951398"/>
                  <a:pt x="0" y="773869"/>
                  <a:pt x="0" y="577261"/>
                </a:cubicBezTo>
                <a:lnTo>
                  <a:pt x="0" y="577259"/>
                </a:lnTo>
                <a:cubicBezTo>
                  <a:pt x="8536" y="440430"/>
                  <a:pt x="34263" y="311302"/>
                  <a:pt x="140291" y="225758"/>
                </a:cubicBezTo>
                <a:cubicBezTo>
                  <a:pt x="342602" y="62530"/>
                  <a:pt x="736658" y="7673"/>
                  <a:pt x="1155311" y="7673"/>
                </a:cubicBezTo>
                <a:cubicBezTo>
                  <a:pt x="1155311" y="7673"/>
                  <a:pt x="1551711" y="15681"/>
                  <a:pt x="1584822" y="7673"/>
                </a:cubicBezTo>
                <a:cubicBezTo>
                  <a:pt x="1865523" y="0"/>
                  <a:pt x="2329451" y="7673"/>
                  <a:pt x="2329451" y="7673"/>
                </a:cubicBezTo>
                <a:cubicBezTo>
                  <a:pt x="2697758" y="15152"/>
                  <a:pt x="3061071" y="84484"/>
                  <a:pt x="3258811" y="207066"/>
                </a:cubicBezTo>
                <a:cubicBezTo>
                  <a:pt x="3409828" y="300683"/>
                  <a:pt x="3443102" y="425358"/>
                  <a:pt x="3433962" y="577261"/>
                </a:cubicBezTo>
                <a:lnTo>
                  <a:pt x="3433962" y="577262"/>
                </a:lnTo>
                <a:cubicBezTo>
                  <a:pt x="3433962" y="891835"/>
                  <a:pt x="3150965" y="1105932"/>
                  <a:pt x="2504203" y="1133773"/>
                </a:cubicBezTo>
                <a:close/>
              </a:path>
            </a:pathLst>
          </a:custGeom>
          <a:solidFill>
            <a:srgbClr val="FDF5B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</p:txBody>
      </p:sp>
      <p:pic>
        <p:nvPicPr>
          <p:cNvPr id="622" name="Google Shape;622;p2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656759" y="472740"/>
            <a:ext cx="3020414" cy="720862"/>
          </a:xfrm>
          <a:prstGeom prst="rect">
            <a:avLst/>
          </a:prstGeom>
          <a:noFill/>
          <a:ln>
            <a:noFill/>
          </a:ln>
        </p:spPr>
      </p:pic>
      <p:sp>
        <p:nvSpPr>
          <p:cNvPr id="623" name="Google Shape;623;p24"/>
          <p:cNvSpPr txBox="1"/>
          <p:nvPr/>
        </p:nvSpPr>
        <p:spPr>
          <a:xfrm>
            <a:off x="2448549" y="1355265"/>
            <a:ext cx="12875648" cy="26591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00"/>
              <a:buFont typeface="Arial"/>
              <a:buNone/>
            </a:pPr>
            <a:r>
              <a:rPr lang="en-US" sz="9600" b="0" i="0" u="none" strike="noStrike" cap="none" dirty="0" err="1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人民币</a:t>
            </a:r>
            <a:r>
              <a:rPr lang="en-US" sz="96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8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n. </a:t>
            </a:r>
            <a:r>
              <a:rPr lang="en-US" sz="80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Rénmínbì</a:t>
            </a:r>
            <a:r>
              <a:rPr lang="en-US" sz="8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dirty="0"/>
          </a:p>
          <a:p>
            <a:pPr marL="0" marR="0" lvl="0" indent="0" algn="ctr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Arial"/>
              <a:buNone/>
            </a:pPr>
            <a:r>
              <a:rPr lang="en-US" sz="80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Renminbi；RMB</a:t>
            </a:r>
            <a:endParaRPr sz="9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24" name="Google Shape;624;p2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698455">
            <a:off x="14863540" y="-142294"/>
            <a:ext cx="3629501" cy="2412635"/>
          </a:xfrm>
          <a:prstGeom prst="rect">
            <a:avLst/>
          </a:prstGeom>
          <a:noFill/>
          <a:ln>
            <a:noFill/>
          </a:ln>
        </p:spPr>
      </p:pic>
      <p:pic>
        <p:nvPicPr>
          <p:cNvPr id="625" name="Google Shape;625;p2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803959">
            <a:off x="15680560" y="8048436"/>
            <a:ext cx="2122534" cy="1966751"/>
          </a:xfrm>
          <a:prstGeom prst="rect">
            <a:avLst/>
          </a:prstGeom>
          <a:noFill/>
          <a:ln>
            <a:noFill/>
          </a:ln>
        </p:spPr>
      </p:pic>
      <p:pic>
        <p:nvPicPr>
          <p:cNvPr id="626" name="Google Shape;626;p24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 rot="-442419">
            <a:off x="615416" y="8148284"/>
            <a:ext cx="2443041" cy="1959523"/>
          </a:xfrm>
          <a:prstGeom prst="rect">
            <a:avLst/>
          </a:prstGeom>
          <a:noFill/>
          <a:ln>
            <a:noFill/>
          </a:ln>
        </p:spPr>
      </p:pic>
      <p:pic>
        <p:nvPicPr>
          <p:cNvPr id="627" name="Google Shape;627;p24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 rot="-2627376">
            <a:off x="3071024" y="-96077"/>
            <a:ext cx="947383" cy="2122534"/>
          </a:xfrm>
          <a:prstGeom prst="rect">
            <a:avLst/>
          </a:prstGeom>
          <a:noFill/>
          <a:ln>
            <a:noFill/>
          </a:ln>
        </p:spPr>
      </p:pic>
      <p:sp>
        <p:nvSpPr>
          <p:cNvPr id="628" name="Google Shape;628;p24"/>
          <p:cNvSpPr txBox="1"/>
          <p:nvPr/>
        </p:nvSpPr>
        <p:spPr>
          <a:xfrm rot="791915">
            <a:off x="14573022" y="504334"/>
            <a:ext cx="4050280" cy="1630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68194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3600"/>
              <a:buFont typeface="Calibri"/>
              <a:buNone/>
            </a:pPr>
            <a:r>
              <a:rPr lang="en-US" sz="3600" b="1" i="0" u="none" strike="noStrike" cap="none">
                <a:solidFill>
                  <a:srgbClr val="2E2F30"/>
                </a:solidFill>
                <a:latin typeface="Calibri"/>
                <a:ea typeface="Calibri"/>
                <a:cs typeface="Calibri"/>
                <a:sym typeface="Calibri"/>
              </a:rPr>
              <a:t>生词 </a:t>
            </a:r>
            <a:endParaRPr sz="3600" b="1" i="0" u="none" strike="noStrike" cap="none">
              <a:solidFill>
                <a:srgbClr val="2E2F3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26145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4800"/>
              <a:buFont typeface="Arial"/>
              <a:buNone/>
            </a:pPr>
            <a:r>
              <a:rPr lang="en-US" sz="4800" b="1" i="0" u="none" strike="noStrike" cap="none">
                <a:solidFill>
                  <a:srgbClr val="2E2F30"/>
                </a:solidFill>
                <a:latin typeface="Arial"/>
                <a:ea typeface="Arial"/>
                <a:cs typeface="Arial"/>
                <a:sym typeface="Arial"/>
              </a:rPr>
              <a:t>New words</a:t>
            </a:r>
            <a:endParaRPr sz="4800" b="1" i="0" u="none" strike="noStrike" cap="none">
              <a:solidFill>
                <a:srgbClr val="2E2F3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29" name="Google Shape;629;p24" descr="Icon&#10;&#10;Description automatically generated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0058400" y="3974641"/>
            <a:ext cx="4884797" cy="4884797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pic>
        <p:nvPicPr>
          <p:cNvPr id="630" name="Google Shape;630;p24" descr="Calendar&#10;&#10;Description automatically generated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2819400" y="4104693"/>
            <a:ext cx="6618560" cy="441237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EC4"/>
        </a:solidFill>
        <a:effectLst/>
      </p:bgPr>
    </p:bg>
    <p:spTree>
      <p:nvGrpSpPr>
        <p:cNvPr id="1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p25"/>
          <p:cNvSpPr/>
          <p:nvPr/>
        </p:nvSpPr>
        <p:spPr>
          <a:xfrm>
            <a:off x="1478524" y="1866901"/>
            <a:ext cx="14478213" cy="7674374"/>
          </a:xfrm>
          <a:custGeom>
            <a:avLst/>
            <a:gdLst/>
            <a:ahLst/>
            <a:cxnLst/>
            <a:rect l="l" t="t" r="r" b="b"/>
            <a:pathLst>
              <a:path w="10825342" h="5776630" extrusionOk="0">
                <a:moveTo>
                  <a:pt x="278431" y="16918"/>
                </a:moveTo>
                <a:cubicBezTo>
                  <a:pt x="278431" y="16918"/>
                  <a:pt x="604014" y="12258"/>
                  <a:pt x="1062834" y="12454"/>
                </a:cubicBezTo>
                <a:cubicBezTo>
                  <a:pt x="8817733" y="12671"/>
                  <a:pt x="10551274" y="0"/>
                  <a:pt x="10551274" y="0"/>
                </a:cubicBezTo>
                <a:cubicBezTo>
                  <a:pt x="10618737" y="0"/>
                  <a:pt x="10694674" y="0"/>
                  <a:pt x="10773448" y="85073"/>
                </a:cubicBezTo>
                <a:cubicBezTo>
                  <a:pt x="10816426" y="131488"/>
                  <a:pt x="10817494" y="240224"/>
                  <a:pt x="10817899" y="320281"/>
                </a:cubicBezTo>
                <a:cubicBezTo>
                  <a:pt x="10817899" y="320281"/>
                  <a:pt x="10816195" y="4157017"/>
                  <a:pt x="10816195" y="5014045"/>
                </a:cubicBezTo>
                <a:cubicBezTo>
                  <a:pt x="10816195" y="5228205"/>
                  <a:pt x="10825342" y="5527383"/>
                  <a:pt x="10825342" y="5527383"/>
                </a:cubicBezTo>
                <a:cubicBezTo>
                  <a:pt x="10825342" y="5656052"/>
                  <a:pt x="10821173" y="5776630"/>
                  <a:pt x="10568335" y="5768495"/>
                </a:cubicBezTo>
                <a:cubicBezTo>
                  <a:pt x="10568335" y="5768495"/>
                  <a:pt x="10191862" y="5748197"/>
                  <a:pt x="9095459" y="5755795"/>
                </a:cubicBezTo>
                <a:cubicBezTo>
                  <a:pt x="2547822" y="5763930"/>
                  <a:pt x="304023" y="5776630"/>
                  <a:pt x="304023" y="5776630"/>
                </a:cubicBezTo>
                <a:cubicBezTo>
                  <a:pt x="132548" y="5776630"/>
                  <a:pt x="4213" y="5675561"/>
                  <a:pt x="8532" y="5473013"/>
                </a:cubicBezTo>
                <a:cubicBezTo>
                  <a:pt x="8532" y="5473013"/>
                  <a:pt x="9630" y="4974472"/>
                  <a:pt x="4815" y="1481678"/>
                </a:cubicBezTo>
                <a:cubicBezTo>
                  <a:pt x="0" y="663668"/>
                  <a:pt x="25592" y="330596"/>
                  <a:pt x="25592" y="330596"/>
                </a:cubicBezTo>
                <a:cubicBezTo>
                  <a:pt x="27224" y="150571"/>
                  <a:pt x="143504" y="16918"/>
                  <a:pt x="278431" y="16918"/>
                </a:cubicBezTo>
                <a:close/>
              </a:path>
            </a:pathLst>
          </a:custGeom>
          <a:solidFill>
            <a:srgbClr val="FFF3E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6" name="Google Shape;636;p25"/>
          <p:cNvSpPr/>
          <p:nvPr/>
        </p:nvSpPr>
        <p:spPr>
          <a:xfrm>
            <a:off x="2895600" y="744090"/>
            <a:ext cx="10921170" cy="2289864"/>
          </a:xfrm>
          <a:custGeom>
            <a:avLst/>
            <a:gdLst/>
            <a:ahLst/>
            <a:cxnLst/>
            <a:rect l="l" t="t" r="r" b="b"/>
            <a:pathLst>
              <a:path w="3443102" h="1144961" extrusionOk="0">
                <a:moveTo>
                  <a:pt x="2504203" y="1133773"/>
                </a:moveTo>
                <a:cubicBezTo>
                  <a:pt x="2504203" y="1133773"/>
                  <a:pt x="2084450" y="1144961"/>
                  <a:pt x="1621865" y="1142339"/>
                </a:cubicBezTo>
                <a:cubicBezTo>
                  <a:pt x="1584822" y="1140177"/>
                  <a:pt x="1057073" y="1132352"/>
                  <a:pt x="1057073" y="1132352"/>
                </a:cubicBezTo>
                <a:cubicBezTo>
                  <a:pt x="812931" y="1123518"/>
                  <a:pt x="565145" y="1106537"/>
                  <a:pt x="398404" y="1048359"/>
                </a:cubicBezTo>
                <a:cubicBezTo>
                  <a:pt x="120505" y="951398"/>
                  <a:pt x="0" y="773869"/>
                  <a:pt x="0" y="577261"/>
                </a:cubicBezTo>
                <a:lnTo>
                  <a:pt x="0" y="577259"/>
                </a:lnTo>
                <a:cubicBezTo>
                  <a:pt x="8536" y="440430"/>
                  <a:pt x="34263" y="311302"/>
                  <a:pt x="140291" y="225758"/>
                </a:cubicBezTo>
                <a:cubicBezTo>
                  <a:pt x="342602" y="62530"/>
                  <a:pt x="736658" y="7673"/>
                  <a:pt x="1155311" y="7673"/>
                </a:cubicBezTo>
                <a:cubicBezTo>
                  <a:pt x="1155311" y="7673"/>
                  <a:pt x="1551711" y="15681"/>
                  <a:pt x="1584822" y="7673"/>
                </a:cubicBezTo>
                <a:cubicBezTo>
                  <a:pt x="1865523" y="0"/>
                  <a:pt x="2329451" y="7673"/>
                  <a:pt x="2329451" y="7673"/>
                </a:cubicBezTo>
                <a:cubicBezTo>
                  <a:pt x="2697758" y="15152"/>
                  <a:pt x="3061071" y="84484"/>
                  <a:pt x="3258811" y="207066"/>
                </a:cubicBezTo>
                <a:cubicBezTo>
                  <a:pt x="3409828" y="300683"/>
                  <a:pt x="3443102" y="425358"/>
                  <a:pt x="3433962" y="577261"/>
                </a:cubicBezTo>
                <a:lnTo>
                  <a:pt x="3433962" y="577262"/>
                </a:lnTo>
                <a:cubicBezTo>
                  <a:pt x="3433962" y="891835"/>
                  <a:pt x="3150965" y="1105932"/>
                  <a:pt x="2504203" y="1133773"/>
                </a:cubicBezTo>
                <a:close/>
              </a:path>
            </a:pathLst>
          </a:custGeom>
          <a:solidFill>
            <a:srgbClr val="FDF5B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37" name="Google Shape;637;p2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656759" y="472740"/>
            <a:ext cx="3020414" cy="720862"/>
          </a:xfrm>
          <a:prstGeom prst="rect">
            <a:avLst/>
          </a:prstGeom>
          <a:noFill/>
          <a:ln>
            <a:noFill/>
          </a:ln>
        </p:spPr>
      </p:pic>
      <p:sp>
        <p:nvSpPr>
          <p:cNvPr id="638" name="Google Shape;638;p25"/>
          <p:cNvSpPr txBox="1"/>
          <p:nvPr/>
        </p:nvSpPr>
        <p:spPr>
          <a:xfrm>
            <a:off x="3667749" y="1541127"/>
            <a:ext cx="9819651" cy="9971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00"/>
              <a:buFont typeface="Arial"/>
              <a:buNone/>
            </a:pPr>
            <a:r>
              <a:rPr lang="en-US" sz="7200" b="0" i="0" u="none" strike="noStrike" cap="none" dirty="0" err="1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美元</a:t>
            </a:r>
            <a:r>
              <a:rPr lang="en-US" sz="72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6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n. </a:t>
            </a:r>
            <a:r>
              <a:rPr lang="en-US" sz="60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Měiyuán</a:t>
            </a:r>
            <a:r>
              <a:rPr lang="en-US" sz="6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US dollar</a:t>
            </a:r>
            <a:endParaRPr sz="7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39" name="Google Shape;639;p2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698455">
            <a:off x="14863540" y="-142294"/>
            <a:ext cx="3629501" cy="2412635"/>
          </a:xfrm>
          <a:prstGeom prst="rect">
            <a:avLst/>
          </a:prstGeom>
          <a:noFill/>
          <a:ln>
            <a:noFill/>
          </a:ln>
        </p:spPr>
      </p:pic>
      <p:pic>
        <p:nvPicPr>
          <p:cNvPr id="640" name="Google Shape;640;p2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803959">
            <a:off x="15680560" y="8048436"/>
            <a:ext cx="2122534" cy="1966751"/>
          </a:xfrm>
          <a:prstGeom prst="rect">
            <a:avLst/>
          </a:prstGeom>
          <a:noFill/>
          <a:ln>
            <a:noFill/>
          </a:ln>
        </p:spPr>
      </p:pic>
      <p:pic>
        <p:nvPicPr>
          <p:cNvPr id="641" name="Google Shape;641;p25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 rot="-442419">
            <a:off x="615416" y="8148284"/>
            <a:ext cx="2443041" cy="1959523"/>
          </a:xfrm>
          <a:prstGeom prst="rect">
            <a:avLst/>
          </a:prstGeom>
          <a:noFill/>
          <a:ln>
            <a:noFill/>
          </a:ln>
        </p:spPr>
      </p:pic>
      <p:pic>
        <p:nvPicPr>
          <p:cNvPr id="642" name="Google Shape;642;p25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 rot="-2627376">
            <a:off x="3250547" y="-310253"/>
            <a:ext cx="947383" cy="2122534"/>
          </a:xfrm>
          <a:prstGeom prst="rect">
            <a:avLst/>
          </a:prstGeom>
          <a:noFill/>
          <a:ln>
            <a:noFill/>
          </a:ln>
        </p:spPr>
      </p:pic>
      <p:sp>
        <p:nvSpPr>
          <p:cNvPr id="643" name="Google Shape;643;p25"/>
          <p:cNvSpPr txBox="1"/>
          <p:nvPr/>
        </p:nvSpPr>
        <p:spPr>
          <a:xfrm rot="791915">
            <a:off x="14573022" y="504334"/>
            <a:ext cx="4050280" cy="1630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68194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3600"/>
              <a:buFont typeface="Calibri"/>
              <a:buNone/>
            </a:pPr>
            <a:r>
              <a:rPr lang="en-US" sz="3600" b="1" i="0" u="none" strike="noStrike" cap="none">
                <a:solidFill>
                  <a:srgbClr val="2E2F30"/>
                </a:solidFill>
                <a:latin typeface="Calibri"/>
                <a:ea typeface="Calibri"/>
                <a:cs typeface="Calibri"/>
                <a:sym typeface="Calibri"/>
              </a:rPr>
              <a:t>生词 </a:t>
            </a:r>
            <a:endParaRPr sz="3600" b="1" i="0" u="none" strike="noStrike" cap="none">
              <a:solidFill>
                <a:srgbClr val="2E2F3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26145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4800"/>
              <a:buFont typeface="Arial"/>
              <a:buNone/>
            </a:pPr>
            <a:r>
              <a:rPr lang="en-US" sz="4800" b="1" i="0" u="none" strike="noStrike" cap="none">
                <a:solidFill>
                  <a:srgbClr val="2E2F30"/>
                </a:solidFill>
                <a:latin typeface="Arial"/>
                <a:ea typeface="Arial"/>
                <a:cs typeface="Arial"/>
                <a:sym typeface="Arial"/>
              </a:rPr>
              <a:t>New words</a:t>
            </a:r>
            <a:endParaRPr sz="4800" b="1" i="0" u="none" strike="noStrike" cap="none">
              <a:solidFill>
                <a:srgbClr val="2E2F3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44" name="Google Shape;644;p25" descr="Icon&#10;&#10;Description automatically generated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2556437" y="3384858"/>
            <a:ext cx="4799044" cy="4799044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pic>
        <p:nvPicPr>
          <p:cNvPr id="645" name="Google Shape;645;p25" descr="A picture containing text, newspaper&#10;&#10;Description automatically generated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009883" y="3974640"/>
            <a:ext cx="7353411" cy="42037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EC4"/>
        </a:solidFill>
        <a:effectLst/>
      </p:bgPr>
    </p:bg>
    <p:spTree>
      <p:nvGrpSpPr>
        <p:cNvPr id="1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Google Shape;650;p26"/>
          <p:cNvSpPr/>
          <p:nvPr/>
        </p:nvSpPr>
        <p:spPr>
          <a:xfrm>
            <a:off x="1478524" y="1866901"/>
            <a:ext cx="14478213" cy="7674374"/>
          </a:xfrm>
          <a:custGeom>
            <a:avLst/>
            <a:gdLst/>
            <a:ahLst/>
            <a:cxnLst/>
            <a:rect l="l" t="t" r="r" b="b"/>
            <a:pathLst>
              <a:path w="10825342" h="5776630" extrusionOk="0">
                <a:moveTo>
                  <a:pt x="278431" y="16918"/>
                </a:moveTo>
                <a:cubicBezTo>
                  <a:pt x="278431" y="16918"/>
                  <a:pt x="604014" y="12258"/>
                  <a:pt x="1062834" y="12454"/>
                </a:cubicBezTo>
                <a:cubicBezTo>
                  <a:pt x="8817733" y="12671"/>
                  <a:pt x="10551274" y="0"/>
                  <a:pt x="10551274" y="0"/>
                </a:cubicBezTo>
                <a:cubicBezTo>
                  <a:pt x="10618737" y="0"/>
                  <a:pt x="10694674" y="0"/>
                  <a:pt x="10773448" y="85073"/>
                </a:cubicBezTo>
                <a:cubicBezTo>
                  <a:pt x="10816426" y="131488"/>
                  <a:pt x="10817494" y="240224"/>
                  <a:pt x="10817899" y="320281"/>
                </a:cubicBezTo>
                <a:cubicBezTo>
                  <a:pt x="10817899" y="320281"/>
                  <a:pt x="10816195" y="4157017"/>
                  <a:pt x="10816195" y="5014045"/>
                </a:cubicBezTo>
                <a:cubicBezTo>
                  <a:pt x="10816195" y="5228205"/>
                  <a:pt x="10825342" y="5527383"/>
                  <a:pt x="10825342" y="5527383"/>
                </a:cubicBezTo>
                <a:cubicBezTo>
                  <a:pt x="10825342" y="5656052"/>
                  <a:pt x="10821173" y="5776630"/>
                  <a:pt x="10568335" y="5768495"/>
                </a:cubicBezTo>
                <a:cubicBezTo>
                  <a:pt x="10568335" y="5768495"/>
                  <a:pt x="10191862" y="5748197"/>
                  <a:pt x="9095459" y="5755795"/>
                </a:cubicBezTo>
                <a:cubicBezTo>
                  <a:pt x="2547822" y="5763930"/>
                  <a:pt x="304023" y="5776630"/>
                  <a:pt x="304023" y="5776630"/>
                </a:cubicBezTo>
                <a:cubicBezTo>
                  <a:pt x="132548" y="5776630"/>
                  <a:pt x="4213" y="5675561"/>
                  <a:pt x="8532" y="5473013"/>
                </a:cubicBezTo>
                <a:cubicBezTo>
                  <a:pt x="8532" y="5473013"/>
                  <a:pt x="9630" y="4974472"/>
                  <a:pt x="4815" y="1481678"/>
                </a:cubicBezTo>
                <a:cubicBezTo>
                  <a:pt x="0" y="663668"/>
                  <a:pt x="25592" y="330596"/>
                  <a:pt x="25592" y="330596"/>
                </a:cubicBezTo>
                <a:cubicBezTo>
                  <a:pt x="27224" y="150571"/>
                  <a:pt x="143504" y="16918"/>
                  <a:pt x="278431" y="16918"/>
                </a:cubicBezTo>
                <a:close/>
              </a:path>
            </a:pathLst>
          </a:custGeom>
          <a:solidFill>
            <a:srgbClr val="FFF3E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1" name="Google Shape;651;p26"/>
          <p:cNvSpPr/>
          <p:nvPr/>
        </p:nvSpPr>
        <p:spPr>
          <a:xfrm>
            <a:off x="2895599" y="744090"/>
            <a:ext cx="11761859" cy="2675440"/>
          </a:xfrm>
          <a:custGeom>
            <a:avLst/>
            <a:gdLst/>
            <a:ahLst/>
            <a:cxnLst/>
            <a:rect l="l" t="t" r="r" b="b"/>
            <a:pathLst>
              <a:path w="3443102" h="1144961" extrusionOk="0">
                <a:moveTo>
                  <a:pt x="2504203" y="1133773"/>
                </a:moveTo>
                <a:cubicBezTo>
                  <a:pt x="2504203" y="1133773"/>
                  <a:pt x="2084450" y="1144961"/>
                  <a:pt x="1621865" y="1142339"/>
                </a:cubicBezTo>
                <a:cubicBezTo>
                  <a:pt x="1584822" y="1140177"/>
                  <a:pt x="1057073" y="1132352"/>
                  <a:pt x="1057073" y="1132352"/>
                </a:cubicBezTo>
                <a:cubicBezTo>
                  <a:pt x="812931" y="1123518"/>
                  <a:pt x="565145" y="1106537"/>
                  <a:pt x="398404" y="1048359"/>
                </a:cubicBezTo>
                <a:cubicBezTo>
                  <a:pt x="120505" y="951398"/>
                  <a:pt x="0" y="773869"/>
                  <a:pt x="0" y="577261"/>
                </a:cubicBezTo>
                <a:lnTo>
                  <a:pt x="0" y="577259"/>
                </a:lnTo>
                <a:cubicBezTo>
                  <a:pt x="8536" y="440430"/>
                  <a:pt x="34263" y="311302"/>
                  <a:pt x="140291" y="225758"/>
                </a:cubicBezTo>
                <a:cubicBezTo>
                  <a:pt x="342602" y="62530"/>
                  <a:pt x="736658" y="7673"/>
                  <a:pt x="1155311" y="7673"/>
                </a:cubicBezTo>
                <a:cubicBezTo>
                  <a:pt x="1155311" y="7673"/>
                  <a:pt x="1551711" y="15681"/>
                  <a:pt x="1584822" y="7673"/>
                </a:cubicBezTo>
                <a:cubicBezTo>
                  <a:pt x="1865523" y="0"/>
                  <a:pt x="2329451" y="7673"/>
                  <a:pt x="2329451" y="7673"/>
                </a:cubicBezTo>
                <a:cubicBezTo>
                  <a:pt x="2697758" y="15152"/>
                  <a:pt x="3061071" y="84484"/>
                  <a:pt x="3258811" y="207066"/>
                </a:cubicBezTo>
                <a:cubicBezTo>
                  <a:pt x="3409828" y="300683"/>
                  <a:pt x="3443102" y="425358"/>
                  <a:pt x="3433962" y="577261"/>
                </a:cubicBezTo>
                <a:lnTo>
                  <a:pt x="3433962" y="577262"/>
                </a:lnTo>
                <a:cubicBezTo>
                  <a:pt x="3433962" y="891835"/>
                  <a:pt x="3150965" y="1105932"/>
                  <a:pt x="2504203" y="1133773"/>
                </a:cubicBezTo>
                <a:close/>
              </a:path>
            </a:pathLst>
          </a:custGeom>
          <a:solidFill>
            <a:srgbClr val="FDF5B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52" name="Google Shape;652;p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656759" y="472740"/>
            <a:ext cx="3020414" cy="720862"/>
          </a:xfrm>
          <a:prstGeom prst="rect">
            <a:avLst/>
          </a:prstGeom>
          <a:noFill/>
          <a:ln>
            <a:noFill/>
          </a:ln>
        </p:spPr>
      </p:pic>
      <p:sp>
        <p:nvSpPr>
          <p:cNvPr id="653" name="Google Shape;653;p26"/>
          <p:cNvSpPr txBox="1"/>
          <p:nvPr/>
        </p:nvSpPr>
        <p:spPr>
          <a:xfrm>
            <a:off x="4203736" y="1582821"/>
            <a:ext cx="10670816" cy="1329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00"/>
              <a:buFont typeface="Arial"/>
              <a:buNone/>
            </a:pPr>
            <a:r>
              <a:rPr lang="en-US" sz="9600" b="0" i="0" u="none" strike="noStrike" cap="none" dirty="0" err="1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泰铢</a:t>
            </a:r>
            <a:r>
              <a:rPr lang="en-US" sz="9600" b="0" i="0" u="none" strike="noStrike" cap="none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 </a:t>
            </a:r>
            <a:r>
              <a:rPr lang="en-US" sz="8000" b="0" i="0" u="none" strike="noStrike" cap="none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n. </a:t>
            </a:r>
            <a:r>
              <a:rPr lang="en-US" sz="8000" b="0" i="0" u="none" strike="noStrike" cap="none" dirty="0" err="1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Tàizhū</a:t>
            </a:r>
            <a:r>
              <a:rPr lang="en-US" sz="8000" b="0" i="0" u="none" strike="noStrike" cap="none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 Baht</a:t>
            </a:r>
            <a:endParaRPr sz="9600" b="0" i="0" u="none" strike="noStrike" cap="none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  <a:sym typeface="Arial"/>
            </a:endParaRPr>
          </a:p>
        </p:txBody>
      </p:sp>
      <p:pic>
        <p:nvPicPr>
          <p:cNvPr id="654" name="Google Shape;654;p2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698455">
            <a:off x="14863540" y="-142294"/>
            <a:ext cx="3629501" cy="2412635"/>
          </a:xfrm>
          <a:prstGeom prst="rect">
            <a:avLst/>
          </a:prstGeom>
          <a:noFill/>
          <a:ln>
            <a:noFill/>
          </a:ln>
        </p:spPr>
      </p:pic>
      <p:pic>
        <p:nvPicPr>
          <p:cNvPr id="655" name="Google Shape;655;p2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803959">
            <a:off x="15680560" y="8048436"/>
            <a:ext cx="2122534" cy="1966751"/>
          </a:xfrm>
          <a:prstGeom prst="rect">
            <a:avLst/>
          </a:prstGeom>
          <a:noFill/>
          <a:ln>
            <a:noFill/>
          </a:ln>
        </p:spPr>
      </p:pic>
      <p:pic>
        <p:nvPicPr>
          <p:cNvPr id="656" name="Google Shape;656;p26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 rot="-442419">
            <a:off x="615416" y="8148284"/>
            <a:ext cx="2443041" cy="1959523"/>
          </a:xfrm>
          <a:prstGeom prst="rect">
            <a:avLst/>
          </a:prstGeom>
          <a:noFill/>
          <a:ln>
            <a:noFill/>
          </a:ln>
        </p:spPr>
      </p:pic>
      <p:pic>
        <p:nvPicPr>
          <p:cNvPr id="657" name="Google Shape;657;p26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 rot="-2627376">
            <a:off x="3071024" y="-96077"/>
            <a:ext cx="947383" cy="2122534"/>
          </a:xfrm>
          <a:prstGeom prst="rect">
            <a:avLst/>
          </a:prstGeom>
          <a:noFill/>
          <a:ln>
            <a:noFill/>
          </a:ln>
        </p:spPr>
      </p:pic>
      <p:sp>
        <p:nvSpPr>
          <p:cNvPr id="658" name="Google Shape;658;p26"/>
          <p:cNvSpPr txBox="1"/>
          <p:nvPr/>
        </p:nvSpPr>
        <p:spPr>
          <a:xfrm rot="791915">
            <a:off x="14573022" y="504334"/>
            <a:ext cx="4050280" cy="1630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68194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3600"/>
              <a:buFont typeface="Calibri"/>
              <a:buNone/>
            </a:pPr>
            <a:r>
              <a:rPr lang="en-US" sz="3600" b="1" i="0" u="none" strike="noStrike" cap="none">
                <a:solidFill>
                  <a:srgbClr val="2E2F30"/>
                </a:solidFill>
                <a:latin typeface="Calibri"/>
                <a:ea typeface="Calibri"/>
                <a:cs typeface="Calibri"/>
                <a:sym typeface="Calibri"/>
              </a:rPr>
              <a:t>生词 </a:t>
            </a:r>
            <a:endParaRPr sz="3600" b="1" i="0" u="none" strike="noStrike" cap="none">
              <a:solidFill>
                <a:srgbClr val="2E2F3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26145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4800"/>
              <a:buFont typeface="Arial"/>
              <a:buNone/>
            </a:pPr>
            <a:r>
              <a:rPr lang="en-US" sz="4800" b="1" i="0" u="none" strike="noStrike" cap="none">
                <a:solidFill>
                  <a:srgbClr val="2E2F30"/>
                </a:solidFill>
                <a:latin typeface="Arial"/>
                <a:ea typeface="Arial"/>
                <a:cs typeface="Arial"/>
                <a:sym typeface="Arial"/>
              </a:rPr>
              <a:t>New words</a:t>
            </a:r>
            <a:endParaRPr sz="4800" b="1" i="0" u="none" strike="noStrike" cap="none">
              <a:solidFill>
                <a:srgbClr val="2E2F3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59" name="Google Shape;659;p26" descr="Icon&#10;&#10;Description automatically generated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0088731" y="3554957"/>
            <a:ext cx="5235466" cy="5235466"/>
          </a:xfrm>
          <a:prstGeom prst="rect">
            <a:avLst/>
          </a:prstGeom>
          <a:noFill/>
          <a:ln>
            <a:noFill/>
          </a:ln>
        </p:spPr>
      </p:pic>
      <p:pic>
        <p:nvPicPr>
          <p:cNvPr id="660" name="Google Shape;660;p26" descr="Text&#10;&#10;Description automatically generated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2773728" y="4092829"/>
            <a:ext cx="6370272" cy="4246848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EC4"/>
        </a:solidFill>
        <a:effectLst/>
      </p:bgPr>
    </p:bg>
    <p:spTree>
      <p:nvGrpSpPr>
        <p:cNvPr id="1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" name="Google Shape;665;p27"/>
          <p:cNvSpPr/>
          <p:nvPr/>
        </p:nvSpPr>
        <p:spPr>
          <a:xfrm>
            <a:off x="1478524" y="1866901"/>
            <a:ext cx="14478213" cy="7674374"/>
          </a:xfrm>
          <a:custGeom>
            <a:avLst/>
            <a:gdLst/>
            <a:ahLst/>
            <a:cxnLst/>
            <a:rect l="l" t="t" r="r" b="b"/>
            <a:pathLst>
              <a:path w="10825342" h="5776630" extrusionOk="0">
                <a:moveTo>
                  <a:pt x="278431" y="16918"/>
                </a:moveTo>
                <a:cubicBezTo>
                  <a:pt x="278431" y="16918"/>
                  <a:pt x="604014" y="12258"/>
                  <a:pt x="1062834" y="12454"/>
                </a:cubicBezTo>
                <a:cubicBezTo>
                  <a:pt x="8817733" y="12671"/>
                  <a:pt x="10551274" y="0"/>
                  <a:pt x="10551274" y="0"/>
                </a:cubicBezTo>
                <a:cubicBezTo>
                  <a:pt x="10618737" y="0"/>
                  <a:pt x="10694674" y="0"/>
                  <a:pt x="10773448" y="85073"/>
                </a:cubicBezTo>
                <a:cubicBezTo>
                  <a:pt x="10816426" y="131488"/>
                  <a:pt x="10817494" y="240224"/>
                  <a:pt x="10817899" y="320281"/>
                </a:cubicBezTo>
                <a:cubicBezTo>
                  <a:pt x="10817899" y="320281"/>
                  <a:pt x="10816195" y="4157017"/>
                  <a:pt x="10816195" y="5014045"/>
                </a:cubicBezTo>
                <a:cubicBezTo>
                  <a:pt x="10816195" y="5228205"/>
                  <a:pt x="10825342" y="5527383"/>
                  <a:pt x="10825342" y="5527383"/>
                </a:cubicBezTo>
                <a:cubicBezTo>
                  <a:pt x="10825342" y="5656052"/>
                  <a:pt x="10821173" y="5776630"/>
                  <a:pt x="10568335" y="5768495"/>
                </a:cubicBezTo>
                <a:cubicBezTo>
                  <a:pt x="10568335" y="5768495"/>
                  <a:pt x="10191862" y="5748197"/>
                  <a:pt x="9095459" y="5755795"/>
                </a:cubicBezTo>
                <a:cubicBezTo>
                  <a:pt x="2547822" y="5763930"/>
                  <a:pt x="304023" y="5776630"/>
                  <a:pt x="304023" y="5776630"/>
                </a:cubicBezTo>
                <a:cubicBezTo>
                  <a:pt x="132548" y="5776630"/>
                  <a:pt x="4213" y="5675561"/>
                  <a:pt x="8532" y="5473013"/>
                </a:cubicBezTo>
                <a:cubicBezTo>
                  <a:pt x="8532" y="5473013"/>
                  <a:pt x="9630" y="4974472"/>
                  <a:pt x="4815" y="1481678"/>
                </a:cubicBezTo>
                <a:cubicBezTo>
                  <a:pt x="0" y="663668"/>
                  <a:pt x="25592" y="330596"/>
                  <a:pt x="25592" y="330596"/>
                </a:cubicBezTo>
                <a:cubicBezTo>
                  <a:pt x="27224" y="150571"/>
                  <a:pt x="143504" y="16918"/>
                  <a:pt x="278431" y="16918"/>
                </a:cubicBezTo>
                <a:close/>
              </a:path>
            </a:pathLst>
          </a:custGeom>
          <a:solidFill>
            <a:srgbClr val="FFF3E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6" name="Google Shape;666;p27"/>
          <p:cNvSpPr/>
          <p:nvPr/>
        </p:nvSpPr>
        <p:spPr>
          <a:xfrm>
            <a:off x="2895599" y="744090"/>
            <a:ext cx="12387943" cy="2512290"/>
          </a:xfrm>
          <a:custGeom>
            <a:avLst/>
            <a:gdLst/>
            <a:ahLst/>
            <a:cxnLst/>
            <a:rect l="l" t="t" r="r" b="b"/>
            <a:pathLst>
              <a:path w="3443102" h="1144961" extrusionOk="0">
                <a:moveTo>
                  <a:pt x="2504203" y="1133773"/>
                </a:moveTo>
                <a:cubicBezTo>
                  <a:pt x="2504203" y="1133773"/>
                  <a:pt x="2084450" y="1144961"/>
                  <a:pt x="1621865" y="1142339"/>
                </a:cubicBezTo>
                <a:cubicBezTo>
                  <a:pt x="1584822" y="1140177"/>
                  <a:pt x="1057073" y="1132352"/>
                  <a:pt x="1057073" y="1132352"/>
                </a:cubicBezTo>
                <a:cubicBezTo>
                  <a:pt x="812931" y="1123518"/>
                  <a:pt x="565145" y="1106537"/>
                  <a:pt x="398404" y="1048359"/>
                </a:cubicBezTo>
                <a:cubicBezTo>
                  <a:pt x="120505" y="951398"/>
                  <a:pt x="0" y="773869"/>
                  <a:pt x="0" y="577261"/>
                </a:cubicBezTo>
                <a:lnTo>
                  <a:pt x="0" y="577259"/>
                </a:lnTo>
                <a:cubicBezTo>
                  <a:pt x="8536" y="440430"/>
                  <a:pt x="34263" y="311302"/>
                  <a:pt x="140291" y="225758"/>
                </a:cubicBezTo>
                <a:cubicBezTo>
                  <a:pt x="342602" y="62530"/>
                  <a:pt x="736658" y="7673"/>
                  <a:pt x="1155311" y="7673"/>
                </a:cubicBezTo>
                <a:cubicBezTo>
                  <a:pt x="1155311" y="7673"/>
                  <a:pt x="1551711" y="15681"/>
                  <a:pt x="1584822" y="7673"/>
                </a:cubicBezTo>
                <a:cubicBezTo>
                  <a:pt x="1865523" y="0"/>
                  <a:pt x="2329451" y="7673"/>
                  <a:pt x="2329451" y="7673"/>
                </a:cubicBezTo>
                <a:cubicBezTo>
                  <a:pt x="2697758" y="15152"/>
                  <a:pt x="3061071" y="84484"/>
                  <a:pt x="3258811" y="207066"/>
                </a:cubicBezTo>
                <a:cubicBezTo>
                  <a:pt x="3409828" y="300683"/>
                  <a:pt x="3443102" y="425358"/>
                  <a:pt x="3433962" y="577261"/>
                </a:cubicBezTo>
                <a:lnTo>
                  <a:pt x="3433962" y="577262"/>
                </a:lnTo>
                <a:cubicBezTo>
                  <a:pt x="3433962" y="891835"/>
                  <a:pt x="3150965" y="1105932"/>
                  <a:pt x="2504203" y="1133773"/>
                </a:cubicBezTo>
                <a:close/>
              </a:path>
            </a:pathLst>
          </a:custGeom>
          <a:solidFill>
            <a:srgbClr val="FDF5B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67" name="Google Shape;667;p2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656759" y="472740"/>
            <a:ext cx="3020414" cy="720862"/>
          </a:xfrm>
          <a:prstGeom prst="rect">
            <a:avLst/>
          </a:prstGeom>
          <a:noFill/>
          <a:ln>
            <a:noFill/>
          </a:ln>
        </p:spPr>
      </p:pic>
      <p:sp>
        <p:nvSpPr>
          <p:cNvPr id="668" name="Google Shape;668;p27"/>
          <p:cNvSpPr txBox="1"/>
          <p:nvPr/>
        </p:nvSpPr>
        <p:spPr>
          <a:xfrm>
            <a:off x="4734549" y="1511722"/>
            <a:ext cx="10177114" cy="13272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7513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00"/>
              <a:buFont typeface="Arial"/>
              <a:buNone/>
            </a:pPr>
            <a:r>
              <a:rPr lang="en-US" sz="9600" b="0" i="0" u="none" strike="noStrike" cap="none" dirty="0" err="1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欧元</a:t>
            </a:r>
            <a:r>
              <a:rPr lang="en-US" sz="96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8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n. </a:t>
            </a:r>
            <a:r>
              <a:rPr lang="en-US" sz="115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ō</a:t>
            </a:r>
            <a:r>
              <a:rPr lang="en-US" sz="80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uyuán</a:t>
            </a:r>
            <a:r>
              <a:rPr lang="en-US" sz="8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Euro</a:t>
            </a:r>
            <a:endParaRPr sz="9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69" name="Google Shape;669;p2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698455">
            <a:off x="14863540" y="-142294"/>
            <a:ext cx="3629501" cy="2412635"/>
          </a:xfrm>
          <a:prstGeom prst="rect">
            <a:avLst/>
          </a:prstGeom>
          <a:noFill/>
          <a:ln>
            <a:noFill/>
          </a:ln>
        </p:spPr>
      </p:pic>
      <p:pic>
        <p:nvPicPr>
          <p:cNvPr id="670" name="Google Shape;670;p27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803959">
            <a:off x="15680560" y="8048436"/>
            <a:ext cx="2122534" cy="1966751"/>
          </a:xfrm>
          <a:prstGeom prst="rect">
            <a:avLst/>
          </a:prstGeom>
          <a:noFill/>
          <a:ln>
            <a:noFill/>
          </a:ln>
        </p:spPr>
      </p:pic>
      <p:pic>
        <p:nvPicPr>
          <p:cNvPr id="671" name="Google Shape;671;p27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 rot="-442419">
            <a:off x="615416" y="8148284"/>
            <a:ext cx="2443041" cy="1959523"/>
          </a:xfrm>
          <a:prstGeom prst="rect">
            <a:avLst/>
          </a:prstGeom>
          <a:noFill/>
          <a:ln>
            <a:noFill/>
          </a:ln>
        </p:spPr>
      </p:pic>
      <p:pic>
        <p:nvPicPr>
          <p:cNvPr id="672" name="Google Shape;672;p27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 rot="-2627376">
            <a:off x="3071024" y="-96077"/>
            <a:ext cx="947383" cy="2122534"/>
          </a:xfrm>
          <a:prstGeom prst="rect">
            <a:avLst/>
          </a:prstGeom>
          <a:noFill/>
          <a:ln>
            <a:noFill/>
          </a:ln>
        </p:spPr>
      </p:pic>
      <p:sp>
        <p:nvSpPr>
          <p:cNvPr id="673" name="Google Shape;673;p27"/>
          <p:cNvSpPr txBox="1"/>
          <p:nvPr/>
        </p:nvSpPr>
        <p:spPr>
          <a:xfrm rot="791915">
            <a:off x="14573022" y="504334"/>
            <a:ext cx="4050280" cy="1630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68194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3600"/>
              <a:buFont typeface="Calibri"/>
              <a:buNone/>
            </a:pPr>
            <a:r>
              <a:rPr lang="en-US" sz="3600" b="1" i="0" u="none" strike="noStrike" cap="none">
                <a:solidFill>
                  <a:srgbClr val="2E2F30"/>
                </a:solidFill>
                <a:latin typeface="Calibri"/>
                <a:ea typeface="Calibri"/>
                <a:cs typeface="Calibri"/>
                <a:sym typeface="Calibri"/>
              </a:rPr>
              <a:t>生词 </a:t>
            </a:r>
            <a:endParaRPr sz="3600" b="1" i="0" u="none" strike="noStrike" cap="none">
              <a:solidFill>
                <a:srgbClr val="2E2F3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26145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4800"/>
              <a:buFont typeface="Arial"/>
              <a:buNone/>
            </a:pPr>
            <a:r>
              <a:rPr lang="en-US" sz="4800" b="1" i="0" u="none" strike="noStrike" cap="none">
                <a:solidFill>
                  <a:srgbClr val="2E2F30"/>
                </a:solidFill>
                <a:latin typeface="Arial"/>
                <a:ea typeface="Arial"/>
                <a:cs typeface="Arial"/>
                <a:sym typeface="Arial"/>
              </a:rPr>
              <a:t>New words</a:t>
            </a:r>
            <a:endParaRPr sz="4800" b="1" i="0" u="none" strike="noStrike" cap="none">
              <a:solidFill>
                <a:srgbClr val="2E2F3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74" name="Google Shape;674;p27" descr="Icon&#10;&#10;Description automatically generated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3174098" y="3824287"/>
            <a:ext cx="4595812" cy="4595812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pic>
        <p:nvPicPr>
          <p:cNvPr id="675" name="Google Shape;675;p27" descr="A picture containing text&#10;&#10;Description automatically generated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814984" y="4387389"/>
            <a:ext cx="6096679" cy="341414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EC4"/>
        </a:solidFill>
        <a:effectLst/>
      </p:bgPr>
    </p:bg>
    <p:spTree>
      <p:nvGrpSpPr>
        <p:cNvPr id="1" name="Shape 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Google Shape;680;p28"/>
          <p:cNvSpPr/>
          <p:nvPr/>
        </p:nvSpPr>
        <p:spPr>
          <a:xfrm>
            <a:off x="1478524" y="1866901"/>
            <a:ext cx="14478213" cy="7674374"/>
          </a:xfrm>
          <a:custGeom>
            <a:avLst/>
            <a:gdLst/>
            <a:ahLst/>
            <a:cxnLst/>
            <a:rect l="l" t="t" r="r" b="b"/>
            <a:pathLst>
              <a:path w="10825342" h="5776630" extrusionOk="0">
                <a:moveTo>
                  <a:pt x="278431" y="16918"/>
                </a:moveTo>
                <a:cubicBezTo>
                  <a:pt x="278431" y="16918"/>
                  <a:pt x="604014" y="12258"/>
                  <a:pt x="1062834" y="12454"/>
                </a:cubicBezTo>
                <a:cubicBezTo>
                  <a:pt x="8817733" y="12671"/>
                  <a:pt x="10551274" y="0"/>
                  <a:pt x="10551274" y="0"/>
                </a:cubicBezTo>
                <a:cubicBezTo>
                  <a:pt x="10618737" y="0"/>
                  <a:pt x="10694674" y="0"/>
                  <a:pt x="10773448" y="85073"/>
                </a:cubicBezTo>
                <a:cubicBezTo>
                  <a:pt x="10816426" y="131488"/>
                  <a:pt x="10817494" y="240224"/>
                  <a:pt x="10817899" y="320281"/>
                </a:cubicBezTo>
                <a:cubicBezTo>
                  <a:pt x="10817899" y="320281"/>
                  <a:pt x="10816195" y="4157017"/>
                  <a:pt x="10816195" y="5014045"/>
                </a:cubicBezTo>
                <a:cubicBezTo>
                  <a:pt x="10816195" y="5228205"/>
                  <a:pt x="10825342" y="5527383"/>
                  <a:pt x="10825342" y="5527383"/>
                </a:cubicBezTo>
                <a:cubicBezTo>
                  <a:pt x="10825342" y="5656052"/>
                  <a:pt x="10821173" y="5776630"/>
                  <a:pt x="10568335" y="5768495"/>
                </a:cubicBezTo>
                <a:cubicBezTo>
                  <a:pt x="10568335" y="5768495"/>
                  <a:pt x="10191862" y="5748197"/>
                  <a:pt x="9095459" y="5755795"/>
                </a:cubicBezTo>
                <a:cubicBezTo>
                  <a:pt x="2547822" y="5763930"/>
                  <a:pt x="304023" y="5776630"/>
                  <a:pt x="304023" y="5776630"/>
                </a:cubicBezTo>
                <a:cubicBezTo>
                  <a:pt x="132548" y="5776630"/>
                  <a:pt x="4213" y="5675561"/>
                  <a:pt x="8532" y="5473013"/>
                </a:cubicBezTo>
                <a:cubicBezTo>
                  <a:pt x="8532" y="5473013"/>
                  <a:pt x="9630" y="4974472"/>
                  <a:pt x="4815" y="1481678"/>
                </a:cubicBezTo>
                <a:cubicBezTo>
                  <a:pt x="0" y="663668"/>
                  <a:pt x="25592" y="330596"/>
                  <a:pt x="25592" y="330596"/>
                </a:cubicBezTo>
                <a:cubicBezTo>
                  <a:pt x="27224" y="150571"/>
                  <a:pt x="143504" y="16918"/>
                  <a:pt x="278431" y="16918"/>
                </a:cubicBezTo>
                <a:close/>
              </a:path>
            </a:pathLst>
          </a:custGeom>
          <a:solidFill>
            <a:srgbClr val="FFF3E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1" name="Google Shape;681;p28"/>
          <p:cNvSpPr/>
          <p:nvPr/>
        </p:nvSpPr>
        <p:spPr>
          <a:xfrm>
            <a:off x="2895600" y="744090"/>
            <a:ext cx="10921170" cy="2289864"/>
          </a:xfrm>
          <a:custGeom>
            <a:avLst/>
            <a:gdLst/>
            <a:ahLst/>
            <a:cxnLst/>
            <a:rect l="l" t="t" r="r" b="b"/>
            <a:pathLst>
              <a:path w="3443102" h="1144961" extrusionOk="0">
                <a:moveTo>
                  <a:pt x="2504203" y="1133773"/>
                </a:moveTo>
                <a:cubicBezTo>
                  <a:pt x="2504203" y="1133773"/>
                  <a:pt x="2084450" y="1144961"/>
                  <a:pt x="1621865" y="1142339"/>
                </a:cubicBezTo>
                <a:cubicBezTo>
                  <a:pt x="1584822" y="1140177"/>
                  <a:pt x="1057073" y="1132352"/>
                  <a:pt x="1057073" y="1132352"/>
                </a:cubicBezTo>
                <a:cubicBezTo>
                  <a:pt x="812931" y="1123518"/>
                  <a:pt x="565145" y="1106537"/>
                  <a:pt x="398404" y="1048359"/>
                </a:cubicBezTo>
                <a:cubicBezTo>
                  <a:pt x="120505" y="951398"/>
                  <a:pt x="0" y="773869"/>
                  <a:pt x="0" y="577261"/>
                </a:cubicBezTo>
                <a:lnTo>
                  <a:pt x="0" y="577259"/>
                </a:lnTo>
                <a:cubicBezTo>
                  <a:pt x="8536" y="440430"/>
                  <a:pt x="34263" y="311302"/>
                  <a:pt x="140291" y="225758"/>
                </a:cubicBezTo>
                <a:cubicBezTo>
                  <a:pt x="342602" y="62530"/>
                  <a:pt x="736658" y="7673"/>
                  <a:pt x="1155311" y="7673"/>
                </a:cubicBezTo>
                <a:cubicBezTo>
                  <a:pt x="1155311" y="7673"/>
                  <a:pt x="1551711" y="15681"/>
                  <a:pt x="1584822" y="7673"/>
                </a:cubicBezTo>
                <a:cubicBezTo>
                  <a:pt x="1865523" y="0"/>
                  <a:pt x="2329451" y="7673"/>
                  <a:pt x="2329451" y="7673"/>
                </a:cubicBezTo>
                <a:cubicBezTo>
                  <a:pt x="2697758" y="15152"/>
                  <a:pt x="3061071" y="84484"/>
                  <a:pt x="3258811" y="207066"/>
                </a:cubicBezTo>
                <a:cubicBezTo>
                  <a:pt x="3409828" y="300683"/>
                  <a:pt x="3443102" y="425358"/>
                  <a:pt x="3433962" y="577261"/>
                </a:cubicBezTo>
                <a:lnTo>
                  <a:pt x="3433962" y="577262"/>
                </a:lnTo>
                <a:cubicBezTo>
                  <a:pt x="3433962" y="891835"/>
                  <a:pt x="3150965" y="1105932"/>
                  <a:pt x="2504203" y="1133773"/>
                </a:cubicBezTo>
                <a:close/>
              </a:path>
            </a:pathLst>
          </a:custGeom>
          <a:solidFill>
            <a:srgbClr val="FDF5B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82" name="Google Shape;682;p2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656759" y="472740"/>
            <a:ext cx="3020414" cy="720862"/>
          </a:xfrm>
          <a:prstGeom prst="rect">
            <a:avLst/>
          </a:prstGeom>
          <a:noFill/>
          <a:ln>
            <a:noFill/>
          </a:ln>
        </p:spPr>
      </p:pic>
      <p:sp>
        <p:nvSpPr>
          <p:cNvPr id="683" name="Google Shape;683;p28"/>
          <p:cNvSpPr txBox="1"/>
          <p:nvPr/>
        </p:nvSpPr>
        <p:spPr>
          <a:xfrm>
            <a:off x="2448549" y="1355265"/>
            <a:ext cx="12875648" cy="1329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00"/>
              <a:buFont typeface="Arial"/>
              <a:buNone/>
            </a:pPr>
            <a:r>
              <a:rPr lang="en-US" sz="9600" b="0" i="0" u="none" strike="noStrike" cap="none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换</a:t>
            </a:r>
            <a:r>
              <a:rPr lang="en-US" sz="96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8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v. </a:t>
            </a:r>
            <a:r>
              <a:rPr lang="en-US" sz="80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huàn</a:t>
            </a:r>
            <a:r>
              <a:rPr lang="en-US" sz="8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to Exchange</a:t>
            </a:r>
            <a:endParaRPr sz="9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84" name="Google Shape;684;p2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698455">
            <a:off x="14863540" y="-142294"/>
            <a:ext cx="3629501" cy="2412635"/>
          </a:xfrm>
          <a:prstGeom prst="rect">
            <a:avLst/>
          </a:prstGeom>
          <a:noFill/>
          <a:ln>
            <a:noFill/>
          </a:ln>
        </p:spPr>
      </p:pic>
      <p:pic>
        <p:nvPicPr>
          <p:cNvPr id="685" name="Google Shape;685;p2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803959">
            <a:off x="15680560" y="8048436"/>
            <a:ext cx="2122534" cy="1966751"/>
          </a:xfrm>
          <a:prstGeom prst="rect">
            <a:avLst/>
          </a:prstGeom>
          <a:noFill/>
          <a:ln>
            <a:noFill/>
          </a:ln>
        </p:spPr>
      </p:pic>
      <p:pic>
        <p:nvPicPr>
          <p:cNvPr id="686" name="Google Shape;686;p28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 rot="-442419">
            <a:off x="615416" y="8148284"/>
            <a:ext cx="2443041" cy="1959523"/>
          </a:xfrm>
          <a:prstGeom prst="rect">
            <a:avLst/>
          </a:prstGeom>
          <a:noFill/>
          <a:ln>
            <a:noFill/>
          </a:ln>
        </p:spPr>
      </p:pic>
      <p:pic>
        <p:nvPicPr>
          <p:cNvPr id="687" name="Google Shape;687;p28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 rot="-2627376">
            <a:off x="3071024" y="-96077"/>
            <a:ext cx="947383" cy="2122534"/>
          </a:xfrm>
          <a:prstGeom prst="rect">
            <a:avLst/>
          </a:prstGeom>
          <a:noFill/>
          <a:ln>
            <a:noFill/>
          </a:ln>
        </p:spPr>
      </p:pic>
      <p:sp>
        <p:nvSpPr>
          <p:cNvPr id="688" name="Google Shape;688;p28"/>
          <p:cNvSpPr txBox="1"/>
          <p:nvPr/>
        </p:nvSpPr>
        <p:spPr>
          <a:xfrm rot="791915">
            <a:off x="14573022" y="504334"/>
            <a:ext cx="4050280" cy="1630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68194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3600"/>
              <a:buFont typeface="Calibri"/>
              <a:buNone/>
            </a:pPr>
            <a:r>
              <a:rPr lang="en-US" sz="3600" b="1" i="0" u="none" strike="noStrike" cap="none">
                <a:solidFill>
                  <a:srgbClr val="2E2F30"/>
                </a:solidFill>
                <a:latin typeface="Calibri"/>
                <a:ea typeface="Calibri"/>
                <a:cs typeface="Calibri"/>
                <a:sym typeface="Calibri"/>
              </a:rPr>
              <a:t>生词 </a:t>
            </a:r>
            <a:endParaRPr sz="3600" b="1" i="0" u="none" strike="noStrike" cap="none">
              <a:solidFill>
                <a:srgbClr val="2E2F3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26145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4800"/>
              <a:buFont typeface="Arial"/>
              <a:buNone/>
            </a:pPr>
            <a:r>
              <a:rPr lang="en-US" sz="4800" b="1" i="0" u="none" strike="noStrike" cap="none">
                <a:solidFill>
                  <a:srgbClr val="2E2F30"/>
                </a:solidFill>
                <a:latin typeface="Arial"/>
                <a:ea typeface="Arial"/>
                <a:cs typeface="Arial"/>
                <a:sym typeface="Arial"/>
              </a:rPr>
              <a:t>New words</a:t>
            </a:r>
            <a:endParaRPr sz="4800" b="1" i="0" u="none" strike="noStrike" cap="none">
              <a:solidFill>
                <a:srgbClr val="2E2F3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89" name="Google Shape;689;p28" descr="A picture containing text, businesscard&#10;&#10;Description automatically generated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3207418" y="3350893"/>
            <a:ext cx="5510212" cy="5510212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690" name="Google Shape;690;p28"/>
          <p:cNvSpPr/>
          <p:nvPr/>
        </p:nvSpPr>
        <p:spPr>
          <a:xfrm>
            <a:off x="8790691" y="6629906"/>
            <a:ext cx="8085691" cy="1853670"/>
          </a:xfrm>
          <a:custGeom>
            <a:avLst/>
            <a:gdLst/>
            <a:ahLst/>
            <a:cxnLst/>
            <a:rect l="l" t="t" r="r" b="b"/>
            <a:pathLst>
              <a:path w="3443102" h="1144961" extrusionOk="0">
                <a:moveTo>
                  <a:pt x="2504203" y="1133773"/>
                </a:moveTo>
                <a:cubicBezTo>
                  <a:pt x="2504203" y="1133773"/>
                  <a:pt x="2084450" y="1144961"/>
                  <a:pt x="1621865" y="1142339"/>
                </a:cubicBezTo>
                <a:cubicBezTo>
                  <a:pt x="1584822" y="1140177"/>
                  <a:pt x="1057073" y="1132352"/>
                  <a:pt x="1057073" y="1132352"/>
                </a:cubicBezTo>
                <a:cubicBezTo>
                  <a:pt x="812931" y="1123518"/>
                  <a:pt x="565145" y="1106537"/>
                  <a:pt x="398404" y="1048359"/>
                </a:cubicBezTo>
                <a:cubicBezTo>
                  <a:pt x="120505" y="951398"/>
                  <a:pt x="0" y="773869"/>
                  <a:pt x="0" y="577261"/>
                </a:cubicBezTo>
                <a:lnTo>
                  <a:pt x="0" y="577259"/>
                </a:lnTo>
                <a:cubicBezTo>
                  <a:pt x="8536" y="440430"/>
                  <a:pt x="34263" y="311302"/>
                  <a:pt x="140291" y="225758"/>
                </a:cubicBezTo>
                <a:cubicBezTo>
                  <a:pt x="342602" y="62530"/>
                  <a:pt x="736658" y="7673"/>
                  <a:pt x="1155311" y="7673"/>
                </a:cubicBezTo>
                <a:cubicBezTo>
                  <a:pt x="1155311" y="7673"/>
                  <a:pt x="1551711" y="15681"/>
                  <a:pt x="1584822" y="7673"/>
                </a:cubicBezTo>
                <a:cubicBezTo>
                  <a:pt x="1865523" y="0"/>
                  <a:pt x="2329451" y="7673"/>
                  <a:pt x="2329451" y="7673"/>
                </a:cubicBezTo>
                <a:cubicBezTo>
                  <a:pt x="2697758" y="15152"/>
                  <a:pt x="3061071" y="84484"/>
                  <a:pt x="3258811" y="207066"/>
                </a:cubicBezTo>
                <a:cubicBezTo>
                  <a:pt x="3409828" y="300683"/>
                  <a:pt x="3443102" y="425358"/>
                  <a:pt x="3433962" y="577261"/>
                </a:cubicBezTo>
                <a:lnTo>
                  <a:pt x="3433962" y="577262"/>
                </a:lnTo>
                <a:cubicBezTo>
                  <a:pt x="3433962" y="891835"/>
                  <a:pt x="3150965" y="1105932"/>
                  <a:pt x="2504203" y="1133773"/>
                </a:cubicBezTo>
                <a:close/>
              </a:path>
            </a:pathLst>
          </a:custGeom>
          <a:solidFill>
            <a:srgbClr val="E5DFEC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1" name="Google Shape;691;p28"/>
          <p:cNvSpPr txBox="1"/>
          <p:nvPr/>
        </p:nvSpPr>
        <p:spPr>
          <a:xfrm>
            <a:off x="9924782" y="6507307"/>
            <a:ext cx="7010703" cy="17727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375"/>
              </a:lnSpc>
              <a:spcBef>
                <a:spcPts val="0"/>
              </a:spcBef>
              <a:spcAft>
                <a:spcPts val="0"/>
              </a:spcAft>
              <a:buClr>
                <a:srgbClr val="272626"/>
              </a:buClr>
              <a:buSzPts val="3200"/>
              <a:buFont typeface="SimSun"/>
              <a:buNone/>
            </a:pPr>
            <a:r>
              <a:rPr lang="en-US" sz="3200" b="0" i="0" u="none" strike="noStrike" cap="none" dirty="0" err="1">
                <a:solidFill>
                  <a:srgbClr val="272626"/>
                </a:solidFill>
                <a:latin typeface="SimSun"/>
                <a:ea typeface="SimSun"/>
                <a:cs typeface="SimSun"/>
                <a:sym typeface="SimSun"/>
              </a:rPr>
              <a:t>wǒ</a:t>
            </a:r>
            <a:r>
              <a:rPr lang="en-US" sz="3200" b="0" i="0" u="none" strike="noStrike" cap="none" dirty="0">
                <a:solidFill>
                  <a:srgbClr val="272626"/>
                </a:solidFill>
                <a:latin typeface="SimSun"/>
                <a:ea typeface="SimSun"/>
                <a:cs typeface="SimSun"/>
                <a:sym typeface="SimSun"/>
              </a:rPr>
              <a:t>  </a:t>
            </a:r>
            <a:r>
              <a:rPr lang="en-US" sz="3200" b="0" i="0" u="none" strike="noStrike" cap="none" dirty="0" err="1">
                <a:solidFill>
                  <a:srgbClr val="272626"/>
                </a:solidFill>
                <a:latin typeface="SimSun"/>
                <a:ea typeface="SimSun"/>
                <a:cs typeface="SimSun"/>
                <a:sym typeface="SimSun"/>
              </a:rPr>
              <a:t>yào</a:t>
            </a:r>
            <a:r>
              <a:rPr lang="en-US" sz="3200" b="0" i="0" u="none" strike="noStrike" cap="none" dirty="0">
                <a:solidFill>
                  <a:srgbClr val="272626"/>
                </a:solidFill>
                <a:latin typeface="SimSun"/>
                <a:ea typeface="SimSun"/>
                <a:cs typeface="SimSun"/>
                <a:sym typeface="SimSun"/>
              </a:rPr>
              <a:t> </a:t>
            </a:r>
            <a:r>
              <a:rPr lang="en-US" sz="3200" b="0" i="0" u="none" strike="noStrike" cap="none" dirty="0" err="1">
                <a:solidFill>
                  <a:srgbClr val="272626"/>
                </a:solidFill>
                <a:latin typeface="SimSun"/>
                <a:ea typeface="SimSun"/>
                <a:cs typeface="SimSun"/>
                <a:sym typeface="SimSun"/>
              </a:rPr>
              <a:t>huàn</a:t>
            </a:r>
            <a:r>
              <a:rPr lang="en-US" sz="3200" b="0" i="0" u="none" strike="noStrike" cap="none" dirty="0">
                <a:solidFill>
                  <a:srgbClr val="272626"/>
                </a:solidFill>
                <a:latin typeface="SimSun"/>
                <a:ea typeface="SimSun"/>
                <a:cs typeface="SimSun"/>
                <a:sym typeface="SimSun"/>
              </a:rPr>
              <a:t> </a:t>
            </a:r>
            <a:r>
              <a:rPr lang="en-US" sz="3200" b="0" i="0" u="none" strike="noStrike" cap="none" dirty="0" err="1">
                <a:solidFill>
                  <a:srgbClr val="272626"/>
                </a:solidFill>
                <a:latin typeface="SimSun"/>
                <a:ea typeface="SimSun"/>
                <a:cs typeface="SimSun"/>
                <a:sym typeface="SimSun"/>
              </a:rPr>
              <a:t>qián</a:t>
            </a:r>
            <a:r>
              <a:rPr lang="en-US" sz="3200" b="0" i="0" u="none" strike="noStrike" cap="none" dirty="0">
                <a:solidFill>
                  <a:srgbClr val="272626"/>
                </a:solidFill>
                <a:latin typeface="SimSun"/>
                <a:ea typeface="SimSun"/>
                <a:cs typeface="SimSun"/>
                <a:sym typeface="SimSun"/>
              </a:rPr>
              <a:t>.</a:t>
            </a:r>
            <a:endParaRPr dirty="0"/>
          </a:p>
          <a:p>
            <a:pPr marL="0" marR="0" lvl="0" indent="0" algn="l" rtl="0">
              <a:lnSpc>
                <a:spcPct val="96300"/>
              </a:lnSpc>
              <a:spcBef>
                <a:spcPts val="0"/>
              </a:spcBef>
              <a:spcAft>
                <a:spcPts val="0"/>
              </a:spcAft>
              <a:buClr>
                <a:srgbClr val="272626"/>
              </a:buClr>
              <a:buSzPts val="4000"/>
              <a:buFont typeface="Arial"/>
              <a:buNone/>
            </a:pPr>
            <a:r>
              <a:rPr lang="en-US" sz="4000" b="0" i="0" u="none" strike="noStrike" cap="none" dirty="0">
                <a:solidFill>
                  <a:srgbClr val="272626"/>
                </a:solidFill>
                <a:latin typeface="Arial"/>
                <a:ea typeface="Arial"/>
                <a:cs typeface="Arial"/>
                <a:sym typeface="Arial"/>
              </a:rPr>
              <a:t>我   要   </a:t>
            </a:r>
            <a:r>
              <a:rPr lang="en-US" sz="4000" b="1" i="0" u="none" strike="noStrike" cap="non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换</a:t>
            </a:r>
            <a:r>
              <a:rPr lang="en-US" sz="4000" b="0" i="0" u="none" strike="noStrike" cap="none" dirty="0">
                <a:solidFill>
                  <a:srgbClr val="272626"/>
                </a:solidFill>
                <a:latin typeface="Arial"/>
                <a:ea typeface="Arial"/>
                <a:cs typeface="Arial"/>
                <a:sym typeface="Arial"/>
              </a:rPr>
              <a:t>    钱。</a:t>
            </a:r>
            <a:endParaRPr sz="4000" b="0" i="0" u="none" strike="noStrike" cap="none" dirty="0">
              <a:solidFill>
                <a:srgbClr val="272626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963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 want to exchange money.</a:t>
            </a:r>
            <a:endParaRPr dirty="0"/>
          </a:p>
        </p:txBody>
      </p:sp>
      <p:pic>
        <p:nvPicPr>
          <p:cNvPr id="692" name="Google Shape;692;p2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1079914">
            <a:off x="9264393" y="5978148"/>
            <a:ext cx="1169397" cy="720862"/>
          </a:xfrm>
          <a:prstGeom prst="rect">
            <a:avLst/>
          </a:prstGeom>
          <a:noFill/>
          <a:ln>
            <a:noFill/>
          </a:ln>
        </p:spPr>
      </p:pic>
      <p:sp>
        <p:nvSpPr>
          <p:cNvPr id="693" name="Google Shape;693;p28"/>
          <p:cNvSpPr/>
          <p:nvPr/>
        </p:nvSpPr>
        <p:spPr>
          <a:xfrm>
            <a:off x="9274515" y="4173736"/>
            <a:ext cx="6368256" cy="2031121"/>
          </a:xfrm>
          <a:custGeom>
            <a:avLst/>
            <a:gdLst/>
            <a:ahLst/>
            <a:cxnLst/>
            <a:rect l="l" t="t" r="r" b="b"/>
            <a:pathLst>
              <a:path w="3443102" h="1144961" extrusionOk="0">
                <a:moveTo>
                  <a:pt x="2504203" y="1133773"/>
                </a:moveTo>
                <a:cubicBezTo>
                  <a:pt x="2504203" y="1133773"/>
                  <a:pt x="2084450" y="1144961"/>
                  <a:pt x="1621865" y="1142339"/>
                </a:cubicBezTo>
                <a:cubicBezTo>
                  <a:pt x="1584822" y="1140177"/>
                  <a:pt x="1057073" y="1132352"/>
                  <a:pt x="1057073" y="1132352"/>
                </a:cubicBezTo>
                <a:cubicBezTo>
                  <a:pt x="812931" y="1123518"/>
                  <a:pt x="565145" y="1106537"/>
                  <a:pt x="398404" y="1048359"/>
                </a:cubicBezTo>
                <a:cubicBezTo>
                  <a:pt x="120505" y="951398"/>
                  <a:pt x="0" y="773869"/>
                  <a:pt x="0" y="577261"/>
                </a:cubicBezTo>
                <a:lnTo>
                  <a:pt x="0" y="577259"/>
                </a:lnTo>
                <a:cubicBezTo>
                  <a:pt x="8536" y="440430"/>
                  <a:pt x="34263" y="311302"/>
                  <a:pt x="140291" y="225758"/>
                </a:cubicBezTo>
                <a:cubicBezTo>
                  <a:pt x="342602" y="62530"/>
                  <a:pt x="736658" y="7673"/>
                  <a:pt x="1155311" y="7673"/>
                </a:cubicBezTo>
                <a:cubicBezTo>
                  <a:pt x="1155311" y="7673"/>
                  <a:pt x="1551711" y="15681"/>
                  <a:pt x="1584822" y="7673"/>
                </a:cubicBezTo>
                <a:cubicBezTo>
                  <a:pt x="1865523" y="0"/>
                  <a:pt x="2329451" y="7673"/>
                  <a:pt x="2329451" y="7673"/>
                </a:cubicBezTo>
                <a:cubicBezTo>
                  <a:pt x="2697758" y="15152"/>
                  <a:pt x="3061071" y="84484"/>
                  <a:pt x="3258811" y="207066"/>
                </a:cubicBezTo>
                <a:cubicBezTo>
                  <a:pt x="3409828" y="300683"/>
                  <a:pt x="3443102" y="425358"/>
                  <a:pt x="3433962" y="577261"/>
                </a:cubicBezTo>
                <a:lnTo>
                  <a:pt x="3433962" y="577262"/>
                </a:lnTo>
                <a:cubicBezTo>
                  <a:pt x="3433962" y="891835"/>
                  <a:pt x="3150965" y="1105932"/>
                  <a:pt x="2504203" y="1133773"/>
                </a:cubicBezTo>
                <a:close/>
              </a:path>
            </a:pathLst>
          </a:custGeom>
          <a:solidFill>
            <a:srgbClr val="E5DFEC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4" name="Google Shape;694;p28"/>
          <p:cNvSpPr txBox="1"/>
          <p:nvPr/>
        </p:nvSpPr>
        <p:spPr>
          <a:xfrm>
            <a:off x="10744200" y="4262842"/>
            <a:ext cx="4255726" cy="17727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375"/>
              </a:lnSpc>
              <a:spcBef>
                <a:spcPts val="0"/>
              </a:spcBef>
              <a:spcAft>
                <a:spcPts val="0"/>
              </a:spcAft>
              <a:buClr>
                <a:srgbClr val="272626"/>
              </a:buClr>
              <a:buSzPts val="3200"/>
              <a:buFont typeface="SimSun"/>
              <a:buNone/>
            </a:pPr>
            <a:r>
              <a:rPr lang="en-US" sz="3200" b="0" i="0" u="none" strike="noStrike" cap="none" dirty="0" err="1">
                <a:solidFill>
                  <a:srgbClr val="272626"/>
                </a:solidFill>
                <a:latin typeface="SimSun"/>
                <a:ea typeface="SimSun"/>
                <a:cs typeface="SimSun"/>
                <a:sym typeface="SimSun"/>
              </a:rPr>
              <a:t>huàn</a:t>
            </a:r>
            <a:r>
              <a:rPr lang="en-US" sz="3200" b="0" i="0" u="none" strike="noStrike" cap="none" dirty="0">
                <a:solidFill>
                  <a:srgbClr val="272626"/>
                </a:solidFill>
                <a:latin typeface="SimSun"/>
                <a:ea typeface="SimSun"/>
                <a:cs typeface="SimSun"/>
                <a:sym typeface="SimSun"/>
              </a:rPr>
              <a:t> </a:t>
            </a:r>
            <a:r>
              <a:rPr lang="en-US" sz="3200" b="0" i="0" u="none" strike="noStrike" cap="none" dirty="0" err="1">
                <a:solidFill>
                  <a:srgbClr val="272626"/>
                </a:solidFill>
                <a:latin typeface="SimSun"/>
                <a:ea typeface="SimSun"/>
                <a:cs typeface="SimSun"/>
                <a:sym typeface="SimSun"/>
              </a:rPr>
              <a:t>qián</a:t>
            </a:r>
            <a:r>
              <a:rPr lang="en-US" sz="3200" b="0" i="0" u="none" strike="noStrike" cap="none" dirty="0">
                <a:solidFill>
                  <a:srgbClr val="272626"/>
                </a:solidFill>
                <a:latin typeface="SimSun"/>
                <a:ea typeface="SimSun"/>
                <a:cs typeface="SimSun"/>
                <a:sym typeface="SimSun"/>
              </a:rPr>
              <a:t>.</a:t>
            </a:r>
            <a:endParaRPr dirty="0"/>
          </a:p>
          <a:p>
            <a:pPr marL="0" marR="0" lvl="0" indent="0" algn="l" rtl="0">
              <a:lnSpc>
                <a:spcPct val="963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000"/>
              <a:buFont typeface="Arial"/>
              <a:buNone/>
            </a:pPr>
            <a:r>
              <a:rPr lang="en-US" sz="4000" b="1" i="0" u="none" strike="noStrike" cap="non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换</a:t>
            </a:r>
            <a:r>
              <a:rPr lang="en-US" sz="4000" b="0" i="0" u="none" strike="noStrike" cap="none" dirty="0">
                <a:solidFill>
                  <a:srgbClr val="272626"/>
                </a:solidFill>
                <a:latin typeface="Arial"/>
                <a:ea typeface="Arial"/>
                <a:cs typeface="Arial"/>
                <a:sym typeface="Arial"/>
              </a:rPr>
              <a:t>    钱。</a:t>
            </a:r>
            <a:endParaRPr sz="4000" b="0" i="0" u="none" strike="noStrike" cap="none" dirty="0">
              <a:solidFill>
                <a:srgbClr val="272626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963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Exchange money.</a:t>
            </a:r>
            <a:endParaRPr dirty="0"/>
          </a:p>
        </p:txBody>
      </p:sp>
      <p:pic>
        <p:nvPicPr>
          <p:cNvPr id="695" name="Google Shape;695;p2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1079914">
            <a:off x="9217806" y="3733683"/>
            <a:ext cx="1169397" cy="7208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EC4"/>
        </a:solidFill>
        <a:effectLst/>
      </p:bgPr>
    </p:bg>
    <p:spTree>
      <p:nvGrpSpPr>
        <p:cNvPr id="1" name="Shape 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Google Shape;700;p29"/>
          <p:cNvSpPr/>
          <p:nvPr/>
        </p:nvSpPr>
        <p:spPr>
          <a:xfrm>
            <a:off x="2200077" y="1865912"/>
            <a:ext cx="14478213" cy="7674374"/>
          </a:xfrm>
          <a:custGeom>
            <a:avLst/>
            <a:gdLst/>
            <a:ahLst/>
            <a:cxnLst/>
            <a:rect l="l" t="t" r="r" b="b"/>
            <a:pathLst>
              <a:path w="10825342" h="5776630" extrusionOk="0">
                <a:moveTo>
                  <a:pt x="278431" y="16918"/>
                </a:moveTo>
                <a:cubicBezTo>
                  <a:pt x="278431" y="16918"/>
                  <a:pt x="604014" y="12258"/>
                  <a:pt x="1062834" y="12454"/>
                </a:cubicBezTo>
                <a:cubicBezTo>
                  <a:pt x="8817733" y="12671"/>
                  <a:pt x="10551274" y="0"/>
                  <a:pt x="10551274" y="0"/>
                </a:cubicBezTo>
                <a:cubicBezTo>
                  <a:pt x="10618737" y="0"/>
                  <a:pt x="10694674" y="0"/>
                  <a:pt x="10773448" y="85073"/>
                </a:cubicBezTo>
                <a:cubicBezTo>
                  <a:pt x="10816426" y="131488"/>
                  <a:pt x="10817494" y="240224"/>
                  <a:pt x="10817899" y="320281"/>
                </a:cubicBezTo>
                <a:cubicBezTo>
                  <a:pt x="10817899" y="320281"/>
                  <a:pt x="10816195" y="4157017"/>
                  <a:pt x="10816195" y="5014045"/>
                </a:cubicBezTo>
                <a:cubicBezTo>
                  <a:pt x="10816195" y="5228205"/>
                  <a:pt x="10825342" y="5527383"/>
                  <a:pt x="10825342" y="5527383"/>
                </a:cubicBezTo>
                <a:cubicBezTo>
                  <a:pt x="10825342" y="5656052"/>
                  <a:pt x="10821173" y="5776630"/>
                  <a:pt x="10568335" y="5768495"/>
                </a:cubicBezTo>
                <a:cubicBezTo>
                  <a:pt x="10568335" y="5768495"/>
                  <a:pt x="10191862" y="5748197"/>
                  <a:pt x="9095459" y="5755795"/>
                </a:cubicBezTo>
                <a:cubicBezTo>
                  <a:pt x="2547822" y="5763930"/>
                  <a:pt x="304023" y="5776630"/>
                  <a:pt x="304023" y="5776630"/>
                </a:cubicBezTo>
                <a:cubicBezTo>
                  <a:pt x="132548" y="5776630"/>
                  <a:pt x="4213" y="5675561"/>
                  <a:pt x="8532" y="5473013"/>
                </a:cubicBezTo>
                <a:cubicBezTo>
                  <a:pt x="8532" y="5473013"/>
                  <a:pt x="9630" y="4974472"/>
                  <a:pt x="4815" y="1481678"/>
                </a:cubicBezTo>
                <a:cubicBezTo>
                  <a:pt x="0" y="663668"/>
                  <a:pt x="25592" y="330596"/>
                  <a:pt x="25592" y="330596"/>
                </a:cubicBezTo>
                <a:cubicBezTo>
                  <a:pt x="27224" y="150571"/>
                  <a:pt x="143504" y="16918"/>
                  <a:pt x="278431" y="16918"/>
                </a:cubicBezTo>
                <a:close/>
              </a:path>
            </a:pathLst>
          </a:custGeom>
          <a:solidFill>
            <a:srgbClr val="FFF3E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1" name="Google Shape;701;p29"/>
          <p:cNvSpPr/>
          <p:nvPr/>
        </p:nvSpPr>
        <p:spPr>
          <a:xfrm>
            <a:off x="2895600" y="744090"/>
            <a:ext cx="10921170" cy="2289864"/>
          </a:xfrm>
          <a:custGeom>
            <a:avLst/>
            <a:gdLst/>
            <a:ahLst/>
            <a:cxnLst/>
            <a:rect l="l" t="t" r="r" b="b"/>
            <a:pathLst>
              <a:path w="3443102" h="1144961" extrusionOk="0">
                <a:moveTo>
                  <a:pt x="2504203" y="1133773"/>
                </a:moveTo>
                <a:cubicBezTo>
                  <a:pt x="2504203" y="1133773"/>
                  <a:pt x="2084450" y="1144961"/>
                  <a:pt x="1621865" y="1142339"/>
                </a:cubicBezTo>
                <a:cubicBezTo>
                  <a:pt x="1584822" y="1140177"/>
                  <a:pt x="1057073" y="1132352"/>
                  <a:pt x="1057073" y="1132352"/>
                </a:cubicBezTo>
                <a:cubicBezTo>
                  <a:pt x="812931" y="1123518"/>
                  <a:pt x="565145" y="1106537"/>
                  <a:pt x="398404" y="1048359"/>
                </a:cubicBezTo>
                <a:cubicBezTo>
                  <a:pt x="120505" y="951398"/>
                  <a:pt x="0" y="773869"/>
                  <a:pt x="0" y="577261"/>
                </a:cubicBezTo>
                <a:lnTo>
                  <a:pt x="0" y="577259"/>
                </a:lnTo>
                <a:cubicBezTo>
                  <a:pt x="8536" y="440430"/>
                  <a:pt x="34263" y="311302"/>
                  <a:pt x="140291" y="225758"/>
                </a:cubicBezTo>
                <a:cubicBezTo>
                  <a:pt x="342602" y="62530"/>
                  <a:pt x="736658" y="7673"/>
                  <a:pt x="1155311" y="7673"/>
                </a:cubicBezTo>
                <a:cubicBezTo>
                  <a:pt x="1155311" y="7673"/>
                  <a:pt x="1551711" y="15681"/>
                  <a:pt x="1584822" y="7673"/>
                </a:cubicBezTo>
                <a:cubicBezTo>
                  <a:pt x="1865523" y="0"/>
                  <a:pt x="2329451" y="7673"/>
                  <a:pt x="2329451" y="7673"/>
                </a:cubicBezTo>
                <a:cubicBezTo>
                  <a:pt x="2697758" y="15152"/>
                  <a:pt x="3061071" y="84484"/>
                  <a:pt x="3258811" y="207066"/>
                </a:cubicBezTo>
                <a:cubicBezTo>
                  <a:pt x="3409828" y="300683"/>
                  <a:pt x="3443102" y="425358"/>
                  <a:pt x="3433962" y="577261"/>
                </a:cubicBezTo>
                <a:lnTo>
                  <a:pt x="3433962" y="577262"/>
                </a:lnTo>
                <a:cubicBezTo>
                  <a:pt x="3433962" y="891835"/>
                  <a:pt x="3150965" y="1105932"/>
                  <a:pt x="2504203" y="1133773"/>
                </a:cubicBezTo>
                <a:close/>
              </a:path>
            </a:pathLst>
          </a:custGeom>
          <a:solidFill>
            <a:srgbClr val="FDF5B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702" name="Google Shape;702;p2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656759" y="472740"/>
            <a:ext cx="3020414" cy="720862"/>
          </a:xfrm>
          <a:prstGeom prst="rect">
            <a:avLst/>
          </a:prstGeom>
          <a:noFill/>
          <a:ln>
            <a:noFill/>
          </a:ln>
        </p:spPr>
      </p:pic>
      <p:sp>
        <p:nvSpPr>
          <p:cNvPr id="703" name="Google Shape;703;p29"/>
          <p:cNvSpPr txBox="1"/>
          <p:nvPr/>
        </p:nvSpPr>
        <p:spPr>
          <a:xfrm>
            <a:off x="2448549" y="1355265"/>
            <a:ext cx="12875648" cy="1329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00"/>
              <a:buFont typeface="Arial"/>
              <a:buNone/>
            </a:pPr>
            <a:r>
              <a:rPr lang="en-US" sz="96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换 </a:t>
            </a:r>
            <a:r>
              <a:rPr lang="en-US" sz="8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v. </a:t>
            </a:r>
            <a:r>
              <a:rPr lang="en-US" sz="80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huàn</a:t>
            </a:r>
            <a:r>
              <a:rPr lang="en-US" sz="8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to Exchange</a:t>
            </a:r>
            <a:endParaRPr sz="9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04" name="Google Shape;704;p2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698455">
            <a:off x="14863540" y="-142294"/>
            <a:ext cx="3629501" cy="2412635"/>
          </a:xfrm>
          <a:prstGeom prst="rect">
            <a:avLst/>
          </a:prstGeom>
          <a:noFill/>
          <a:ln>
            <a:noFill/>
          </a:ln>
        </p:spPr>
      </p:pic>
      <p:pic>
        <p:nvPicPr>
          <p:cNvPr id="705" name="Google Shape;705;p29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803959">
            <a:off x="15680560" y="8048436"/>
            <a:ext cx="2122534" cy="1966751"/>
          </a:xfrm>
          <a:prstGeom prst="rect">
            <a:avLst/>
          </a:prstGeom>
          <a:noFill/>
          <a:ln>
            <a:noFill/>
          </a:ln>
        </p:spPr>
      </p:pic>
      <p:pic>
        <p:nvPicPr>
          <p:cNvPr id="706" name="Google Shape;706;p29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 rot="-442419">
            <a:off x="615416" y="8148284"/>
            <a:ext cx="2443041" cy="1959523"/>
          </a:xfrm>
          <a:prstGeom prst="rect">
            <a:avLst/>
          </a:prstGeom>
          <a:noFill/>
          <a:ln>
            <a:noFill/>
          </a:ln>
        </p:spPr>
      </p:pic>
      <p:pic>
        <p:nvPicPr>
          <p:cNvPr id="707" name="Google Shape;707;p29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 rot="-2627376">
            <a:off x="3071024" y="-96077"/>
            <a:ext cx="947383" cy="2122534"/>
          </a:xfrm>
          <a:prstGeom prst="rect">
            <a:avLst/>
          </a:prstGeom>
          <a:noFill/>
          <a:ln>
            <a:noFill/>
          </a:ln>
        </p:spPr>
      </p:pic>
      <p:sp>
        <p:nvSpPr>
          <p:cNvPr id="708" name="Google Shape;708;p29"/>
          <p:cNvSpPr txBox="1"/>
          <p:nvPr/>
        </p:nvSpPr>
        <p:spPr>
          <a:xfrm rot="791915">
            <a:off x="14573022" y="504334"/>
            <a:ext cx="4050280" cy="1630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68194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3600"/>
              <a:buFont typeface="Calibri"/>
              <a:buNone/>
            </a:pPr>
            <a:r>
              <a:rPr lang="en-US" sz="3600" b="1" i="0" u="none" strike="noStrike" cap="none">
                <a:solidFill>
                  <a:srgbClr val="2E2F30"/>
                </a:solidFill>
                <a:latin typeface="Calibri"/>
                <a:ea typeface="Calibri"/>
                <a:cs typeface="Calibri"/>
                <a:sym typeface="Calibri"/>
              </a:rPr>
              <a:t>生词 </a:t>
            </a:r>
            <a:endParaRPr sz="3600" b="1" i="0" u="none" strike="noStrike" cap="none">
              <a:solidFill>
                <a:srgbClr val="2E2F3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26145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4800"/>
              <a:buFont typeface="Arial"/>
              <a:buNone/>
            </a:pPr>
            <a:r>
              <a:rPr lang="en-US" sz="4800" b="1" i="0" u="none" strike="noStrike" cap="none">
                <a:solidFill>
                  <a:srgbClr val="2E2F30"/>
                </a:solidFill>
                <a:latin typeface="Arial"/>
                <a:ea typeface="Arial"/>
                <a:cs typeface="Arial"/>
                <a:sym typeface="Arial"/>
              </a:rPr>
              <a:t>New words</a:t>
            </a:r>
            <a:endParaRPr sz="4800" b="1" i="0" u="none" strike="noStrike" cap="none">
              <a:solidFill>
                <a:srgbClr val="2E2F3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09" name="Google Shape;709;p29" descr="A picture containing text, businesscard&#10;&#10;Description automatically generated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994113" y="2794426"/>
            <a:ext cx="3447033" cy="344703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710" name="Google Shape;710;p29"/>
          <p:cNvSpPr/>
          <p:nvPr/>
        </p:nvSpPr>
        <p:spPr>
          <a:xfrm>
            <a:off x="9394374" y="6751612"/>
            <a:ext cx="6068807" cy="3363224"/>
          </a:xfrm>
          <a:custGeom>
            <a:avLst/>
            <a:gdLst/>
            <a:ahLst/>
            <a:cxnLst/>
            <a:rect l="l" t="t" r="r" b="b"/>
            <a:pathLst>
              <a:path w="3443102" h="1144961" extrusionOk="0">
                <a:moveTo>
                  <a:pt x="2504203" y="1133773"/>
                </a:moveTo>
                <a:cubicBezTo>
                  <a:pt x="2504203" y="1133773"/>
                  <a:pt x="2084450" y="1144961"/>
                  <a:pt x="1621865" y="1142339"/>
                </a:cubicBezTo>
                <a:cubicBezTo>
                  <a:pt x="1584822" y="1140177"/>
                  <a:pt x="1057073" y="1132352"/>
                  <a:pt x="1057073" y="1132352"/>
                </a:cubicBezTo>
                <a:cubicBezTo>
                  <a:pt x="812931" y="1123518"/>
                  <a:pt x="565145" y="1106537"/>
                  <a:pt x="398404" y="1048359"/>
                </a:cubicBezTo>
                <a:cubicBezTo>
                  <a:pt x="120505" y="951398"/>
                  <a:pt x="0" y="773869"/>
                  <a:pt x="0" y="577261"/>
                </a:cubicBezTo>
                <a:lnTo>
                  <a:pt x="0" y="577259"/>
                </a:lnTo>
                <a:cubicBezTo>
                  <a:pt x="8536" y="440430"/>
                  <a:pt x="34263" y="311302"/>
                  <a:pt x="140291" y="225758"/>
                </a:cubicBezTo>
                <a:cubicBezTo>
                  <a:pt x="342602" y="62530"/>
                  <a:pt x="736658" y="7673"/>
                  <a:pt x="1155311" y="7673"/>
                </a:cubicBezTo>
                <a:cubicBezTo>
                  <a:pt x="1155311" y="7673"/>
                  <a:pt x="1551711" y="15681"/>
                  <a:pt x="1584822" y="7673"/>
                </a:cubicBezTo>
                <a:cubicBezTo>
                  <a:pt x="1865523" y="0"/>
                  <a:pt x="2329451" y="7673"/>
                  <a:pt x="2329451" y="7673"/>
                </a:cubicBezTo>
                <a:cubicBezTo>
                  <a:pt x="2697758" y="15152"/>
                  <a:pt x="3061071" y="84484"/>
                  <a:pt x="3258811" y="207066"/>
                </a:cubicBezTo>
                <a:cubicBezTo>
                  <a:pt x="3409828" y="300683"/>
                  <a:pt x="3443102" y="425358"/>
                  <a:pt x="3433962" y="577261"/>
                </a:cubicBezTo>
                <a:lnTo>
                  <a:pt x="3433962" y="577262"/>
                </a:lnTo>
                <a:cubicBezTo>
                  <a:pt x="3433962" y="891835"/>
                  <a:pt x="3150965" y="1105932"/>
                  <a:pt x="2504203" y="1133773"/>
                </a:cubicBezTo>
                <a:close/>
              </a:path>
            </a:pathLst>
          </a:custGeom>
          <a:solidFill>
            <a:srgbClr val="E5DFEC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1" name="Google Shape;711;p29"/>
          <p:cNvSpPr txBox="1"/>
          <p:nvPr/>
        </p:nvSpPr>
        <p:spPr>
          <a:xfrm>
            <a:off x="9924782" y="7193107"/>
            <a:ext cx="6498434" cy="2245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375"/>
              </a:lnSpc>
              <a:spcBef>
                <a:spcPts val="0"/>
              </a:spcBef>
              <a:spcAft>
                <a:spcPts val="0"/>
              </a:spcAft>
              <a:buClr>
                <a:srgbClr val="272626"/>
              </a:buClr>
              <a:buSzPts val="3200"/>
              <a:buFont typeface="SimSun"/>
              <a:buNone/>
            </a:pPr>
            <a:r>
              <a:rPr lang="en-US" sz="3200" b="0" i="0" u="none" strike="noStrike" cap="none" dirty="0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 </a:t>
            </a:r>
            <a:r>
              <a:rPr lang="en-US" sz="3200" b="0" i="0" u="none" strike="noStrike" cap="none" dirty="0" err="1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wǒ</a:t>
            </a:r>
            <a:r>
              <a:rPr lang="en-US" sz="3200" b="0" i="0" u="none" strike="noStrike" cap="none" dirty="0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 </a:t>
            </a:r>
            <a:r>
              <a:rPr lang="en-US" sz="3200" b="0" i="0" u="none" strike="noStrike" cap="none" dirty="0" err="1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yào</a:t>
            </a:r>
            <a:r>
              <a:rPr lang="en-US" sz="3200" b="0" i="0" u="none" strike="noStrike" cap="none" dirty="0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3200" b="0" i="0" u="none" strike="noStrike" cap="none" dirty="0" err="1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huàn</a:t>
            </a:r>
            <a:r>
              <a:rPr lang="en-US" sz="3200" b="0" i="0" u="none" strike="noStrike" cap="none" dirty="0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3200" b="0" i="0" u="none" strike="noStrike" cap="none" dirty="0" err="1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rénmínbì</a:t>
            </a:r>
            <a:r>
              <a:rPr lang="en-US" sz="3200" b="0" i="0" u="none" strike="noStrike" cap="none" dirty="0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.</a:t>
            </a:r>
            <a:endParaRPr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marL="0" marR="0" lvl="0" indent="0" algn="l" rtl="0">
              <a:lnSpc>
                <a:spcPct val="96300"/>
              </a:lnSpc>
              <a:spcBef>
                <a:spcPts val="0"/>
              </a:spcBef>
              <a:spcAft>
                <a:spcPts val="0"/>
              </a:spcAft>
              <a:buClr>
                <a:srgbClr val="272626"/>
              </a:buClr>
              <a:buSzPts val="4000"/>
              <a:buFont typeface="Arial"/>
              <a:buNone/>
            </a:pPr>
            <a:r>
              <a:rPr lang="en-US" sz="4000" b="0" i="0" u="none" strike="noStrike" cap="none" dirty="0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B:我 要  </a:t>
            </a:r>
            <a:r>
              <a:rPr lang="en-US" sz="4000" b="1" i="0" u="none" strike="noStrike" cap="none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换</a:t>
            </a:r>
            <a:r>
              <a:rPr lang="en-US" sz="4000" b="0" i="0" u="none" strike="noStrike" cap="none" dirty="0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  </a:t>
            </a:r>
            <a:r>
              <a:rPr lang="en-US" sz="4000" b="0" i="0" u="none" strike="noStrike" cap="none" dirty="0" err="1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人民币</a:t>
            </a:r>
            <a:r>
              <a:rPr lang="en-US" sz="4000" b="0" i="0" u="none" strike="noStrike" cap="none" dirty="0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。</a:t>
            </a:r>
            <a:endParaRPr sz="4000" b="0" i="0" u="none" strike="noStrike" cap="none" dirty="0">
              <a:solidFill>
                <a:srgbClr val="272626"/>
              </a:solidFill>
              <a:latin typeface="SimSun" panose="02010600030101010101" pitchFamily="2" charset="-122"/>
              <a:ea typeface="SimSun" panose="02010600030101010101" pitchFamily="2" charset="-122"/>
              <a:sym typeface="Arial"/>
            </a:endParaRPr>
          </a:p>
          <a:p>
            <a:pPr marL="0" marR="0" lvl="0" indent="0" algn="l" rtl="0">
              <a:lnSpc>
                <a:spcPct val="963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3600" dirty="0">
                <a:latin typeface="SimSun" panose="02010600030101010101" pitchFamily="2" charset="-122"/>
                <a:ea typeface="SimSun" panose="02010600030101010101" pitchFamily="2" charset="-122"/>
              </a:rPr>
              <a:t>I would like to exchange RMB.</a:t>
            </a:r>
            <a:endParaRPr sz="360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pic>
        <p:nvPicPr>
          <p:cNvPr id="712" name="Google Shape;712;p2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1079914">
            <a:off x="9264393" y="6663948"/>
            <a:ext cx="1169397" cy="720862"/>
          </a:xfrm>
          <a:prstGeom prst="rect">
            <a:avLst/>
          </a:prstGeom>
          <a:noFill/>
          <a:ln>
            <a:noFill/>
          </a:ln>
        </p:spPr>
      </p:pic>
      <p:sp>
        <p:nvSpPr>
          <p:cNvPr id="713" name="Google Shape;713;p29"/>
          <p:cNvSpPr/>
          <p:nvPr/>
        </p:nvSpPr>
        <p:spPr>
          <a:xfrm>
            <a:off x="2819400" y="6677949"/>
            <a:ext cx="5703128" cy="3219403"/>
          </a:xfrm>
          <a:custGeom>
            <a:avLst/>
            <a:gdLst/>
            <a:ahLst/>
            <a:cxnLst/>
            <a:rect l="l" t="t" r="r" b="b"/>
            <a:pathLst>
              <a:path w="3443102" h="1144961" extrusionOk="0">
                <a:moveTo>
                  <a:pt x="2504203" y="1133773"/>
                </a:moveTo>
                <a:cubicBezTo>
                  <a:pt x="2504203" y="1133773"/>
                  <a:pt x="2084450" y="1144961"/>
                  <a:pt x="1621865" y="1142339"/>
                </a:cubicBezTo>
                <a:cubicBezTo>
                  <a:pt x="1584822" y="1140177"/>
                  <a:pt x="1057073" y="1132352"/>
                  <a:pt x="1057073" y="1132352"/>
                </a:cubicBezTo>
                <a:cubicBezTo>
                  <a:pt x="812931" y="1123518"/>
                  <a:pt x="565145" y="1106537"/>
                  <a:pt x="398404" y="1048359"/>
                </a:cubicBezTo>
                <a:cubicBezTo>
                  <a:pt x="120505" y="951398"/>
                  <a:pt x="0" y="773869"/>
                  <a:pt x="0" y="577261"/>
                </a:cubicBezTo>
                <a:lnTo>
                  <a:pt x="0" y="577259"/>
                </a:lnTo>
                <a:cubicBezTo>
                  <a:pt x="8536" y="440430"/>
                  <a:pt x="34263" y="311302"/>
                  <a:pt x="140291" y="225758"/>
                </a:cubicBezTo>
                <a:cubicBezTo>
                  <a:pt x="342602" y="62530"/>
                  <a:pt x="736658" y="7673"/>
                  <a:pt x="1155311" y="7673"/>
                </a:cubicBezTo>
                <a:cubicBezTo>
                  <a:pt x="1155311" y="7673"/>
                  <a:pt x="1551711" y="15681"/>
                  <a:pt x="1584822" y="7673"/>
                </a:cubicBezTo>
                <a:cubicBezTo>
                  <a:pt x="1865523" y="0"/>
                  <a:pt x="2329451" y="7673"/>
                  <a:pt x="2329451" y="7673"/>
                </a:cubicBezTo>
                <a:cubicBezTo>
                  <a:pt x="2697758" y="15152"/>
                  <a:pt x="3061071" y="84484"/>
                  <a:pt x="3258811" y="207066"/>
                </a:cubicBezTo>
                <a:cubicBezTo>
                  <a:pt x="3409828" y="300683"/>
                  <a:pt x="3443102" y="425358"/>
                  <a:pt x="3433962" y="577261"/>
                </a:cubicBezTo>
                <a:lnTo>
                  <a:pt x="3433962" y="577262"/>
                </a:lnTo>
                <a:cubicBezTo>
                  <a:pt x="3433962" y="891835"/>
                  <a:pt x="3150965" y="1105932"/>
                  <a:pt x="2504203" y="1133773"/>
                </a:cubicBezTo>
                <a:close/>
              </a:path>
            </a:pathLst>
          </a:custGeom>
          <a:solidFill>
            <a:srgbClr val="E5DFEC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4" name="Google Shape;714;p29"/>
          <p:cNvSpPr txBox="1"/>
          <p:nvPr/>
        </p:nvSpPr>
        <p:spPr>
          <a:xfrm>
            <a:off x="3276600" y="7040707"/>
            <a:ext cx="6400573" cy="2245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375"/>
              </a:lnSpc>
              <a:spcBef>
                <a:spcPts val="0"/>
              </a:spcBef>
              <a:spcAft>
                <a:spcPts val="0"/>
              </a:spcAft>
              <a:buClr>
                <a:srgbClr val="272626"/>
              </a:buClr>
              <a:buSzPts val="3200"/>
              <a:buFont typeface="SimSun"/>
              <a:buNone/>
            </a:pPr>
            <a:r>
              <a:rPr lang="en-US" sz="3200" b="0" i="0" u="none" strike="noStrike" cap="none" dirty="0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 </a:t>
            </a:r>
            <a:r>
              <a:rPr lang="en-US" sz="3200" b="0" i="0" u="none" strike="noStrike" cap="none" dirty="0" err="1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Nín</a:t>
            </a:r>
            <a:r>
              <a:rPr lang="en-US" sz="3200" b="0" i="0" u="none" strike="noStrike" cap="none" dirty="0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3200" b="0" i="0" u="none" strike="noStrike" cap="none" dirty="0" err="1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yào</a:t>
            </a:r>
            <a:r>
              <a:rPr lang="en-US" sz="3200" b="0" i="0" u="none" strike="noStrike" cap="none" dirty="0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3200" b="0" i="0" u="none" strike="noStrike" cap="none" dirty="0" err="1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huàn</a:t>
            </a:r>
            <a:r>
              <a:rPr lang="en-US" sz="3200" dirty="0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3200" b="0" i="0" u="none" strike="noStrike" cap="none" dirty="0" err="1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shénme</a:t>
            </a:r>
            <a:r>
              <a:rPr lang="en-US" sz="3200" b="0" i="0" u="none" strike="noStrike" cap="none" dirty="0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3200" b="0" i="0" u="none" strike="noStrike" cap="none" dirty="0" err="1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qián</a:t>
            </a:r>
            <a:r>
              <a:rPr lang="en-US" sz="3200" b="0" i="0" u="none" strike="noStrike" cap="none" dirty="0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?</a:t>
            </a:r>
            <a:endParaRPr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marL="0" marR="0" lvl="0" indent="0" algn="l" rtl="0">
              <a:lnSpc>
                <a:spcPct val="963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en-US" sz="4000" b="0" i="0" u="none" strike="noStrike" cap="none" dirty="0">
                <a:solidFill>
                  <a:schemeClr val="dk1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A:您 </a:t>
            </a:r>
            <a:r>
              <a:rPr lang="zh-CN" altLang="en-US" sz="4000" b="0" i="0" u="none" strike="noStrike" cap="none" dirty="0">
                <a:solidFill>
                  <a:schemeClr val="dk1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要 </a:t>
            </a:r>
            <a:r>
              <a:rPr lang="en-US" sz="4000" b="1" i="0" u="none" strike="noStrike" cap="none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换</a:t>
            </a:r>
            <a:r>
              <a:rPr lang="en-US" sz="4000" b="0" i="0" u="none" strike="noStrike" cap="none" dirty="0">
                <a:solidFill>
                  <a:schemeClr val="dk1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 </a:t>
            </a:r>
            <a:r>
              <a:rPr lang="en-US" sz="4000" b="0" i="0" u="none" strike="noStrike" cap="none" dirty="0" err="1">
                <a:solidFill>
                  <a:schemeClr val="dk1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什么</a:t>
            </a:r>
            <a:r>
              <a:rPr lang="en-US" sz="4000" b="0" i="0" u="none" strike="noStrike" cap="none" dirty="0">
                <a:solidFill>
                  <a:schemeClr val="dk1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   钱？</a:t>
            </a:r>
            <a:endParaRPr sz="4000" b="0" i="0" u="none" strike="noStrike" cap="none" dirty="0">
              <a:solidFill>
                <a:schemeClr val="dk1"/>
              </a:solidFill>
              <a:latin typeface="SimSun" panose="02010600030101010101" pitchFamily="2" charset="-122"/>
              <a:ea typeface="SimSun" panose="02010600030101010101" pitchFamily="2" charset="-122"/>
              <a:sym typeface="Arial"/>
            </a:endParaRPr>
          </a:p>
          <a:p>
            <a:pPr marL="0" marR="0" lvl="0" indent="0" algn="l" rtl="0">
              <a:lnSpc>
                <a:spcPct val="963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3600" b="0" i="0" u="none" strike="noStrike" cap="none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What currency would you like to exchange?</a:t>
            </a:r>
            <a:endParaRPr sz="120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pic>
        <p:nvPicPr>
          <p:cNvPr id="715" name="Google Shape;715;p2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1079914">
            <a:off x="2863593" y="6511548"/>
            <a:ext cx="1169397" cy="7208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EC4"/>
        </a:solidFill>
        <a:effectLst/>
      </p:bgPr>
    </p:bg>
    <p:spTree>
      <p:nvGrpSpPr>
        <p:cNvPr id="1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Google Shape;720;p30"/>
          <p:cNvSpPr/>
          <p:nvPr/>
        </p:nvSpPr>
        <p:spPr>
          <a:xfrm>
            <a:off x="1478524" y="1866901"/>
            <a:ext cx="14478213" cy="7674374"/>
          </a:xfrm>
          <a:custGeom>
            <a:avLst/>
            <a:gdLst/>
            <a:ahLst/>
            <a:cxnLst/>
            <a:rect l="l" t="t" r="r" b="b"/>
            <a:pathLst>
              <a:path w="10825342" h="5776630" extrusionOk="0">
                <a:moveTo>
                  <a:pt x="278431" y="16918"/>
                </a:moveTo>
                <a:cubicBezTo>
                  <a:pt x="278431" y="16918"/>
                  <a:pt x="604014" y="12258"/>
                  <a:pt x="1062834" y="12454"/>
                </a:cubicBezTo>
                <a:cubicBezTo>
                  <a:pt x="8817733" y="12671"/>
                  <a:pt x="10551274" y="0"/>
                  <a:pt x="10551274" y="0"/>
                </a:cubicBezTo>
                <a:cubicBezTo>
                  <a:pt x="10618737" y="0"/>
                  <a:pt x="10694674" y="0"/>
                  <a:pt x="10773448" y="85073"/>
                </a:cubicBezTo>
                <a:cubicBezTo>
                  <a:pt x="10816426" y="131488"/>
                  <a:pt x="10817494" y="240224"/>
                  <a:pt x="10817899" y="320281"/>
                </a:cubicBezTo>
                <a:cubicBezTo>
                  <a:pt x="10817899" y="320281"/>
                  <a:pt x="10816195" y="4157017"/>
                  <a:pt x="10816195" y="5014045"/>
                </a:cubicBezTo>
                <a:cubicBezTo>
                  <a:pt x="10816195" y="5228205"/>
                  <a:pt x="10825342" y="5527383"/>
                  <a:pt x="10825342" y="5527383"/>
                </a:cubicBezTo>
                <a:cubicBezTo>
                  <a:pt x="10825342" y="5656052"/>
                  <a:pt x="10821173" y="5776630"/>
                  <a:pt x="10568335" y="5768495"/>
                </a:cubicBezTo>
                <a:cubicBezTo>
                  <a:pt x="10568335" y="5768495"/>
                  <a:pt x="10191862" y="5748197"/>
                  <a:pt x="9095459" y="5755795"/>
                </a:cubicBezTo>
                <a:cubicBezTo>
                  <a:pt x="2547822" y="5763930"/>
                  <a:pt x="304023" y="5776630"/>
                  <a:pt x="304023" y="5776630"/>
                </a:cubicBezTo>
                <a:cubicBezTo>
                  <a:pt x="132548" y="5776630"/>
                  <a:pt x="4213" y="5675561"/>
                  <a:pt x="8532" y="5473013"/>
                </a:cubicBezTo>
                <a:cubicBezTo>
                  <a:pt x="8532" y="5473013"/>
                  <a:pt x="9630" y="4974472"/>
                  <a:pt x="4815" y="1481678"/>
                </a:cubicBezTo>
                <a:cubicBezTo>
                  <a:pt x="0" y="663668"/>
                  <a:pt x="25592" y="330596"/>
                  <a:pt x="25592" y="330596"/>
                </a:cubicBezTo>
                <a:cubicBezTo>
                  <a:pt x="27224" y="150571"/>
                  <a:pt x="143504" y="16918"/>
                  <a:pt x="278431" y="16918"/>
                </a:cubicBezTo>
                <a:close/>
              </a:path>
            </a:pathLst>
          </a:custGeom>
          <a:solidFill>
            <a:srgbClr val="FFF3E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1" name="Google Shape;721;p30"/>
          <p:cNvSpPr/>
          <p:nvPr/>
        </p:nvSpPr>
        <p:spPr>
          <a:xfrm>
            <a:off x="2895600" y="744090"/>
            <a:ext cx="10921170" cy="2289864"/>
          </a:xfrm>
          <a:custGeom>
            <a:avLst/>
            <a:gdLst/>
            <a:ahLst/>
            <a:cxnLst/>
            <a:rect l="l" t="t" r="r" b="b"/>
            <a:pathLst>
              <a:path w="3443102" h="1144961" extrusionOk="0">
                <a:moveTo>
                  <a:pt x="2504203" y="1133773"/>
                </a:moveTo>
                <a:cubicBezTo>
                  <a:pt x="2504203" y="1133773"/>
                  <a:pt x="2084450" y="1144961"/>
                  <a:pt x="1621865" y="1142339"/>
                </a:cubicBezTo>
                <a:cubicBezTo>
                  <a:pt x="1584822" y="1140177"/>
                  <a:pt x="1057073" y="1132352"/>
                  <a:pt x="1057073" y="1132352"/>
                </a:cubicBezTo>
                <a:cubicBezTo>
                  <a:pt x="812931" y="1123518"/>
                  <a:pt x="565145" y="1106537"/>
                  <a:pt x="398404" y="1048359"/>
                </a:cubicBezTo>
                <a:cubicBezTo>
                  <a:pt x="120505" y="951398"/>
                  <a:pt x="0" y="773869"/>
                  <a:pt x="0" y="577261"/>
                </a:cubicBezTo>
                <a:lnTo>
                  <a:pt x="0" y="577259"/>
                </a:lnTo>
                <a:cubicBezTo>
                  <a:pt x="8536" y="440430"/>
                  <a:pt x="34263" y="311302"/>
                  <a:pt x="140291" y="225758"/>
                </a:cubicBezTo>
                <a:cubicBezTo>
                  <a:pt x="342602" y="62530"/>
                  <a:pt x="736658" y="7673"/>
                  <a:pt x="1155311" y="7673"/>
                </a:cubicBezTo>
                <a:cubicBezTo>
                  <a:pt x="1155311" y="7673"/>
                  <a:pt x="1551711" y="15681"/>
                  <a:pt x="1584822" y="7673"/>
                </a:cubicBezTo>
                <a:cubicBezTo>
                  <a:pt x="1865523" y="0"/>
                  <a:pt x="2329451" y="7673"/>
                  <a:pt x="2329451" y="7673"/>
                </a:cubicBezTo>
                <a:cubicBezTo>
                  <a:pt x="2697758" y="15152"/>
                  <a:pt x="3061071" y="84484"/>
                  <a:pt x="3258811" y="207066"/>
                </a:cubicBezTo>
                <a:cubicBezTo>
                  <a:pt x="3409828" y="300683"/>
                  <a:pt x="3443102" y="425358"/>
                  <a:pt x="3433962" y="577261"/>
                </a:cubicBezTo>
                <a:lnTo>
                  <a:pt x="3433962" y="577262"/>
                </a:lnTo>
                <a:cubicBezTo>
                  <a:pt x="3433962" y="891835"/>
                  <a:pt x="3150965" y="1105932"/>
                  <a:pt x="2504203" y="1133773"/>
                </a:cubicBezTo>
                <a:close/>
              </a:path>
            </a:pathLst>
          </a:custGeom>
          <a:solidFill>
            <a:srgbClr val="FDF5B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722" name="Google Shape;722;p3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656759" y="472740"/>
            <a:ext cx="3020414" cy="720862"/>
          </a:xfrm>
          <a:prstGeom prst="rect">
            <a:avLst/>
          </a:prstGeom>
          <a:noFill/>
          <a:ln>
            <a:noFill/>
          </a:ln>
        </p:spPr>
      </p:pic>
      <p:sp>
        <p:nvSpPr>
          <p:cNvPr id="723" name="Google Shape;723;p30"/>
          <p:cNvSpPr txBox="1"/>
          <p:nvPr/>
        </p:nvSpPr>
        <p:spPr>
          <a:xfrm>
            <a:off x="2448549" y="1355265"/>
            <a:ext cx="12875648" cy="1329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00"/>
              <a:buFont typeface="Arial"/>
              <a:buNone/>
            </a:pPr>
            <a:r>
              <a:rPr lang="en-US" sz="9600" b="0" i="0" u="none" strike="noStrike" cap="none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换</a:t>
            </a:r>
            <a:r>
              <a:rPr lang="en-US" sz="96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8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v. </a:t>
            </a:r>
            <a:r>
              <a:rPr lang="en-US" sz="80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huàn</a:t>
            </a:r>
            <a:r>
              <a:rPr lang="en-US" sz="8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to change</a:t>
            </a:r>
            <a:endParaRPr sz="9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24" name="Google Shape;724;p3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698455">
            <a:off x="14863540" y="-142294"/>
            <a:ext cx="3629501" cy="2412635"/>
          </a:xfrm>
          <a:prstGeom prst="rect">
            <a:avLst/>
          </a:prstGeom>
          <a:noFill/>
          <a:ln>
            <a:noFill/>
          </a:ln>
        </p:spPr>
      </p:pic>
      <p:pic>
        <p:nvPicPr>
          <p:cNvPr id="725" name="Google Shape;725;p3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803959">
            <a:off x="15680560" y="8048436"/>
            <a:ext cx="2122534" cy="1966751"/>
          </a:xfrm>
          <a:prstGeom prst="rect">
            <a:avLst/>
          </a:prstGeom>
          <a:noFill/>
          <a:ln>
            <a:noFill/>
          </a:ln>
        </p:spPr>
      </p:pic>
      <p:pic>
        <p:nvPicPr>
          <p:cNvPr id="726" name="Google Shape;726;p30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 rot="-442419">
            <a:off x="615416" y="8148284"/>
            <a:ext cx="2443041" cy="1959523"/>
          </a:xfrm>
          <a:prstGeom prst="rect">
            <a:avLst/>
          </a:prstGeom>
          <a:noFill/>
          <a:ln>
            <a:noFill/>
          </a:ln>
        </p:spPr>
      </p:pic>
      <p:pic>
        <p:nvPicPr>
          <p:cNvPr id="727" name="Google Shape;727;p30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 rot="-2627376">
            <a:off x="3071024" y="-96077"/>
            <a:ext cx="947383" cy="2122534"/>
          </a:xfrm>
          <a:prstGeom prst="rect">
            <a:avLst/>
          </a:prstGeom>
          <a:noFill/>
          <a:ln>
            <a:noFill/>
          </a:ln>
        </p:spPr>
      </p:pic>
      <p:sp>
        <p:nvSpPr>
          <p:cNvPr id="728" name="Google Shape;728;p30"/>
          <p:cNvSpPr txBox="1"/>
          <p:nvPr/>
        </p:nvSpPr>
        <p:spPr>
          <a:xfrm rot="791915">
            <a:off x="14573022" y="504334"/>
            <a:ext cx="4050280" cy="1630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68194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3600"/>
              <a:buFont typeface="Calibri"/>
              <a:buNone/>
            </a:pPr>
            <a:r>
              <a:rPr lang="en-US" sz="3600" b="1" i="0" u="none" strike="noStrike" cap="none">
                <a:solidFill>
                  <a:srgbClr val="2E2F30"/>
                </a:solidFill>
                <a:latin typeface="Calibri"/>
                <a:ea typeface="Calibri"/>
                <a:cs typeface="Calibri"/>
                <a:sym typeface="Calibri"/>
              </a:rPr>
              <a:t>生词 </a:t>
            </a:r>
            <a:endParaRPr sz="3600" b="1" i="0" u="none" strike="noStrike" cap="none">
              <a:solidFill>
                <a:srgbClr val="2E2F3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26145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4800"/>
              <a:buFont typeface="Arial"/>
              <a:buNone/>
            </a:pPr>
            <a:r>
              <a:rPr lang="en-US" sz="4800" b="1" i="0" u="none" strike="noStrike" cap="none">
                <a:solidFill>
                  <a:srgbClr val="2E2F30"/>
                </a:solidFill>
                <a:latin typeface="Arial"/>
                <a:ea typeface="Arial"/>
                <a:cs typeface="Arial"/>
                <a:sym typeface="Arial"/>
              </a:rPr>
              <a:t>New words</a:t>
            </a:r>
            <a:endParaRPr sz="4800" b="1" i="0" u="none" strike="noStrike" cap="none">
              <a:solidFill>
                <a:srgbClr val="2E2F3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29" name="Google Shape;729;p30" descr="A picture containing text, businesscard&#10;&#10;Description automatically generated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994113" y="2794426"/>
            <a:ext cx="3447033" cy="344703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730" name="Google Shape;730;p30"/>
          <p:cNvSpPr/>
          <p:nvPr/>
        </p:nvSpPr>
        <p:spPr>
          <a:xfrm>
            <a:off x="9633858" y="7037681"/>
            <a:ext cx="5028639" cy="2238891"/>
          </a:xfrm>
          <a:custGeom>
            <a:avLst/>
            <a:gdLst/>
            <a:ahLst/>
            <a:cxnLst/>
            <a:rect l="l" t="t" r="r" b="b"/>
            <a:pathLst>
              <a:path w="3443102" h="1144961" extrusionOk="0">
                <a:moveTo>
                  <a:pt x="2504203" y="1133773"/>
                </a:moveTo>
                <a:cubicBezTo>
                  <a:pt x="2504203" y="1133773"/>
                  <a:pt x="2084450" y="1144961"/>
                  <a:pt x="1621865" y="1142339"/>
                </a:cubicBezTo>
                <a:cubicBezTo>
                  <a:pt x="1584822" y="1140177"/>
                  <a:pt x="1057073" y="1132352"/>
                  <a:pt x="1057073" y="1132352"/>
                </a:cubicBezTo>
                <a:cubicBezTo>
                  <a:pt x="812931" y="1123518"/>
                  <a:pt x="565145" y="1106537"/>
                  <a:pt x="398404" y="1048359"/>
                </a:cubicBezTo>
                <a:cubicBezTo>
                  <a:pt x="120505" y="951398"/>
                  <a:pt x="0" y="773869"/>
                  <a:pt x="0" y="577261"/>
                </a:cubicBezTo>
                <a:lnTo>
                  <a:pt x="0" y="577259"/>
                </a:lnTo>
                <a:cubicBezTo>
                  <a:pt x="8536" y="440430"/>
                  <a:pt x="34263" y="311302"/>
                  <a:pt x="140291" y="225758"/>
                </a:cubicBezTo>
                <a:cubicBezTo>
                  <a:pt x="342602" y="62530"/>
                  <a:pt x="736658" y="7673"/>
                  <a:pt x="1155311" y="7673"/>
                </a:cubicBezTo>
                <a:cubicBezTo>
                  <a:pt x="1155311" y="7673"/>
                  <a:pt x="1551711" y="15681"/>
                  <a:pt x="1584822" y="7673"/>
                </a:cubicBezTo>
                <a:cubicBezTo>
                  <a:pt x="1865523" y="0"/>
                  <a:pt x="2329451" y="7673"/>
                  <a:pt x="2329451" y="7673"/>
                </a:cubicBezTo>
                <a:cubicBezTo>
                  <a:pt x="2697758" y="15152"/>
                  <a:pt x="3061071" y="84484"/>
                  <a:pt x="3258811" y="207066"/>
                </a:cubicBezTo>
                <a:cubicBezTo>
                  <a:pt x="3409828" y="300683"/>
                  <a:pt x="3443102" y="425358"/>
                  <a:pt x="3433962" y="577261"/>
                </a:cubicBezTo>
                <a:lnTo>
                  <a:pt x="3433962" y="577262"/>
                </a:lnTo>
                <a:cubicBezTo>
                  <a:pt x="3433962" y="891835"/>
                  <a:pt x="3150965" y="1105932"/>
                  <a:pt x="2504203" y="1133773"/>
                </a:cubicBezTo>
                <a:close/>
              </a:path>
            </a:pathLst>
          </a:custGeom>
          <a:solidFill>
            <a:srgbClr val="E5DFEC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1" name="Google Shape;731;p30"/>
          <p:cNvSpPr txBox="1"/>
          <p:nvPr/>
        </p:nvSpPr>
        <p:spPr>
          <a:xfrm>
            <a:off x="9738431" y="7168754"/>
            <a:ext cx="6019067" cy="21273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375"/>
              </a:lnSpc>
              <a:spcBef>
                <a:spcPts val="0"/>
              </a:spcBef>
              <a:spcAft>
                <a:spcPts val="0"/>
              </a:spcAft>
              <a:buClr>
                <a:srgbClr val="272626"/>
              </a:buClr>
              <a:buSzPts val="3200"/>
              <a:buFont typeface="SimSun"/>
              <a:buNone/>
            </a:pPr>
            <a:r>
              <a:rPr lang="en-US" sz="3200" b="0" i="0" u="none" strike="noStrike" cap="none" dirty="0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 </a:t>
            </a:r>
            <a:r>
              <a:rPr lang="en-US" sz="3200" b="0" i="0" u="none" strike="noStrike" cap="none" dirty="0" err="1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wǒ</a:t>
            </a:r>
            <a:r>
              <a:rPr lang="en-US" sz="3200" b="0" i="0" u="none" strike="noStrike" cap="none" dirty="0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3200" b="0" i="0" u="none" strike="noStrike" cap="none" dirty="0" err="1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yào</a:t>
            </a:r>
            <a:r>
              <a:rPr lang="en-US" sz="3200" b="0" i="0" u="none" strike="noStrike" cap="none" dirty="0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3200" b="0" i="0" u="none" strike="noStrike" cap="none" dirty="0" err="1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huàn</a:t>
            </a:r>
            <a:r>
              <a:rPr lang="en-US" sz="3200" b="0" i="0" u="none" strike="noStrike" cap="none" dirty="0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3200" b="0" i="0" u="none" strike="noStrike" cap="none" dirty="0" err="1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Wǔbǎi</a:t>
            </a:r>
            <a:r>
              <a:rPr lang="en-US" sz="3200" b="0" i="0" u="none" strike="noStrike" cap="none" dirty="0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3200" b="0" i="0" u="none" strike="noStrike" cap="none" dirty="0" err="1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Měiyuán</a:t>
            </a:r>
            <a:r>
              <a:rPr lang="en-US" sz="3200" b="0" i="0" u="none" strike="noStrike" cap="none" dirty="0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.</a:t>
            </a:r>
            <a:endParaRPr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marL="0" marR="0" lvl="0" indent="0" algn="l" rtl="0">
              <a:lnSpc>
                <a:spcPct val="96300"/>
              </a:lnSpc>
              <a:spcBef>
                <a:spcPts val="0"/>
              </a:spcBef>
              <a:spcAft>
                <a:spcPts val="0"/>
              </a:spcAft>
              <a:buClr>
                <a:srgbClr val="272626"/>
              </a:buClr>
              <a:buSzPts val="4000"/>
              <a:buFont typeface="Arial"/>
              <a:buNone/>
            </a:pPr>
            <a:r>
              <a:rPr lang="en-US" sz="4000" b="0" i="0" u="none" strike="noStrike" cap="none" dirty="0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B:</a:t>
            </a:r>
            <a:r>
              <a:rPr lang="zh-CN" altLang="en-US" sz="4000" b="0" i="0" u="none" strike="noStrike" cap="none" dirty="0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我要换</a:t>
            </a:r>
            <a:r>
              <a:rPr lang="en-US" sz="4000" b="0" i="0" u="none" strike="noStrike" cap="none" dirty="0" err="1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五百</a:t>
            </a:r>
            <a:r>
              <a:rPr lang="en-US" sz="4000" b="0" i="0" u="none" strike="noStrike" cap="none" dirty="0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 </a:t>
            </a:r>
            <a:r>
              <a:rPr lang="en-US" sz="4000" b="0" i="0" u="none" strike="noStrike" cap="none" dirty="0" err="1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美元</a:t>
            </a:r>
            <a:r>
              <a:rPr lang="en-US" sz="4000" b="0" i="0" u="none" strike="noStrike" cap="none" dirty="0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。</a:t>
            </a:r>
            <a:endParaRPr sz="4000" b="0" i="0" u="none" strike="noStrike" cap="none" dirty="0">
              <a:solidFill>
                <a:srgbClr val="272626"/>
              </a:solidFill>
              <a:latin typeface="SimSun" panose="02010600030101010101" pitchFamily="2" charset="-122"/>
              <a:ea typeface="SimSun" panose="02010600030101010101" pitchFamily="2" charset="-122"/>
              <a:sym typeface="Arial"/>
            </a:endParaRPr>
          </a:p>
          <a:p>
            <a:pPr marL="0" marR="0" lvl="0" indent="0" algn="l" rtl="0">
              <a:lnSpc>
                <a:spcPct val="963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3200" b="0" i="0" u="none" strike="noStrike" cap="none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 I need to change five hundred dollars</a:t>
            </a:r>
            <a:endParaRPr sz="110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pic>
        <p:nvPicPr>
          <p:cNvPr id="732" name="Google Shape;732;p3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1079914">
            <a:off x="14896866" y="6284862"/>
            <a:ext cx="1169397" cy="720862"/>
          </a:xfrm>
          <a:prstGeom prst="rect">
            <a:avLst/>
          </a:prstGeom>
          <a:noFill/>
          <a:ln>
            <a:noFill/>
          </a:ln>
        </p:spPr>
      </p:pic>
      <p:sp>
        <p:nvSpPr>
          <p:cNvPr id="733" name="Google Shape;733;p30"/>
          <p:cNvSpPr/>
          <p:nvPr/>
        </p:nvSpPr>
        <p:spPr>
          <a:xfrm>
            <a:off x="2835729" y="6645293"/>
            <a:ext cx="5703128" cy="3219403"/>
          </a:xfrm>
          <a:custGeom>
            <a:avLst/>
            <a:gdLst/>
            <a:ahLst/>
            <a:cxnLst/>
            <a:rect l="l" t="t" r="r" b="b"/>
            <a:pathLst>
              <a:path w="3443102" h="1144961" extrusionOk="0">
                <a:moveTo>
                  <a:pt x="2504203" y="1133773"/>
                </a:moveTo>
                <a:cubicBezTo>
                  <a:pt x="2504203" y="1133773"/>
                  <a:pt x="2084450" y="1144961"/>
                  <a:pt x="1621865" y="1142339"/>
                </a:cubicBezTo>
                <a:cubicBezTo>
                  <a:pt x="1584822" y="1140177"/>
                  <a:pt x="1057073" y="1132352"/>
                  <a:pt x="1057073" y="1132352"/>
                </a:cubicBezTo>
                <a:cubicBezTo>
                  <a:pt x="812931" y="1123518"/>
                  <a:pt x="565145" y="1106537"/>
                  <a:pt x="398404" y="1048359"/>
                </a:cubicBezTo>
                <a:cubicBezTo>
                  <a:pt x="120505" y="951398"/>
                  <a:pt x="0" y="773869"/>
                  <a:pt x="0" y="577261"/>
                </a:cubicBezTo>
                <a:lnTo>
                  <a:pt x="0" y="577259"/>
                </a:lnTo>
                <a:cubicBezTo>
                  <a:pt x="8536" y="440430"/>
                  <a:pt x="34263" y="311302"/>
                  <a:pt x="140291" y="225758"/>
                </a:cubicBezTo>
                <a:cubicBezTo>
                  <a:pt x="342602" y="62530"/>
                  <a:pt x="736658" y="7673"/>
                  <a:pt x="1155311" y="7673"/>
                </a:cubicBezTo>
                <a:cubicBezTo>
                  <a:pt x="1155311" y="7673"/>
                  <a:pt x="1551711" y="15681"/>
                  <a:pt x="1584822" y="7673"/>
                </a:cubicBezTo>
                <a:cubicBezTo>
                  <a:pt x="1865523" y="0"/>
                  <a:pt x="2329451" y="7673"/>
                  <a:pt x="2329451" y="7673"/>
                </a:cubicBezTo>
                <a:cubicBezTo>
                  <a:pt x="2697758" y="15152"/>
                  <a:pt x="3061071" y="84484"/>
                  <a:pt x="3258811" y="207066"/>
                </a:cubicBezTo>
                <a:cubicBezTo>
                  <a:pt x="3409828" y="300683"/>
                  <a:pt x="3443102" y="425358"/>
                  <a:pt x="3433962" y="577261"/>
                </a:cubicBezTo>
                <a:lnTo>
                  <a:pt x="3433962" y="577262"/>
                </a:lnTo>
                <a:cubicBezTo>
                  <a:pt x="3433962" y="891835"/>
                  <a:pt x="3150965" y="1105932"/>
                  <a:pt x="2504203" y="1133773"/>
                </a:cubicBezTo>
                <a:close/>
              </a:path>
            </a:pathLst>
          </a:custGeom>
          <a:solidFill>
            <a:srgbClr val="E5DFEC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734" name="Google Shape;734;p30"/>
          <p:cNvSpPr txBox="1"/>
          <p:nvPr/>
        </p:nvSpPr>
        <p:spPr>
          <a:xfrm>
            <a:off x="3276600" y="7040707"/>
            <a:ext cx="5703128" cy="21273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375"/>
              </a:lnSpc>
              <a:spcBef>
                <a:spcPts val="0"/>
              </a:spcBef>
              <a:spcAft>
                <a:spcPts val="0"/>
              </a:spcAft>
              <a:buClr>
                <a:srgbClr val="272626"/>
              </a:buClr>
              <a:buSzPts val="3200"/>
              <a:buFont typeface="SimSun"/>
              <a:buNone/>
            </a:pPr>
            <a:r>
              <a:rPr lang="en-US" sz="3200" b="0" i="0" u="none" strike="noStrike" cap="none" dirty="0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 </a:t>
            </a:r>
            <a:r>
              <a:rPr lang="en-US" sz="3200" b="0" i="0" u="none" strike="noStrike" cap="none" dirty="0" err="1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Nín</a:t>
            </a:r>
            <a:r>
              <a:rPr lang="en-US" sz="3200" b="0" i="0" u="none" strike="noStrike" cap="none" dirty="0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3200" b="0" i="0" u="none" strike="noStrike" cap="none" dirty="0" err="1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yào</a:t>
            </a:r>
            <a:r>
              <a:rPr lang="en-US" sz="3200" b="0" i="0" u="none" strike="noStrike" cap="none" dirty="0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3200" b="0" i="0" u="none" strike="noStrike" cap="none" dirty="0" err="1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huàn</a:t>
            </a:r>
            <a:r>
              <a:rPr lang="en-US" sz="3200" b="0" i="0" u="none" strike="noStrike" cap="none" dirty="0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3200" b="0" i="0" u="none" strike="noStrike" cap="none" dirty="0" err="1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duōshǎo</a:t>
            </a:r>
            <a:r>
              <a:rPr lang="en-US" sz="3200" b="0" i="0" u="none" strike="noStrike" cap="none" dirty="0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?</a:t>
            </a:r>
            <a:endParaRPr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marL="0" marR="0" lvl="0" indent="0" algn="l" rtl="0">
              <a:lnSpc>
                <a:spcPct val="963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0" i="0" u="none" strike="noStrike" cap="none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A:您 要 </a:t>
            </a:r>
            <a:r>
              <a:rPr lang="en-US" sz="4000" b="1" i="0" u="none" strike="noStrike" cap="none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换</a:t>
            </a:r>
            <a:r>
              <a:rPr lang="en-US" sz="4000" b="0" i="0" u="none" strike="noStrike" cap="none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  </a:t>
            </a:r>
            <a:r>
              <a:rPr lang="en-US" sz="4000" b="0" i="0" u="none" strike="noStrike" cap="none" dirty="0" err="1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多少</a:t>
            </a:r>
            <a:r>
              <a:rPr lang="en-US" sz="4000" b="0" i="0" u="none" strike="noStrike" cap="none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？</a:t>
            </a:r>
            <a:endParaRPr sz="4000" b="0" i="0" u="none" strike="noStrike" cap="none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  <a:sym typeface="Arial"/>
            </a:endParaRPr>
          </a:p>
          <a:p>
            <a:pPr marL="0" marR="0" lvl="0" indent="0" algn="l" rtl="0">
              <a:lnSpc>
                <a:spcPct val="963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3200" b="0" i="0" u="none" strike="noStrike" cap="none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How much would you like to exchange?</a:t>
            </a:r>
            <a:endParaRPr sz="110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pic>
        <p:nvPicPr>
          <p:cNvPr id="735" name="Google Shape;735;p3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1079914">
            <a:off x="2630259" y="6510659"/>
            <a:ext cx="1169397" cy="7208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EC4"/>
        </a:solidFill>
        <a:effectLst/>
      </p:bgPr>
    </p:bg>
    <p:spTree>
      <p:nvGrpSpPr>
        <p:cNvPr id="1" name="Shape 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Google Shape;740;p31"/>
          <p:cNvSpPr/>
          <p:nvPr/>
        </p:nvSpPr>
        <p:spPr>
          <a:xfrm>
            <a:off x="1529324" y="1868536"/>
            <a:ext cx="14478213" cy="7674374"/>
          </a:xfrm>
          <a:custGeom>
            <a:avLst/>
            <a:gdLst/>
            <a:ahLst/>
            <a:cxnLst/>
            <a:rect l="l" t="t" r="r" b="b"/>
            <a:pathLst>
              <a:path w="10825342" h="5776630" extrusionOk="0">
                <a:moveTo>
                  <a:pt x="278431" y="16918"/>
                </a:moveTo>
                <a:cubicBezTo>
                  <a:pt x="278431" y="16918"/>
                  <a:pt x="604014" y="12258"/>
                  <a:pt x="1062834" y="12454"/>
                </a:cubicBezTo>
                <a:cubicBezTo>
                  <a:pt x="8817733" y="12671"/>
                  <a:pt x="10551274" y="0"/>
                  <a:pt x="10551274" y="0"/>
                </a:cubicBezTo>
                <a:cubicBezTo>
                  <a:pt x="10618737" y="0"/>
                  <a:pt x="10694674" y="0"/>
                  <a:pt x="10773448" y="85073"/>
                </a:cubicBezTo>
                <a:cubicBezTo>
                  <a:pt x="10816426" y="131488"/>
                  <a:pt x="10817494" y="240224"/>
                  <a:pt x="10817899" y="320281"/>
                </a:cubicBezTo>
                <a:cubicBezTo>
                  <a:pt x="10817899" y="320281"/>
                  <a:pt x="10816195" y="4157017"/>
                  <a:pt x="10816195" y="5014045"/>
                </a:cubicBezTo>
                <a:cubicBezTo>
                  <a:pt x="10816195" y="5228205"/>
                  <a:pt x="10825342" y="5527383"/>
                  <a:pt x="10825342" y="5527383"/>
                </a:cubicBezTo>
                <a:cubicBezTo>
                  <a:pt x="10825342" y="5656052"/>
                  <a:pt x="10821173" y="5776630"/>
                  <a:pt x="10568335" y="5768495"/>
                </a:cubicBezTo>
                <a:cubicBezTo>
                  <a:pt x="10568335" y="5768495"/>
                  <a:pt x="10191862" y="5748197"/>
                  <a:pt x="9095459" y="5755795"/>
                </a:cubicBezTo>
                <a:cubicBezTo>
                  <a:pt x="2547822" y="5763930"/>
                  <a:pt x="304023" y="5776630"/>
                  <a:pt x="304023" y="5776630"/>
                </a:cubicBezTo>
                <a:cubicBezTo>
                  <a:pt x="132548" y="5776630"/>
                  <a:pt x="4213" y="5675561"/>
                  <a:pt x="8532" y="5473013"/>
                </a:cubicBezTo>
                <a:cubicBezTo>
                  <a:pt x="8532" y="5473013"/>
                  <a:pt x="9630" y="4974472"/>
                  <a:pt x="4815" y="1481678"/>
                </a:cubicBezTo>
                <a:cubicBezTo>
                  <a:pt x="0" y="663668"/>
                  <a:pt x="25592" y="330596"/>
                  <a:pt x="25592" y="330596"/>
                </a:cubicBezTo>
                <a:cubicBezTo>
                  <a:pt x="27224" y="150571"/>
                  <a:pt x="143504" y="16918"/>
                  <a:pt x="278431" y="16918"/>
                </a:cubicBezTo>
                <a:close/>
              </a:path>
            </a:pathLst>
          </a:custGeom>
          <a:solidFill>
            <a:srgbClr val="FFF3E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1" name="Google Shape;741;p31"/>
          <p:cNvSpPr/>
          <p:nvPr/>
        </p:nvSpPr>
        <p:spPr>
          <a:xfrm>
            <a:off x="2895600" y="744090"/>
            <a:ext cx="10921170" cy="2289864"/>
          </a:xfrm>
          <a:custGeom>
            <a:avLst/>
            <a:gdLst/>
            <a:ahLst/>
            <a:cxnLst/>
            <a:rect l="l" t="t" r="r" b="b"/>
            <a:pathLst>
              <a:path w="3443102" h="1144961" extrusionOk="0">
                <a:moveTo>
                  <a:pt x="2504203" y="1133773"/>
                </a:moveTo>
                <a:cubicBezTo>
                  <a:pt x="2504203" y="1133773"/>
                  <a:pt x="2084450" y="1144961"/>
                  <a:pt x="1621865" y="1142339"/>
                </a:cubicBezTo>
                <a:cubicBezTo>
                  <a:pt x="1584822" y="1140177"/>
                  <a:pt x="1057073" y="1132352"/>
                  <a:pt x="1057073" y="1132352"/>
                </a:cubicBezTo>
                <a:cubicBezTo>
                  <a:pt x="812931" y="1123518"/>
                  <a:pt x="565145" y="1106537"/>
                  <a:pt x="398404" y="1048359"/>
                </a:cubicBezTo>
                <a:cubicBezTo>
                  <a:pt x="120505" y="951398"/>
                  <a:pt x="0" y="773869"/>
                  <a:pt x="0" y="577261"/>
                </a:cubicBezTo>
                <a:lnTo>
                  <a:pt x="0" y="577259"/>
                </a:lnTo>
                <a:cubicBezTo>
                  <a:pt x="8536" y="440430"/>
                  <a:pt x="34263" y="311302"/>
                  <a:pt x="140291" y="225758"/>
                </a:cubicBezTo>
                <a:cubicBezTo>
                  <a:pt x="342602" y="62530"/>
                  <a:pt x="736658" y="7673"/>
                  <a:pt x="1155311" y="7673"/>
                </a:cubicBezTo>
                <a:cubicBezTo>
                  <a:pt x="1155311" y="7673"/>
                  <a:pt x="1551711" y="15681"/>
                  <a:pt x="1584822" y="7673"/>
                </a:cubicBezTo>
                <a:cubicBezTo>
                  <a:pt x="1865523" y="0"/>
                  <a:pt x="2329451" y="7673"/>
                  <a:pt x="2329451" y="7673"/>
                </a:cubicBezTo>
                <a:cubicBezTo>
                  <a:pt x="2697758" y="15152"/>
                  <a:pt x="3061071" y="84484"/>
                  <a:pt x="3258811" y="207066"/>
                </a:cubicBezTo>
                <a:cubicBezTo>
                  <a:pt x="3409828" y="300683"/>
                  <a:pt x="3443102" y="425358"/>
                  <a:pt x="3433962" y="577261"/>
                </a:cubicBezTo>
                <a:lnTo>
                  <a:pt x="3433962" y="577262"/>
                </a:lnTo>
                <a:cubicBezTo>
                  <a:pt x="3433962" y="891835"/>
                  <a:pt x="3150965" y="1105932"/>
                  <a:pt x="2504203" y="1133773"/>
                </a:cubicBezTo>
                <a:close/>
              </a:path>
            </a:pathLst>
          </a:custGeom>
          <a:solidFill>
            <a:srgbClr val="FDF5B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742" name="Google Shape;742;p3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656759" y="472740"/>
            <a:ext cx="3020414" cy="720862"/>
          </a:xfrm>
          <a:prstGeom prst="rect">
            <a:avLst/>
          </a:prstGeom>
          <a:noFill/>
          <a:ln>
            <a:noFill/>
          </a:ln>
        </p:spPr>
      </p:pic>
      <p:sp>
        <p:nvSpPr>
          <p:cNvPr id="743" name="Google Shape;743;p31"/>
          <p:cNvSpPr txBox="1"/>
          <p:nvPr/>
        </p:nvSpPr>
        <p:spPr>
          <a:xfrm>
            <a:off x="2448549" y="1355265"/>
            <a:ext cx="12875648" cy="11639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00"/>
              <a:buFont typeface="Arial"/>
              <a:buNone/>
            </a:pPr>
            <a:r>
              <a:rPr lang="en-US" sz="9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换 </a:t>
            </a:r>
            <a:r>
              <a:rPr lang="en-US" sz="8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v. huàn to change</a:t>
            </a:r>
            <a:endParaRPr sz="9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44" name="Google Shape;744;p3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698455">
            <a:off x="14863540" y="-142294"/>
            <a:ext cx="3629501" cy="2412635"/>
          </a:xfrm>
          <a:prstGeom prst="rect">
            <a:avLst/>
          </a:prstGeom>
          <a:noFill/>
          <a:ln>
            <a:noFill/>
          </a:ln>
        </p:spPr>
      </p:pic>
      <p:pic>
        <p:nvPicPr>
          <p:cNvPr id="745" name="Google Shape;745;p3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803959">
            <a:off x="15680560" y="8048436"/>
            <a:ext cx="2122534" cy="1966751"/>
          </a:xfrm>
          <a:prstGeom prst="rect">
            <a:avLst/>
          </a:prstGeom>
          <a:noFill/>
          <a:ln>
            <a:noFill/>
          </a:ln>
        </p:spPr>
      </p:pic>
      <p:pic>
        <p:nvPicPr>
          <p:cNvPr id="746" name="Google Shape;746;p31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 rot="-442419">
            <a:off x="615416" y="8148284"/>
            <a:ext cx="2443041" cy="1959523"/>
          </a:xfrm>
          <a:prstGeom prst="rect">
            <a:avLst/>
          </a:prstGeom>
          <a:noFill/>
          <a:ln>
            <a:noFill/>
          </a:ln>
        </p:spPr>
      </p:pic>
      <p:pic>
        <p:nvPicPr>
          <p:cNvPr id="747" name="Google Shape;747;p31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 rot="-2627376">
            <a:off x="3071024" y="-96077"/>
            <a:ext cx="947383" cy="2122534"/>
          </a:xfrm>
          <a:prstGeom prst="rect">
            <a:avLst/>
          </a:prstGeom>
          <a:noFill/>
          <a:ln>
            <a:noFill/>
          </a:ln>
        </p:spPr>
      </p:pic>
      <p:sp>
        <p:nvSpPr>
          <p:cNvPr id="748" name="Google Shape;748;p31"/>
          <p:cNvSpPr txBox="1"/>
          <p:nvPr/>
        </p:nvSpPr>
        <p:spPr>
          <a:xfrm rot="791915">
            <a:off x="14573022" y="504334"/>
            <a:ext cx="4050280" cy="1630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68194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3600"/>
              <a:buFont typeface="Calibri"/>
              <a:buNone/>
            </a:pPr>
            <a:r>
              <a:rPr lang="en-US" sz="3600" b="1" i="0" u="none" strike="noStrike" cap="none">
                <a:solidFill>
                  <a:srgbClr val="2E2F30"/>
                </a:solidFill>
                <a:latin typeface="Calibri"/>
                <a:ea typeface="Calibri"/>
                <a:cs typeface="Calibri"/>
                <a:sym typeface="Calibri"/>
              </a:rPr>
              <a:t>生词 </a:t>
            </a:r>
            <a:endParaRPr sz="3600" b="1" i="0" u="none" strike="noStrike" cap="none">
              <a:solidFill>
                <a:srgbClr val="2E2F3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26145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4800"/>
              <a:buFont typeface="Arial"/>
              <a:buNone/>
            </a:pPr>
            <a:r>
              <a:rPr lang="en-US" sz="4800" b="1" i="0" u="none" strike="noStrike" cap="none">
                <a:solidFill>
                  <a:srgbClr val="2E2F30"/>
                </a:solidFill>
                <a:latin typeface="Arial"/>
                <a:ea typeface="Arial"/>
                <a:cs typeface="Arial"/>
                <a:sym typeface="Arial"/>
              </a:rPr>
              <a:t>New words</a:t>
            </a:r>
            <a:endParaRPr sz="4800" b="1" i="0" u="none" strike="noStrike" cap="none">
              <a:solidFill>
                <a:srgbClr val="2E2F3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49" name="Google Shape;749;p31" descr="A picture containing text, businesscard&#10;&#10;Description automatically generated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2158898" y="3811027"/>
            <a:ext cx="3447033" cy="344703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750" name="Google Shape;750;p31"/>
          <p:cNvSpPr/>
          <p:nvPr/>
        </p:nvSpPr>
        <p:spPr>
          <a:xfrm>
            <a:off x="5936651" y="3774042"/>
            <a:ext cx="11136137" cy="2926730"/>
          </a:xfrm>
          <a:custGeom>
            <a:avLst/>
            <a:gdLst/>
            <a:ahLst/>
            <a:cxnLst/>
            <a:rect l="l" t="t" r="r" b="b"/>
            <a:pathLst>
              <a:path w="3443102" h="1144961" extrusionOk="0">
                <a:moveTo>
                  <a:pt x="2504203" y="1133773"/>
                </a:moveTo>
                <a:cubicBezTo>
                  <a:pt x="2504203" y="1133773"/>
                  <a:pt x="2084450" y="1144961"/>
                  <a:pt x="1621865" y="1142339"/>
                </a:cubicBezTo>
                <a:cubicBezTo>
                  <a:pt x="1584822" y="1140177"/>
                  <a:pt x="1057073" y="1132352"/>
                  <a:pt x="1057073" y="1132352"/>
                </a:cubicBezTo>
                <a:cubicBezTo>
                  <a:pt x="812931" y="1123518"/>
                  <a:pt x="565145" y="1106537"/>
                  <a:pt x="398404" y="1048359"/>
                </a:cubicBezTo>
                <a:cubicBezTo>
                  <a:pt x="120505" y="951398"/>
                  <a:pt x="0" y="773869"/>
                  <a:pt x="0" y="577261"/>
                </a:cubicBezTo>
                <a:lnTo>
                  <a:pt x="0" y="577259"/>
                </a:lnTo>
                <a:cubicBezTo>
                  <a:pt x="8536" y="440430"/>
                  <a:pt x="34263" y="311302"/>
                  <a:pt x="140291" y="225758"/>
                </a:cubicBezTo>
                <a:cubicBezTo>
                  <a:pt x="342602" y="62530"/>
                  <a:pt x="736658" y="7673"/>
                  <a:pt x="1155311" y="7673"/>
                </a:cubicBezTo>
                <a:cubicBezTo>
                  <a:pt x="1155311" y="7673"/>
                  <a:pt x="1551711" y="15681"/>
                  <a:pt x="1584822" y="7673"/>
                </a:cubicBezTo>
                <a:cubicBezTo>
                  <a:pt x="1865523" y="0"/>
                  <a:pt x="2329451" y="7673"/>
                  <a:pt x="2329451" y="7673"/>
                </a:cubicBezTo>
                <a:cubicBezTo>
                  <a:pt x="2697758" y="15152"/>
                  <a:pt x="3061071" y="84484"/>
                  <a:pt x="3258811" y="207066"/>
                </a:cubicBezTo>
                <a:cubicBezTo>
                  <a:pt x="3409828" y="300683"/>
                  <a:pt x="3443102" y="425358"/>
                  <a:pt x="3433962" y="577261"/>
                </a:cubicBezTo>
                <a:lnTo>
                  <a:pt x="3433962" y="577262"/>
                </a:lnTo>
                <a:cubicBezTo>
                  <a:pt x="3433962" y="891835"/>
                  <a:pt x="3150965" y="1105932"/>
                  <a:pt x="2504203" y="1133773"/>
                </a:cubicBezTo>
                <a:close/>
              </a:path>
            </a:pathLst>
          </a:custGeom>
          <a:solidFill>
            <a:srgbClr val="E5DFEC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1" name="Google Shape;751;p31"/>
          <p:cNvSpPr txBox="1"/>
          <p:nvPr/>
        </p:nvSpPr>
        <p:spPr>
          <a:xfrm>
            <a:off x="6926956" y="3993717"/>
            <a:ext cx="10008529" cy="21273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375"/>
              </a:lnSpc>
              <a:spcBef>
                <a:spcPts val="0"/>
              </a:spcBef>
              <a:spcAft>
                <a:spcPts val="0"/>
              </a:spcAft>
              <a:buClr>
                <a:srgbClr val="272626"/>
              </a:buClr>
              <a:buSzPts val="3200"/>
              <a:buFont typeface="SimSun"/>
              <a:buNone/>
            </a:pPr>
            <a:r>
              <a:rPr lang="en-US" sz="3200" b="0" i="0" u="none" strike="noStrike" cap="none" dirty="0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 </a:t>
            </a:r>
            <a:r>
              <a:rPr lang="en-US" sz="2800" b="0" i="0" u="none" strike="noStrike" cap="none" dirty="0" err="1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Jīntiān</a:t>
            </a:r>
            <a:r>
              <a:rPr lang="en-US" sz="2800" b="0" i="0" u="none" strike="noStrike" cap="none" dirty="0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2800" b="0" i="0" u="none" strike="noStrike" cap="none" dirty="0" err="1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yì</a:t>
            </a:r>
            <a:r>
              <a:rPr lang="en-US" sz="2800" b="0" i="0" u="none" strike="noStrike" cap="none" dirty="0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2800" b="0" i="0" u="none" strike="noStrike" cap="none" dirty="0" err="1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Měiyuán</a:t>
            </a:r>
            <a:r>
              <a:rPr lang="en-US" sz="2800" b="0" i="0" u="none" strike="noStrike" cap="none" dirty="0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 </a:t>
            </a:r>
            <a:r>
              <a:rPr lang="en-US" sz="2800" b="0" i="0" u="none" strike="noStrike" cap="none" dirty="0" err="1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huàn</a:t>
            </a:r>
            <a:r>
              <a:rPr lang="en-US" sz="2800" b="0" i="0" u="none" strike="noStrike" cap="none" dirty="0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2800" b="0" i="0" u="none" strike="noStrike" cap="none" dirty="0" err="1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duōshǎo</a:t>
            </a:r>
            <a:r>
              <a:rPr lang="en-US" sz="2800" b="0" i="0" u="none" strike="noStrike" cap="none" dirty="0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2800" b="0" i="0" u="none" strike="noStrike" cap="none" dirty="0" err="1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Rénmínbì</a:t>
            </a:r>
            <a:r>
              <a:rPr lang="en-US" sz="2800" b="0" i="0" u="none" strike="noStrike" cap="none" dirty="0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？</a:t>
            </a:r>
            <a:endParaRPr sz="2800" b="0" i="0" u="none" strike="noStrike" cap="none" dirty="0">
              <a:solidFill>
                <a:srgbClr val="272626"/>
              </a:solidFill>
              <a:latin typeface="SimSun" panose="02010600030101010101" pitchFamily="2" charset="-122"/>
              <a:ea typeface="SimSun" panose="02010600030101010101" pitchFamily="2" charset="-122"/>
              <a:cs typeface="SimSun"/>
              <a:sym typeface="SimSun"/>
            </a:endParaRPr>
          </a:p>
          <a:p>
            <a:pPr marL="0" marR="0" lvl="0" indent="0" algn="l" rtl="0">
              <a:lnSpc>
                <a:spcPct val="963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0" i="0" u="none" strike="noStrike" cap="none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A:今天 一 </a:t>
            </a:r>
            <a:r>
              <a:rPr lang="en-US" sz="4000" b="0" i="0" u="none" strike="noStrike" cap="none" dirty="0" err="1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美元</a:t>
            </a:r>
            <a:r>
              <a:rPr lang="en-US" sz="4000" b="0" i="0" u="none" strike="noStrike" cap="none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  </a:t>
            </a:r>
            <a:r>
              <a:rPr lang="en-US" sz="4000" b="1" i="0" u="none" strike="noStrike" cap="none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换</a:t>
            </a:r>
            <a:r>
              <a:rPr lang="en-US" sz="4000" b="0" i="0" u="none" strike="noStrike" cap="none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 </a:t>
            </a:r>
            <a:r>
              <a:rPr lang="en-US" sz="4000" b="0" i="0" u="none" strike="noStrike" cap="none" dirty="0" err="1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多少</a:t>
            </a:r>
            <a:r>
              <a:rPr lang="en-US" sz="4000" b="0" i="0" u="none" strike="noStrike" cap="none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 </a:t>
            </a:r>
            <a:r>
              <a:rPr lang="en-US" sz="4000" b="0" i="0" u="none" strike="noStrike" cap="none" dirty="0" err="1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人民币</a:t>
            </a:r>
            <a:r>
              <a:rPr lang="en-US" sz="4000" b="0" i="0" u="none" strike="noStrike" cap="none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？</a:t>
            </a:r>
            <a:endParaRPr sz="4000" b="0" i="0" u="none" strike="noStrike" cap="none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  <a:sym typeface="Arial"/>
            </a:endParaRPr>
          </a:p>
          <a:p>
            <a:pPr marL="0" marR="0" lvl="0" indent="0" algn="l" rtl="0">
              <a:lnSpc>
                <a:spcPct val="963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3200" b="0" i="0" u="none" strike="noStrike" cap="none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How much RMB for one US dollar today？</a:t>
            </a:r>
          </a:p>
          <a:p>
            <a:pPr marL="0" marR="0" lvl="0" indent="0" algn="l" rtl="0">
              <a:lnSpc>
                <a:spcPct val="963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3200" dirty="0">
                <a:latin typeface="SimSun" panose="02010600030101010101" pitchFamily="2" charset="-122"/>
                <a:ea typeface="SimSun" panose="02010600030101010101" pitchFamily="2" charset="-122"/>
              </a:rPr>
              <a:t>(What is the exchange rate?)</a:t>
            </a:r>
            <a:endParaRPr sz="110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pic>
        <p:nvPicPr>
          <p:cNvPr id="752" name="Google Shape;752;p3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1079914">
            <a:off x="4956365" y="3579472"/>
            <a:ext cx="1169397" cy="720862"/>
          </a:xfrm>
          <a:prstGeom prst="rect">
            <a:avLst/>
          </a:prstGeom>
          <a:noFill/>
          <a:ln>
            <a:noFill/>
          </a:ln>
        </p:spPr>
      </p:pic>
      <p:sp>
        <p:nvSpPr>
          <p:cNvPr id="753" name="Google Shape;753;p31"/>
          <p:cNvSpPr/>
          <p:nvPr/>
        </p:nvSpPr>
        <p:spPr>
          <a:xfrm>
            <a:off x="6052628" y="6336631"/>
            <a:ext cx="10673344" cy="2913402"/>
          </a:xfrm>
          <a:custGeom>
            <a:avLst/>
            <a:gdLst/>
            <a:ahLst/>
            <a:cxnLst/>
            <a:rect l="l" t="t" r="r" b="b"/>
            <a:pathLst>
              <a:path w="3443102" h="1144961" extrusionOk="0">
                <a:moveTo>
                  <a:pt x="2504203" y="1133773"/>
                </a:moveTo>
                <a:cubicBezTo>
                  <a:pt x="2504203" y="1133773"/>
                  <a:pt x="2084450" y="1144961"/>
                  <a:pt x="1621865" y="1142339"/>
                </a:cubicBezTo>
                <a:cubicBezTo>
                  <a:pt x="1584822" y="1140177"/>
                  <a:pt x="1057073" y="1132352"/>
                  <a:pt x="1057073" y="1132352"/>
                </a:cubicBezTo>
                <a:cubicBezTo>
                  <a:pt x="812931" y="1123518"/>
                  <a:pt x="565145" y="1106537"/>
                  <a:pt x="398404" y="1048359"/>
                </a:cubicBezTo>
                <a:cubicBezTo>
                  <a:pt x="120505" y="951398"/>
                  <a:pt x="0" y="773869"/>
                  <a:pt x="0" y="577261"/>
                </a:cubicBezTo>
                <a:lnTo>
                  <a:pt x="0" y="577259"/>
                </a:lnTo>
                <a:cubicBezTo>
                  <a:pt x="8536" y="440430"/>
                  <a:pt x="34263" y="311302"/>
                  <a:pt x="140291" y="225758"/>
                </a:cubicBezTo>
                <a:cubicBezTo>
                  <a:pt x="342602" y="62530"/>
                  <a:pt x="736658" y="7673"/>
                  <a:pt x="1155311" y="7673"/>
                </a:cubicBezTo>
                <a:cubicBezTo>
                  <a:pt x="1155311" y="7673"/>
                  <a:pt x="1551711" y="15681"/>
                  <a:pt x="1584822" y="7673"/>
                </a:cubicBezTo>
                <a:cubicBezTo>
                  <a:pt x="1865523" y="0"/>
                  <a:pt x="2329451" y="7673"/>
                  <a:pt x="2329451" y="7673"/>
                </a:cubicBezTo>
                <a:cubicBezTo>
                  <a:pt x="2697758" y="15152"/>
                  <a:pt x="3061071" y="84484"/>
                  <a:pt x="3258811" y="207066"/>
                </a:cubicBezTo>
                <a:cubicBezTo>
                  <a:pt x="3409828" y="300683"/>
                  <a:pt x="3443102" y="425358"/>
                  <a:pt x="3433962" y="577261"/>
                </a:cubicBezTo>
                <a:lnTo>
                  <a:pt x="3433962" y="577262"/>
                </a:lnTo>
                <a:cubicBezTo>
                  <a:pt x="3433962" y="891835"/>
                  <a:pt x="3150965" y="1105932"/>
                  <a:pt x="2504203" y="1133773"/>
                </a:cubicBezTo>
                <a:close/>
              </a:path>
            </a:pathLst>
          </a:custGeom>
          <a:solidFill>
            <a:srgbClr val="E5DFEC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4" name="Google Shape;754;p31"/>
          <p:cNvSpPr txBox="1"/>
          <p:nvPr/>
        </p:nvSpPr>
        <p:spPr>
          <a:xfrm>
            <a:off x="7333706" y="6592205"/>
            <a:ext cx="8795396" cy="2452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375"/>
              </a:lnSpc>
              <a:spcBef>
                <a:spcPts val="0"/>
              </a:spcBef>
              <a:spcAft>
                <a:spcPts val="0"/>
              </a:spcAft>
              <a:buClr>
                <a:srgbClr val="272626"/>
              </a:buClr>
              <a:buSzPts val="3200"/>
              <a:buFont typeface="SimSun"/>
              <a:buNone/>
            </a:pPr>
            <a:r>
              <a:rPr lang="en-US" sz="3200" b="0" i="0" u="none" strike="noStrike" cap="none" dirty="0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 </a:t>
            </a:r>
            <a:r>
              <a:rPr lang="en-US" sz="2800" b="0" i="0" u="none" strike="noStrike" cap="none" dirty="0" err="1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Yì</a:t>
            </a:r>
            <a:r>
              <a:rPr lang="en-US" sz="2800" b="0" i="0" u="none" strike="noStrike" cap="none" dirty="0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  </a:t>
            </a:r>
            <a:r>
              <a:rPr lang="en-US" sz="2800" b="0" i="0" u="none" strike="noStrike" cap="none" dirty="0" err="1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Měiyuán</a:t>
            </a:r>
            <a:r>
              <a:rPr lang="en-US" sz="2800" b="0" i="0" u="none" strike="noStrike" cap="none" dirty="0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 </a:t>
            </a:r>
            <a:r>
              <a:rPr lang="en-US" sz="2800" b="0" i="0" u="none" strike="noStrike" cap="none" dirty="0" err="1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huàn</a:t>
            </a:r>
            <a:r>
              <a:rPr lang="en-US" sz="2800" b="0" i="0" u="none" strike="noStrike" cap="none" dirty="0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 </a:t>
            </a:r>
            <a:r>
              <a:rPr lang="en-US" sz="2800" b="0" i="0" u="none" strike="noStrike" cap="none" dirty="0" err="1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liù</a:t>
            </a:r>
            <a:r>
              <a:rPr lang="en-US" sz="2800" b="0" i="0" u="none" strike="noStrike" cap="none" dirty="0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2800" b="0" i="0" u="none" strike="noStrike" cap="none" dirty="0" err="1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kuài</a:t>
            </a:r>
            <a:r>
              <a:rPr lang="en-US" sz="2800" b="0" i="0" u="none" strike="noStrike" cap="none" dirty="0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.</a:t>
            </a:r>
            <a:endParaRPr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marL="0" marR="0" lvl="0" indent="0" algn="l" rtl="0">
              <a:lnSpc>
                <a:spcPct val="963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0" i="0" u="none" strike="noStrike" cap="none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B:一 美 元 </a:t>
            </a:r>
            <a:r>
              <a:rPr lang="en-US" sz="4000" b="1" i="0" u="none" strike="noStrike" cap="none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换</a:t>
            </a:r>
            <a:r>
              <a:rPr lang="en-US" sz="4000" b="0" i="0" u="none" strike="noStrike" cap="none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   六 块 。</a:t>
            </a:r>
            <a:endParaRPr sz="4000" b="0" i="0" u="none" strike="noStrike" cap="none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  <a:sym typeface="Arial"/>
            </a:endParaRPr>
          </a:p>
          <a:p>
            <a:pPr marL="0" marR="0" lvl="0" indent="0" algn="l" rtl="0">
              <a:lnSpc>
                <a:spcPct val="963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3600" b="0" i="0" u="none" strike="noStrike" cap="none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The exchange rate is one dollar for six RMB.</a:t>
            </a:r>
          </a:p>
          <a:p>
            <a:pPr marL="0" marR="0" lvl="0" indent="0" algn="l" rtl="0">
              <a:lnSpc>
                <a:spcPct val="963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EC4"/>
        </a:solidFill>
        <a:effectLst/>
      </p:bgPr>
    </p:bg>
    <p:spTree>
      <p:nvGrpSpPr>
        <p:cNvPr id="1" name="Shape 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9" name="Google Shape;759;p32"/>
          <p:cNvSpPr/>
          <p:nvPr/>
        </p:nvSpPr>
        <p:spPr>
          <a:xfrm>
            <a:off x="1478524" y="1866901"/>
            <a:ext cx="14478213" cy="7674374"/>
          </a:xfrm>
          <a:custGeom>
            <a:avLst/>
            <a:gdLst/>
            <a:ahLst/>
            <a:cxnLst/>
            <a:rect l="l" t="t" r="r" b="b"/>
            <a:pathLst>
              <a:path w="10825342" h="5776630" extrusionOk="0">
                <a:moveTo>
                  <a:pt x="278431" y="16918"/>
                </a:moveTo>
                <a:cubicBezTo>
                  <a:pt x="278431" y="16918"/>
                  <a:pt x="604014" y="12258"/>
                  <a:pt x="1062834" y="12454"/>
                </a:cubicBezTo>
                <a:cubicBezTo>
                  <a:pt x="8817733" y="12671"/>
                  <a:pt x="10551274" y="0"/>
                  <a:pt x="10551274" y="0"/>
                </a:cubicBezTo>
                <a:cubicBezTo>
                  <a:pt x="10618737" y="0"/>
                  <a:pt x="10694674" y="0"/>
                  <a:pt x="10773448" y="85073"/>
                </a:cubicBezTo>
                <a:cubicBezTo>
                  <a:pt x="10816426" y="131488"/>
                  <a:pt x="10817494" y="240224"/>
                  <a:pt x="10817899" y="320281"/>
                </a:cubicBezTo>
                <a:cubicBezTo>
                  <a:pt x="10817899" y="320281"/>
                  <a:pt x="10816195" y="4157017"/>
                  <a:pt x="10816195" y="5014045"/>
                </a:cubicBezTo>
                <a:cubicBezTo>
                  <a:pt x="10816195" y="5228205"/>
                  <a:pt x="10825342" y="5527383"/>
                  <a:pt x="10825342" y="5527383"/>
                </a:cubicBezTo>
                <a:cubicBezTo>
                  <a:pt x="10825342" y="5656052"/>
                  <a:pt x="10821173" y="5776630"/>
                  <a:pt x="10568335" y="5768495"/>
                </a:cubicBezTo>
                <a:cubicBezTo>
                  <a:pt x="10568335" y="5768495"/>
                  <a:pt x="10191862" y="5748197"/>
                  <a:pt x="9095459" y="5755795"/>
                </a:cubicBezTo>
                <a:cubicBezTo>
                  <a:pt x="2547822" y="5763930"/>
                  <a:pt x="304023" y="5776630"/>
                  <a:pt x="304023" y="5776630"/>
                </a:cubicBezTo>
                <a:cubicBezTo>
                  <a:pt x="132548" y="5776630"/>
                  <a:pt x="4213" y="5675561"/>
                  <a:pt x="8532" y="5473013"/>
                </a:cubicBezTo>
                <a:cubicBezTo>
                  <a:pt x="8532" y="5473013"/>
                  <a:pt x="9630" y="4974472"/>
                  <a:pt x="4815" y="1481678"/>
                </a:cubicBezTo>
                <a:cubicBezTo>
                  <a:pt x="0" y="663668"/>
                  <a:pt x="25592" y="330596"/>
                  <a:pt x="25592" y="330596"/>
                </a:cubicBezTo>
                <a:cubicBezTo>
                  <a:pt x="27224" y="150571"/>
                  <a:pt x="143504" y="16918"/>
                  <a:pt x="278431" y="16918"/>
                </a:cubicBezTo>
                <a:close/>
              </a:path>
            </a:pathLst>
          </a:custGeom>
          <a:solidFill>
            <a:srgbClr val="FFF3E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0" name="Google Shape;760;p32"/>
          <p:cNvSpPr/>
          <p:nvPr/>
        </p:nvSpPr>
        <p:spPr>
          <a:xfrm>
            <a:off x="2895600" y="744090"/>
            <a:ext cx="10921170" cy="2289864"/>
          </a:xfrm>
          <a:custGeom>
            <a:avLst/>
            <a:gdLst/>
            <a:ahLst/>
            <a:cxnLst/>
            <a:rect l="l" t="t" r="r" b="b"/>
            <a:pathLst>
              <a:path w="3443102" h="1144961" extrusionOk="0">
                <a:moveTo>
                  <a:pt x="2504203" y="1133773"/>
                </a:moveTo>
                <a:cubicBezTo>
                  <a:pt x="2504203" y="1133773"/>
                  <a:pt x="2084450" y="1144961"/>
                  <a:pt x="1621865" y="1142339"/>
                </a:cubicBezTo>
                <a:cubicBezTo>
                  <a:pt x="1584822" y="1140177"/>
                  <a:pt x="1057073" y="1132352"/>
                  <a:pt x="1057073" y="1132352"/>
                </a:cubicBezTo>
                <a:cubicBezTo>
                  <a:pt x="812931" y="1123518"/>
                  <a:pt x="565145" y="1106537"/>
                  <a:pt x="398404" y="1048359"/>
                </a:cubicBezTo>
                <a:cubicBezTo>
                  <a:pt x="120505" y="951398"/>
                  <a:pt x="0" y="773869"/>
                  <a:pt x="0" y="577261"/>
                </a:cubicBezTo>
                <a:lnTo>
                  <a:pt x="0" y="577259"/>
                </a:lnTo>
                <a:cubicBezTo>
                  <a:pt x="8536" y="440430"/>
                  <a:pt x="34263" y="311302"/>
                  <a:pt x="140291" y="225758"/>
                </a:cubicBezTo>
                <a:cubicBezTo>
                  <a:pt x="342602" y="62530"/>
                  <a:pt x="736658" y="7673"/>
                  <a:pt x="1155311" y="7673"/>
                </a:cubicBezTo>
                <a:cubicBezTo>
                  <a:pt x="1155311" y="7673"/>
                  <a:pt x="1551711" y="15681"/>
                  <a:pt x="1584822" y="7673"/>
                </a:cubicBezTo>
                <a:cubicBezTo>
                  <a:pt x="1865523" y="0"/>
                  <a:pt x="2329451" y="7673"/>
                  <a:pt x="2329451" y="7673"/>
                </a:cubicBezTo>
                <a:cubicBezTo>
                  <a:pt x="2697758" y="15152"/>
                  <a:pt x="3061071" y="84484"/>
                  <a:pt x="3258811" y="207066"/>
                </a:cubicBezTo>
                <a:cubicBezTo>
                  <a:pt x="3409828" y="300683"/>
                  <a:pt x="3443102" y="425358"/>
                  <a:pt x="3433962" y="577261"/>
                </a:cubicBezTo>
                <a:lnTo>
                  <a:pt x="3433962" y="577262"/>
                </a:lnTo>
                <a:cubicBezTo>
                  <a:pt x="3433962" y="891835"/>
                  <a:pt x="3150965" y="1105932"/>
                  <a:pt x="2504203" y="1133773"/>
                </a:cubicBezTo>
                <a:close/>
              </a:path>
            </a:pathLst>
          </a:custGeom>
          <a:solidFill>
            <a:srgbClr val="FDF5B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761" name="Google Shape;761;p3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656759" y="472740"/>
            <a:ext cx="3020414" cy="720862"/>
          </a:xfrm>
          <a:prstGeom prst="rect">
            <a:avLst/>
          </a:prstGeom>
          <a:noFill/>
          <a:ln>
            <a:noFill/>
          </a:ln>
        </p:spPr>
      </p:pic>
      <p:sp>
        <p:nvSpPr>
          <p:cNvPr id="762" name="Google Shape;762;p32"/>
          <p:cNvSpPr txBox="1"/>
          <p:nvPr/>
        </p:nvSpPr>
        <p:spPr>
          <a:xfrm>
            <a:off x="4505949" y="1541127"/>
            <a:ext cx="9877579" cy="1329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00"/>
              <a:buFont typeface="Arial"/>
              <a:buNone/>
            </a:pPr>
            <a:r>
              <a:rPr lang="en-US" sz="9600" b="0" i="0" u="none" strike="noStrike" cap="none" dirty="0" err="1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银行</a:t>
            </a:r>
            <a:r>
              <a:rPr lang="en-US" sz="96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8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n. </a:t>
            </a:r>
            <a:r>
              <a:rPr lang="en-US" sz="6600" b="0" i="0" u="none" strike="noStrike" cap="none" dirty="0" err="1">
                <a:solidFill>
                  <a:srgbClr val="000000"/>
                </a:solidFill>
                <a:latin typeface="SimSun"/>
                <a:ea typeface="SimSun"/>
                <a:cs typeface="SimSun"/>
                <a:sym typeface="SimSun"/>
              </a:rPr>
              <a:t>yínhánɡ</a:t>
            </a:r>
            <a:r>
              <a:rPr lang="en-US" sz="8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bank</a:t>
            </a:r>
            <a:endParaRPr sz="9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63" name="Google Shape;763;p3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698455">
            <a:off x="14863540" y="-142294"/>
            <a:ext cx="3629501" cy="2412635"/>
          </a:xfrm>
          <a:prstGeom prst="rect">
            <a:avLst/>
          </a:prstGeom>
          <a:noFill/>
          <a:ln>
            <a:noFill/>
          </a:ln>
        </p:spPr>
      </p:pic>
      <p:pic>
        <p:nvPicPr>
          <p:cNvPr id="764" name="Google Shape;764;p3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803959">
            <a:off x="15680560" y="8048436"/>
            <a:ext cx="2122534" cy="1966751"/>
          </a:xfrm>
          <a:prstGeom prst="rect">
            <a:avLst/>
          </a:prstGeom>
          <a:noFill/>
          <a:ln>
            <a:noFill/>
          </a:ln>
        </p:spPr>
      </p:pic>
      <p:pic>
        <p:nvPicPr>
          <p:cNvPr id="765" name="Google Shape;765;p32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 rot="-442419">
            <a:off x="615416" y="8148284"/>
            <a:ext cx="2443041" cy="1959523"/>
          </a:xfrm>
          <a:prstGeom prst="rect">
            <a:avLst/>
          </a:prstGeom>
          <a:noFill/>
          <a:ln>
            <a:noFill/>
          </a:ln>
        </p:spPr>
      </p:pic>
      <p:pic>
        <p:nvPicPr>
          <p:cNvPr id="766" name="Google Shape;766;p32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 rot="-2627376">
            <a:off x="3071024" y="-96077"/>
            <a:ext cx="947383" cy="2122534"/>
          </a:xfrm>
          <a:prstGeom prst="rect">
            <a:avLst/>
          </a:prstGeom>
          <a:noFill/>
          <a:ln>
            <a:noFill/>
          </a:ln>
        </p:spPr>
      </p:pic>
      <p:sp>
        <p:nvSpPr>
          <p:cNvPr id="767" name="Google Shape;767;p32"/>
          <p:cNvSpPr txBox="1"/>
          <p:nvPr/>
        </p:nvSpPr>
        <p:spPr>
          <a:xfrm rot="791915">
            <a:off x="14573022" y="504334"/>
            <a:ext cx="4050280" cy="1630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68194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3600"/>
              <a:buFont typeface="Calibri"/>
              <a:buNone/>
            </a:pPr>
            <a:r>
              <a:rPr lang="en-US" sz="3600" b="1" i="0" u="none" strike="noStrike" cap="none">
                <a:solidFill>
                  <a:srgbClr val="2E2F30"/>
                </a:solidFill>
                <a:latin typeface="Calibri"/>
                <a:ea typeface="Calibri"/>
                <a:cs typeface="Calibri"/>
                <a:sym typeface="Calibri"/>
              </a:rPr>
              <a:t>生词 </a:t>
            </a:r>
            <a:endParaRPr sz="3600" b="1" i="0" u="none" strike="noStrike" cap="none">
              <a:solidFill>
                <a:srgbClr val="2E2F3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26145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4800"/>
              <a:buFont typeface="Arial"/>
              <a:buNone/>
            </a:pPr>
            <a:r>
              <a:rPr lang="en-US" sz="4800" b="1" i="0" u="none" strike="noStrike" cap="none">
                <a:solidFill>
                  <a:srgbClr val="2E2F30"/>
                </a:solidFill>
                <a:latin typeface="Arial"/>
                <a:ea typeface="Arial"/>
                <a:cs typeface="Arial"/>
                <a:sym typeface="Arial"/>
              </a:rPr>
              <a:t>New words</a:t>
            </a:r>
            <a:endParaRPr sz="4800" b="1" i="0" u="none" strike="noStrike" cap="none">
              <a:solidFill>
                <a:srgbClr val="2E2F3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68" name="Google Shape;768;p32" descr="A picture containing text, computer, monitor, indoor&#10;&#10;Description automatically generated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3487501" y="3546224"/>
            <a:ext cx="5199649" cy="5199649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769" name="Google Shape;769;p32"/>
          <p:cNvSpPr/>
          <p:nvPr/>
        </p:nvSpPr>
        <p:spPr>
          <a:xfrm>
            <a:off x="9096130" y="5351229"/>
            <a:ext cx="7730738" cy="2861225"/>
          </a:xfrm>
          <a:custGeom>
            <a:avLst/>
            <a:gdLst/>
            <a:ahLst/>
            <a:cxnLst/>
            <a:rect l="l" t="t" r="r" b="b"/>
            <a:pathLst>
              <a:path w="3443102" h="1144961" extrusionOk="0">
                <a:moveTo>
                  <a:pt x="2504203" y="1133773"/>
                </a:moveTo>
                <a:cubicBezTo>
                  <a:pt x="2504203" y="1133773"/>
                  <a:pt x="2084450" y="1144961"/>
                  <a:pt x="1621865" y="1142339"/>
                </a:cubicBezTo>
                <a:cubicBezTo>
                  <a:pt x="1584822" y="1140177"/>
                  <a:pt x="1057073" y="1132352"/>
                  <a:pt x="1057073" y="1132352"/>
                </a:cubicBezTo>
                <a:cubicBezTo>
                  <a:pt x="812931" y="1123518"/>
                  <a:pt x="565145" y="1106537"/>
                  <a:pt x="398404" y="1048359"/>
                </a:cubicBezTo>
                <a:cubicBezTo>
                  <a:pt x="120505" y="951398"/>
                  <a:pt x="0" y="773869"/>
                  <a:pt x="0" y="577261"/>
                </a:cubicBezTo>
                <a:lnTo>
                  <a:pt x="0" y="577259"/>
                </a:lnTo>
                <a:cubicBezTo>
                  <a:pt x="8536" y="440430"/>
                  <a:pt x="34263" y="311302"/>
                  <a:pt x="140291" y="225758"/>
                </a:cubicBezTo>
                <a:cubicBezTo>
                  <a:pt x="342602" y="62530"/>
                  <a:pt x="736658" y="7673"/>
                  <a:pt x="1155311" y="7673"/>
                </a:cubicBezTo>
                <a:cubicBezTo>
                  <a:pt x="1155311" y="7673"/>
                  <a:pt x="1551711" y="15681"/>
                  <a:pt x="1584822" y="7673"/>
                </a:cubicBezTo>
                <a:cubicBezTo>
                  <a:pt x="1865523" y="0"/>
                  <a:pt x="2329451" y="7673"/>
                  <a:pt x="2329451" y="7673"/>
                </a:cubicBezTo>
                <a:cubicBezTo>
                  <a:pt x="2697758" y="15152"/>
                  <a:pt x="3061071" y="84484"/>
                  <a:pt x="3258811" y="207066"/>
                </a:cubicBezTo>
                <a:cubicBezTo>
                  <a:pt x="3409828" y="300683"/>
                  <a:pt x="3443102" y="425358"/>
                  <a:pt x="3433962" y="577261"/>
                </a:cubicBezTo>
                <a:lnTo>
                  <a:pt x="3433962" y="577262"/>
                </a:lnTo>
                <a:cubicBezTo>
                  <a:pt x="3433962" y="891835"/>
                  <a:pt x="3150965" y="1105932"/>
                  <a:pt x="2504203" y="1133773"/>
                </a:cubicBezTo>
                <a:close/>
              </a:path>
            </a:pathLst>
          </a:custGeom>
          <a:solidFill>
            <a:srgbClr val="E5DFEC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0" name="Google Shape;770;p32"/>
          <p:cNvSpPr txBox="1"/>
          <p:nvPr/>
        </p:nvSpPr>
        <p:spPr>
          <a:xfrm>
            <a:off x="9191871" y="5595435"/>
            <a:ext cx="7495929" cy="23637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375"/>
              </a:lnSpc>
              <a:spcBef>
                <a:spcPts val="0"/>
              </a:spcBef>
              <a:spcAft>
                <a:spcPts val="0"/>
              </a:spcAft>
              <a:buClr>
                <a:srgbClr val="272626"/>
              </a:buClr>
              <a:buSzPts val="3200"/>
              <a:buFont typeface="SimSun"/>
              <a:buNone/>
            </a:pPr>
            <a:r>
              <a:rPr lang="en-US" sz="3200" b="0" i="0" u="none" strike="noStrike" cap="none" dirty="0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  </a:t>
            </a:r>
            <a:r>
              <a:rPr lang="en-US" sz="3200" b="0" i="0" u="none" strike="noStrike" cap="none" dirty="0" err="1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Wǒ</a:t>
            </a:r>
            <a:r>
              <a:rPr lang="en-US" sz="3200" b="0" i="0" u="none" strike="noStrike" cap="none" dirty="0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3200" b="0" i="0" u="none" strike="noStrike" cap="none" dirty="0" err="1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yào</a:t>
            </a:r>
            <a:r>
              <a:rPr lang="en-US" sz="3200" b="0" i="0" u="none" strike="noStrike" cap="none" dirty="0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3200" b="0" i="0" u="none" strike="noStrike" cap="none" dirty="0" err="1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qù</a:t>
            </a:r>
            <a:r>
              <a:rPr lang="en-US" sz="3200" b="0" i="0" u="none" strike="noStrike" cap="none" dirty="0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3200" b="0" i="0" u="none" strike="noStrike" cap="none" dirty="0" err="1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yínhánɡ</a:t>
            </a:r>
            <a:r>
              <a:rPr lang="en-US" sz="3200" b="0" i="0" u="none" strike="noStrike" cap="none" dirty="0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3200" b="0" i="0" u="none" strike="noStrike" cap="none" dirty="0" err="1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huàn</a:t>
            </a:r>
            <a:r>
              <a:rPr lang="en-US" sz="3200" b="0" i="0" u="none" strike="noStrike" cap="none" dirty="0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 </a:t>
            </a:r>
            <a:r>
              <a:rPr lang="en-US" sz="3200" b="0" i="0" u="none" strike="noStrike" cap="none" dirty="0" err="1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qián</a:t>
            </a:r>
            <a:r>
              <a:rPr lang="en-US" sz="3200" b="0" i="0" u="none" strike="noStrike" cap="none" dirty="0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.</a:t>
            </a:r>
            <a:endParaRPr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marL="0" marR="0" lvl="0" indent="0" algn="l" rtl="0">
              <a:lnSpc>
                <a:spcPct val="96300"/>
              </a:lnSpc>
              <a:spcBef>
                <a:spcPts val="0"/>
              </a:spcBef>
              <a:spcAft>
                <a:spcPts val="0"/>
              </a:spcAft>
              <a:buClr>
                <a:srgbClr val="272626"/>
              </a:buClr>
              <a:buSzPts val="4000"/>
              <a:buFont typeface="Arial"/>
              <a:buNone/>
            </a:pPr>
            <a:r>
              <a:rPr lang="en-US" sz="4000" b="0" i="0" u="none" strike="noStrike" cap="none" dirty="0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  我 </a:t>
            </a:r>
            <a:r>
              <a:rPr lang="en-US" sz="4000" b="0" i="0" u="none" strike="noStrike" cap="none" dirty="0" err="1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要去</a:t>
            </a:r>
            <a:r>
              <a:rPr lang="en-US" sz="4000" b="0" i="0" u="none" strike="noStrike" cap="none" dirty="0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  </a:t>
            </a:r>
            <a:r>
              <a:rPr lang="en-US" sz="4000" b="1" i="0" u="none" strike="noStrike" cap="none" dirty="0" err="1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银行</a:t>
            </a:r>
            <a:r>
              <a:rPr lang="en-US" sz="4000" b="0" i="0" u="none" strike="noStrike" cap="none" dirty="0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  换    钱。</a:t>
            </a:r>
            <a:endParaRPr sz="4000" b="0" i="0" u="none" strike="noStrike" cap="none" dirty="0">
              <a:solidFill>
                <a:srgbClr val="272626"/>
              </a:solidFill>
              <a:latin typeface="SimSun" panose="02010600030101010101" pitchFamily="2" charset="-122"/>
              <a:ea typeface="SimSun" panose="02010600030101010101" pitchFamily="2" charset="-122"/>
              <a:sym typeface="Arial"/>
            </a:endParaRPr>
          </a:p>
          <a:p>
            <a:pPr marL="0" marR="0" lvl="0" indent="0" algn="ctr" rtl="0">
              <a:lnSpc>
                <a:spcPct val="963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0" i="0" u="none" strike="noStrike" cap="none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I want to go to bank to exchange some money.</a:t>
            </a:r>
            <a:endParaRPr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pic>
        <p:nvPicPr>
          <p:cNvPr id="771" name="Google Shape;771;p3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1079914">
            <a:off x="9206427" y="4911348"/>
            <a:ext cx="1169397" cy="7208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EC4"/>
        </a:solidFill>
        <a:effectLst/>
      </p:bgPr>
    </p:bg>
    <p:spTree>
      <p:nvGrpSpPr>
        <p:cNvPr id="1" name="Shape 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" name="Google Shape;776;p33"/>
          <p:cNvSpPr/>
          <p:nvPr/>
        </p:nvSpPr>
        <p:spPr>
          <a:xfrm>
            <a:off x="1478524" y="1866901"/>
            <a:ext cx="14478213" cy="7674374"/>
          </a:xfrm>
          <a:custGeom>
            <a:avLst/>
            <a:gdLst/>
            <a:ahLst/>
            <a:cxnLst/>
            <a:rect l="l" t="t" r="r" b="b"/>
            <a:pathLst>
              <a:path w="10825342" h="5776630" extrusionOk="0">
                <a:moveTo>
                  <a:pt x="278431" y="16918"/>
                </a:moveTo>
                <a:cubicBezTo>
                  <a:pt x="278431" y="16918"/>
                  <a:pt x="604014" y="12258"/>
                  <a:pt x="1062834" y="12454"/>
                </a:cubicBezTo>
                <a:cubicBezTo>
                  <a:pt x="8817733" y="12671"/>
                  <a:pt x="10551274" y="0"/>
                  <a:pt x="10551274" y="0"/>
                </a:cubicBezTo>
                <a:cubicBezTo>
                  <a:pt x="10618737" y="0"/>
                  <a:pt x="10694674" y="0"/>
                  <a:pt x="10773448" y="85073"/>
                </a:cubicBezTo>
                <a:cubicBezTo>
                  <a:pt x="10816426" y="131488"/>
                  <a:pt x="10817494" y="240224"/>
                  <a:pt x="10817899" y="320281"/>
                </a:cubicBezTo>
                <a:cubicBezTo>
                  <a:pt x="10817899" y="320281"/>
                  <a:pt x="10816195" y="4157017"/>
                  <a:pt x="10816195" y="5014045"/>
                </a:cubicBezTo>
                <a:cubicBezTo>
                  <a:pt x="10816195" y="5228205"/>
                  <a:pt x="10825342" y="5527383"/>
                  <a:pt x="10825342" y="5527383"/>
                </a:cubicBezTo>
                <a:cubicBezTo>
                  <a:pt x="10825342" y="5656052"/>
                  <a:pt x="10821173" y="5776630"/>
                  <a:pt x="10568335" y="5768495"/>
                </a:cubicBezTo>
                <a:cubicBezTo>
                  <a:pt x="10568335" y="5768495"/>
                  <a:pt x="10191862" y="5748197"/>
                  <a:pt x="9095459" y="5755795"/>
                </a:cubicBezTo>
                <a:cubicBezTo>
                  <a:pt x="2547822" y="5763930"/>
                  <a:pt x="304023" y="5776630"/>
                  <a:pt x="304023" y="5776630"/>
                </a:cubicBezTo>
                <a:cubicBezTo>
                  <a:pt x="132548" y="5776630"/>
                  <a:pt x="4213" y="5675561"/>
                  <a:pt x="8532" y="5473013"/>
                </a:cubicBezTo>
                <a:cubicBezTo>
                  <a:pt x="8532" y="5473013"/>
                  <a:pt x="9630" y="4974472"/>
                  <a:pt x="4815" y="1481678"/>
                </a:cubicBezTo>
                <a:cubicBezTo>
                  <a:pt x="0" y="663668"/>
                  <a:pt x="25592" y="330596"/>
                  <a:pt x="25592" y="330596"/>
                </a:cubicBezTo>
                <a:cubicBezTo>
                  <a:pt x="27224" y="150571"/>
                  <a:pt x="143504" y="16918"/>
                  <a:pt x="278431" y="16918"/>
                </a:cubicBezTo>
                <a:close/>
              </a:path>
            </a:pathLst>
          </a:custGeom>
          <a:solidFill>
            <a:srgbClr val="FFF3E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7" name="Google Shape;777;p33"/>
          <p:cNvSpPr/>
          <p:nvPr/>
        </p:nvSpPr>
        <p:spPr>
          <a:xfrm>
            <a:off x="1912164" y="809406"/>
            <a:ext cx="13214616" cy="2289864"/>
          </a:xfrm>
          <a:custGeom>
            <a:avLst/>
            <a:gdLst/>
            <a:ahLst/>
            <a:cxnLst/>
            <a:rect l="l" t="t" r="r" b="b"/>
            <a:pathLst>
              <a:path w="3443102" h="1144961" extrusionOk="0">
                <a:moveTo>
                  <a:pt x="2504203" y="1133773"/>
                </a:moveTo>
                <a:cubicBezTo>
                  <a:pt x="2504203" y="1133773"/>
                  <a:pt x="2084450" y="1144961"/>
                  <a:pt x="1621865" y="1142339"/>
                </a:cubicBezTo>
                <a:cubicBezTo>
                  <a:pt x="1584822" y="1140177"/>
                  <a:pt x="1057073" y="1132352"/>
                  <a:pt x="1057073" y="1132352"/>
                </a:cubicBezTo>
                <a:cubicBezTo>
                  <a:pt x="812931" y="1123518"/>
                  <a:pt x="565145" y="1106537"/>
                  <a:pt x="398404" y="1048359"/>
                </a:cubicBezTo>
                <a:cubicBezTo>
                  <a:pt x="120505" y="951398"/>
                  <a:pt x="0" y="773869"/>
                  <a:pt x="0" y="577261"/>
                </a:cubicBezTo>
                <a:lnTo>
                  <a:pt x="0" y="577259"/>
                </a:lnTo>
                <a:cubicBezTo>
                  <a:pt x="8536" y="440430"/>
                  <a:pt x="34263" y="311302"/>
                  <a:pt x="140291" y="225758"/>
                </a:cubicBezTo>
                <a:cubicBezTo>
                  <a:pt x="342602" y="62530"/>
                  <a:pt x="736658" y="7673"/>
                  <a:pt x="1155311" y="7673"/>
                </a:cubicBezTo>
                <a:cubicBezTo>
                  <a:pt x="1155311" y="7673"/>
                  <a:pt x="1551711" y="15681"/>
                  <a:pt x="1584822" y="7673"/>
                </a:cubicBezTo>
                <a:cubicBezTo>
                  <a:pt x="1865523" y="0"/>
                  <a:pt x="2329451" y="7673"/>
                  <a:pt x="2329451" y="7673"/>
                </a:cubicBezTo>
                <a:cubicBezTo>
                  <a:pt x="2697758" y="15152"/>
                  <a:pt x="3061071" y="84484"/>
                  <a:pt x="3258811" y="207066"/>
                </a:cubicBezTo>
                <a:cubicBezTo>
                  <a:pt x="3409828" y="300683"/>
                  <a:pt x="3443102" y="425358"/>
                  <a:pt x="3433962" y="577261"/>
                </a:cubicBezTo>
                <a:lnTo>
                  <a:pt x="3433962" y="577262"/>
                </a:lnTo>
                <a:cubicBezTo>
                  <a:pt x="3433962" y="891835"/>
                  <a:pt x="3150965" y="1105932"/>
                  <a:pt x="2504203" y="1133773"/>
                </a:cubicBezTo>
                <a:close/>
              </a:path>
            </a:pathLst>
          </a:custGeom>
          <a:solidFill>
            <a:srgbClr val="FDF5B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778" name="Google Shape;778;p3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656759" y="472740"/>
            <a:ext cx="3020414" cy="720862"/>
          </a:xfrm>
          <a:prstGeom prst="rect">
            <a:avLst/>
          </a:prstGeom>
          <a:noFill/>
          <a:ln>
            <a:noFill/>
          </a:ln>
        </p:spPr>
      </p:pic>
      <p:sp>
        <p:nvSpPr>
          <p:cNvPr id="779" name="Google Shape;779;p33"/>
          <p:cNvSpPr txBox="1"/>
          <p:nvPr/>
        </p:nvSpPr>
        <p:spPr>
          <a:xfrm>
            <a:off x="2448549" y="1355265"/>
            <a:ext cx="12875648" cy="1329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00"/>
              <a:buFont typeface="Arial"/>
              <a:buNone/>
            </a:pPr>
            <a:r>
              <a:rPr lang="en-US" sz="9600" b="0" i="0" u="none" strike="noStrike" cap="none" dirty="0" err="1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邮局</a:t>
            </a:r>
            <a:r>
              <a:rPr lang="en-US" sz="96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8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n. </a:t>
            </a:r>
            <a:r>
              <a:rPr lang="en-US" sz="80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yóujú</a:t>
            </a:r>
            <a:r>
              <a:rPr lang="en-US" sz="8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post office</a:t>
            </a:r>
            <a:endParaRPr sz="9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80" name="Google Shape;780;p3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698455">
            <a:off x="14863540" y="-142294"/>
            <a:ext cx="3629501" cy="2412635"/>
          </a:xfrm>
          <a:prstGeom prst="rect">
            <a:avLst/>
          </a:prstGeom>
          <a:noFill/>
          <a:ln>
            <a:noFill/>
          </a:ln>
        </p:spPr>
      </p:pic>
      <p:pic>
        <p:nvPicPr>
          <p:cNvPr id="781" name="Google Shape;781;p3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803959">
            <a:off x="15680560" y="8048436"/>
            <a:ext cx="2122534" cy="1966751"/>
          </a:xfrm>
          <a:prstGeom prst="rect">
            <a:avLst/>
          </a:prstGeom>
          <a:noFill/>
          <a:ln>
            <a:noFill/>
          </a:ln>
        </p:spPr>
      </p:pic>
      <p:pic>
        <p:nvPicPr>
          <p:cNvPr id="782" name="Google Shape;782;p33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 rot="-442419">
            <a:off x="615416" y="8148284"/>
            <a:ext cx="2443041" cy="1959523"/>
          </a:xfrm>
          <a:prstGeom prst="rect">
            <a:avLst/>
          </a:prstGeom>
          <a:noFill/>
          <a:ln>
            <a:noFill/>
          </a:ln>
        </p:spPr>
      </p:pic>
      <p:pic>
        <p:nvPicPr>
          <p:cNvPr id="783" name="Google Shape;783;p33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 rot="-2627376">
            <a:off x="2725111" y="-202458"/>
            <a:ext cx="947383" cy="2122534"/>
          </a:xfrm>
          <a:prstGeom prst="rect">
            <a:avLst/>
          </a:prstGeom>
          <a:noFill/>
          <a:ln>
            <a:noFill/>
          </a:ln>
        </p:spPr>
      </p:pic>
      <p:sp>
        <p:nvSpPr>
          <p:cNvPr id="784" name="Google Shape;784;p33"/>
          <p:cNvSpPr txBox="1"/>
          <p:nvPr/>
        </p:nvSpPr>
        <p:spPr>
          <a:xfrm rot="791915">
            <a:off x="14573022" y="504334"/>
            <a:ext cx="4050280" cy="1630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68194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3600"/>
              <a:buFont typeface="Calibri"/>
              <a:buNone/>
            </a:pPr>
            <a:r>
              <a:rPr lang="en-US" sz="3600" b="1" i="0" u="none" strike="noStrike" cap="none">
                <a:solidFill>
                  <a:srgbClr val="2E2F30"/>
                </a:solidFill>
                <a:latin typeface="Calibri"/>
                <a:ea typeface="Calibri"/>
                <a:cs typeface="Calibri"/>
                <a:sym typeface="Calibri"/>
              </a:rPr>
              <a:t>生词 </a:t>
            </a:r>
            <a:endParaRPr sz="3600" b="1" i="0" u="none" strike="noStrike" cap="none">
              <a:solidFill>
                <a:srgbClr val="2E2F3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26145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4800"/>
              <a:buFont typeface="Arial"/>
              <a:buNone/>
            </a:pPr>
            <a:r>
              <a:rPr lang="en-US" sz="4800" b="1" i="0" u="none" strike="noStrike" cap="none">
                <a:solidFill>
                  <a:srgbClr val="2E2F30"/>
                </a:solidFill>
                <a:latin typeface="Arial"/>
                <a:ea typeface="Arial"/>
                <a:cs typeface="Arial"/>
                <a:sym typeface="Arial"/>
              </a:rPr>
              <a:t>New words</a:t>
            </a:r>
            <a:endParaRPr sz="4800" b="1" i="0" u="none" strike="noStrike" cap="none">
              <a:solidFill>
                <a:srgbClr val="2E2F3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85" name="Google Shape;785;p33" descr="A picture containing text, wall, businesscard, accessory&#10;&#10;Description automatically generated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229224" y="3622269"/>
            <a:ext cx="4976812" cy="4976812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EC4"/>
        </a:solidFill>
        <a:effectLst/>
      </p:bgPr>
    </p:bg>
    <p:spTree>
      <p:nvGrpSpPr>
        <p:cNvPr id="1" name="Shape 7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0" name="Google Shape;790;p34"/>
          <p:cNvSpPr/>
          <p:nvPr/>
        </p:nvSpPr>
        <p:spPr>
          <a:xfrm>
            <a:off x="1478524" y="1866901"/>
            <a:ext cx="14478213" cy="7674374"/>
          </a:xfrm>
          <a:custGeom>
            <a:avLst/>
            <a:gdLst/>
            <a:ahLst/>
            <a:cxnLst/>
            <a:rect l="l" t="t" r="r" b="b"/>
            <a:pathLst>
              <a:path w="10825342" h="5776630" extrusionOk="0">
                <a:moveTo>
                  <a:pt x="278431" y="16918"/>
                </a:moveTo>
                <a:cubicBezTo>
                  <a:pt x="278431" y="16918"/>
                  <a:pt x="604014" y="12258"/>
                  <a:pt x="1062834" y="12454"/>
                </a:cubicBezTo>
                <a:cubicBezTo>
                  <a:pt x="8817733" y="12671"/>
                  <a:pt x="10551274" y="0"/>
                  <a:pt x="10551274" y="0"/>
                </a:cubicBezTo>
                <a:cubicBezTo>
                  <a:pt x="10618737" y="0"/>
                  <a:pt x="10694674" y="0"/>
                  <a:pt x="10773448" y="85073"/>
                </a:cubicBezTo>
                <a:cubicBezTo>
                  <a:pt x="10816426" y="131488"/>
                  <a:pt x="10817494" y="240224"/>
                  <a:pt x="10817899" y="320281"/>
                </a:cubicBezTo>
                <a:cubicBezTo>
                  <a:pt x="10817899" y="320281"/>
                  <a:pt x="10816195" y="4157017"/>
                  <a:pt x="10816195" y="5014045"/>
                </a:cubicBezTo>
                <a:cubicBezTo>
                  <a:pt x="10816195" y="5228205"/>
                  <a:pt x="10825342" y="5527383"/>
                  <a:pt x="10825342" y="5527383"/>
                </a:cubicBezTo>
                <a:cubicBezTo>
                  <a:pt x="10825342" y="5656052"/>
                  <a:pt x="10821173" y="5776630"/>
                  <a:pt x="10568335" y="5768495"/>
                </a:cubicBezTo>
                <a:cubicBezTo>
                  <a:pt x="10568335" y="5768495"/>
                  <a:pt x="10191862" y="5748197"/>
                  <a:pt x="9095459" y="5755795"/>
                </a:cubicBezTo>
                <a:cubicBezTo>
                  <a:pt x="2547822" y="5763930"/>
                  <a:pt x="304023" y="5776630"/>
                  <a:pt x="304023" y="5776630"/>
                </a:cubicBezTo>
                <a:cubicBezTo>
                  <a:pt x="132548" y="5776630"/>
                  <a:pt x="4213" y="5675561"/>
                  <a:pt x="8532" y="5473013"/>
                </a:cubicBezTo>
                <a:cubicBezTo>
                  <a:pt x="8532" y="5473013"/>
                  <a:pt x="9630" y="4974472"/>
                  <a:pt x="4815" y="1481678"/>
                </a:cubicBezTo>
                <a:cubicBezTo>
                  <a:pt x="0" y="663668"/>
                  <a:pt x="25592" y="330596"/>
                  <a:pt x="25592" y="330596"/>
                </a:cubicBezTo>
                <a:cubicBezTo>
                  <a:pt x="27224" y="150571"/>
                  <a:pt x="143504" y="16918"/>
                  <a:pt x="278431" y="16918"/>
                </a:cubicBezTo>
                <a:close/>
              </a:path>
            </a:pathLst>
          </a:custGeom>
          <a:solidFill>
            <a:srgbClr val="FFF3E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1" name="Google Shape;791;p34"/>
          <p:cNvSpPr/>
          <p:nvPr/>
        </p:nvSpPr>
        <p:spPr>
          <a:xfrm>
            <a:off x="2895600" y="744090"/>
            <a:ext cx="12143119" cy="2289864"/>
          </a:xfrm>
          <a:custGeom>
            <a:avLst/>
            <a:gdLst/>
            <a:ahLst/>
            <a:cxnLst/>
            <a:rect l="l" t="t" r="r" b="b"/>
            <a:pathLst>
              <a:path w="3443102" h="1144961" extrusionOk="0">
                <a:moveTo>
                  <a:pt x="2504203" y="1133773"/>
                </a:moveTo>
                <a:cubicBezTo>
                  <a:pt x="2504203" y="1133773"/>
                  <a:pt x="2084450" y="1144961"/>
                  <a:pt x="1621865" y="1142339"/>
                </a:cubicBezTo>
                <a:cubicBezTo>
                  <a:pt x="1584822" y="1140177"/>
                  <a:pt x="1057073" y="1132352"/>
                  <a:pt x="1057073" y="1132352"/>
                </a:cubicBezTo>
                <a:cubicBezTo>
                  <a:pt x="812931" y="1123518"/>
                  <a:pt x="565145" y="1106537"/>
                  <a:pt x="398404" y="1048359"/>
                </a:cubicBezTo>
                <a:cubicBezTo>
                  <a:pt x="120505" y="951398"/>
                  <a:pt x="0" y="773869"/>
                  <a:pt x="0" y="577261"/>
                </a:cubicBezTo>
                <a:lnTo>
                  <a:pt x="0" y="577259"/>
                </a:lnTo>
                <a:cubicBezTo>
                  <a:pt x="8536" y="440430"/>
                  <a:pt x="34263" y="311302"/>
                  <a:pt x="140291" y="225758"/>
                </a:cubicBezTo>
                <a:cubicBezTo>
                  <a:pt x="342602" y="62530"/>
                  <a:pt x="736658" y="7673"/>
                  <a:pt x="1155311" y="7673"/>
                </a:cubicBezTo>
                <a:cubicBezTo>
                  <a:pt x="1155311" y="7673"/>
                  <a:pt x="1551711" y="15681"/>
                  <a:pt x="1584822" y="7673"/>
                </a:cubicBezTo>
                <a:cubicBezTo>
                  <a:pt x="1865523" y="0"/>
                  <a:pt x="2329451" y="7673"/>
                  <a:pt x="2329451" y="7673"/>
                </a:cubicBezTo>
                <a:cubicBezTo>
                  <a:pt x="2697758" y="15152"/>
                  <a:pt x="3061071" y="84484"/>
                  <a:pt x="3258811" y="207066"/>
                </a:cubicBezTo>
                <a:cubicBezTo>
                  <a:pt x="3409828" y="300683"/>
                  <a:pt x="3443102" y="425358"/>
                  <a:pt x="3433962" y="577261"/>
                </a:cubicBezTo>
                <a:lnTo>
                  <a:pt x="3433962" y="577262"/>
                </a:lnTo>
                <a:cubicBezTo>
                  <a:pt x="3433962" y="891835"/>
                  <a:pt x="3150965" y="1105932"/>
                  <a:pt x="2504203" y="1133773"/>
                </a:cubicBezTo>
                <a:close/>
              </a:path>
            </a:pathLst>
          </a:custGeom>
          <a:solidFill>
            <a:srgbClr val="FDF5B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792" name="Google Shape;792;p3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342786" y="472740"/>
            <a:ext cx="3020414" cy="720862"/>
          </a:xfrm>
          <a:prstGeom prst="rect">
            <a:avLst/>
          </a:prstGeom>
          <a:noFill/>
          <a:ln>
            <a:noFill/>
          </a:ln>
        </p:spPr>
      </p:pic>
      <p:sp>
        <p:nvSpPr>
          <p:cNvPr id="793" name="Google Shape;793;p34"/>
          <p:cNvSpPr txBox="1"/>
          <p:nvPr/>
        </p:nvSpPr>
        <p:spPr>
          <a:xfrm>
            <a:off x="2448549" y="1355265"/>
            <a:ext cx="13925984" cy="9971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00"/>
              <a:buFont typeface="Arial"/>
              <a:buNone/>
            </a:pPr>
            <a:r>
              <a:rPr lang="en-US" sz="7200" b="0" i="0" u="none" strike="noStrike" cap="none" dirty="0" err="1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顺便</a:t>
            </a:r>
            <a:r>
              <a:rPr lang="en-US" sz="72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6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adv. </a:t>
            </a:r>
            <a:r>
              <a:rPr lang="en-US" sz="60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shùnbiàn</a:t>
            </a:r>
            <a:r>
              <a:rPr lang="en-US" sz="6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conveniently</a:t>
            </a:r>
            <a:endParaRPr sz="7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94" name="Google Shape;794;p3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698455">
            <a:off x="15075813" y="-615824"/>
            <a:ext cx="3629501" cy="2412635"/>
          </a:xfrm>
          <a:prstGeom prst="rect">
            <a:avLst/>
          </a:prstGeom>
          <a:noFill/>
          <a:ln>
            <a:noFill/>
          </a:ln>
        </p:spPr>
      </p:pic>
      <p:pic>
        <p:nvPicPr>
          <p:cNvPr id="795" name="Google Shape;795;p3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803959">
            <a:off x="15680560" y="8048436"/>
            <a:ext cx="2122534" cy="1966751"/>
          </a:xfrm>
          <a:prstGeom prst="rect">
            <a:avLst/>
          </a:prstGeom>
          <a:noFill/>
          <a:ln>
            <a:noFill/>
          </a:ln>
        </p:spPr>
      </p:pic>
      <p:pic>
        <p:nvPicPr>
          <p:cNvPr id="796" name="Google Shape;796;p34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 rot="-442419">
            <a:off x="115641" y="8052049"/>
            <a:ext cx="2443041" cy="1959523"/>
          </a:xfrm>
          <a:prstGeom prst="rect">
            <a:avLst/>
          </a:prstGeom>
          <a:noFill/>
          <a:ln>
            <a:noFill/>
          </a:ln>
        </p:spPr>
      </p:pic>
      <p:pic>
        <p:nvPicPr>
          <p:cNvPr id="797" name="Google Shape;797;p34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 rot="-2627376">
            <a:off x="3195419" y="-433648"/>
            <a:ext cx="947383" cy="2122534"/>
          </a:xfrm>
          <a:prstGeom prst="rect">
            <a:avLst/>
          </a:prstGeom>
          <a:noFill/>
          <a:ln>
            <a:noFill/>
          </a:ln>
        </p:spPr>
      </p:pic>
      <p:sp>
        <p:nvSpPr>
          <p:cNvPr id="798" name="Google Shape;798;p34"/>
          <p:cNvSpPr txBox="1"/>
          <p:nvPr/>
        </p:nvSpPr>
        <p:spPr>
          <a:xfrm rot="791915">
            <a:off x="14785295" y="30804"/>
            <a:ext cx="4050280" cy="1630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68194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3600"/>
              <a:buFont typeface="Calibri"/>
              <a:buNone/>
            </a:pPr>
            <a:r>
              <a:rPr lang="en-US" sz="3600" b="1" i="0" u="none" strike="noStrike" cap="none" dirty="0" err="1">
                <a:solidFill>
                  <a:srgbClr val="2E2F30"/>
                </a:solidFill>
                <a:latin typeface="Calibri"/>
                <a:ea typeface="Calibri"/>
                <a:cs typeface="Calibri"/>
                <a:sym typeface="Calibri"/>
              </a:rPr>
              <a:t>生词</a:t>
            </a:r>
            <a:r>
              <a:rPr lang="en-US" sz="3600" b="1" i="0" u="none" strike="noStrike" cap="none" dirty="0">
                <a:solidFill>
                  <a:srgbClr val="2E2F3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3600" b="1" i="0" u="none" strike="noStrike" cap="none" dirty="0">
              <a:solidFill>
                <a:srgbClr val="2E2F3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26145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4800"/>
              <a:buFont typeface="Arial"/>
              <a:buNone/>
            </a:pPr>
            <a:r>
              <a:rPr lang="en-US" sz="4800" b="1" i="0" u="none" strike="noStrike" cap="none" dirty="0">
                <a:solidFill>
                  <a:srgbClr val="2E2F30"/>
                </a:solidFill>
                <a:latin typeface="Arial"/>
                <a:ea typeface="Arial"/>
                <a:cs typeface="Arial"/>
                <a:sym typeface="Arial"/>
              </a:rPr>
              <a:t>New words</a:t>
            </a:r>
            <a:endParaRPr sz="4800" b="1" i="0" u="none" strike="noStrike" cap="none" dirty="0">
              <a:solidFill>
                <a:srgbClr val="2E2F3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9" name="Google Shape;799;p34"/>
          <p:cNvSpPr/>
          <p:nvPr/>
        </p:nvSpPr>
        <p:spPr>
          <a:xfrm>
            <a:off x="1825973" y="7159073"/>
            <a:ext cx="14774395" cy="3065174"/>
          </a:xfrm>
          <a:custGeom>
            <a:avLst/>
            <a:gdLst/>
            <a:ahLst/>
            <a:cxnLst/>
            <a:rect l="l" t="t" r="r" b="b"/>
            <a:pathLst>
              <a:path w="3443102" h="1144961" extrusionOk="0">
                <a:moveTo>
                  <a:pt x="2504203" y="1133773"/>
                </a:moveTo>
                <a:cubicBezTo>
                  <a:pt x="2504203" y="1133773"/>
                  <a:pt x="2084450" y="1144961"/>
                  <a:pt x="1621865" y="1142339"/>
                </a:cubicBezTo>
                <a:cubicBezTo>
                  <a:pt x="1584822" y="1140177"/>
                  <a:pt x="1057073" y="1132352"/>
                  <a:pt x="1057073" y="1132352"/>
                </a:cubicBezTo>
                <a:cubicBezTo>
                  <a:pt x="812931" y="1123518"/>
                  <a:pt x="565145" y="1106537"/>
                  <a:pt x="398404" y="1048359"/>
                </a:cubicBezTo>
                <a:cubicBezTo>
                  <a:pt x="120505" y="951398"/>
                  <a:pt x="0" y="773869"/>
                  <a:pt x="0" y="577261"/>
                </a:cubicBezTo>
                <a:lnTo>
                  <a:pt x="0" y="577259"/>
                </a:lnTo>
                <a:cubicBezTo>
                  <a:pt x="8536" y="440430"/>
                  <a:pt x="34263" y="311302"/>
                  <a:pt x="140291" y="225758"/>
                </a:cubicBezTo>
                <a:cubicBezTo>
                  <a:pt x="342602" y="62530"/>
                  <a:pt x="736658" y="7673"/>
                  <a:pt x="1155311" y="7673"/>
                </a:cubicBezTo>
                <a:cubicBezTo>
                  <a:pt x="1155311" y="7673"/>
                  <a:pt x="1551711" y="15681"/>
                  <a:pt x="1584822" y="7673"/>
                </a:cubicBezTo>
                <a:cubicBezTo>
                  <a:pt x="1865523" y="0"/>
                  <a:pt x="2329451" y="7673"/>
                  <a:pt x="2329451" y="7673"/>
                </a:cubicBezTo>
                <a:cubicBezTo>
                  <a:pt x="2697758" y="15152"/>
                  <a:pt x="3061071" y="84484"/>
                  <a:pt x="3258811" y="207066"/>
                </a:cubicBezTo>
                <a:cubicBezTo>
                  <a:pt x="3409828" y="300683"/>
                  <a:pt x="3443102" y="425358"/>
                  <a:pt x="3433962" y="577261"/>
                </a:cubicBezTo>
                <a:lnTo>
                  <a:pt x="3433962" y="577262"/>
                </a:lnTo>
                <a:cubicBezTo>
                  <a:pt x="3433962" y="891835"/>
                  <a:pt x="3150965" y="1105932"/>
                  <a:pt x="2504203" y="1133773"/>
                </a:cubicBezTo>
                <a:close/>
              </a:path>
            </a:pathLst>
          </a:custGeom>
          <a:solidFill>
            <a:srgbClr val="E5DFEC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0" name="Google Shape;800;p34"/>
          <p:cNvSpPr txBox="1"/>
          <p:nvPr/>
        </p:nvSpPr>
        <p:spPr>
          <a:xfrm>
            <a:off x="3353615" y="7424235"/>
            <a:ext cx="12267385" cy="22492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7571"/>
              </a:lnSpc>
              <a:spcBef>
                <a:spcPts val="0"/>
              </a:spcBef>
              <a:spcAft>
                <a:spcPts val="0"/>
              </a:spcAft>
              <a:buClr>
                <a:srgbClr val="272626"/>
              </a:buClr>
              <a:buSzPts val="2800"/>
              <a:buFont typeface="SimSun"/>
              <a:buNone/>
            </a:pPr>
            <a:r>
              <a:rPr lang="en-US" sz="2800" b="0" i="0" u="none" strike="noStrike" cap="none" dirty="0" err="1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Wǒ</a:t>
            </a:r>
            <a:r>
              <a:rPr lang="en-US" sz="2800" b="0" i="0" u="none" strike="noStrike" cap="none" dirty="0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 </a:t>
            </a:r>
            <a:r>
              <a:rPr lang="en-US" sz="2800" b="0" i="0" u="none" strike="noStrike" cap="none" dirty="0" err="1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yào</a:t>
            </a:r>
            <a:r>
              <a:rPr lang="en-US" sz="2800" b="0" i="0" u="none" strike="noStrike" cap="none" dirty="0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2800" b="0" i="0" u="none" strike="noStrike" cap="none" dirty="0" err="1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qù</a:t>
            </a:r>
            <a:r>
              <a:rPr lang="en-US" sz="2800" b="0" i="0" u="none" strike="noStrike" cap="none" dirty="0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 </a:t>
            </a:r>
            <a:r>
              <a:rPr lang="en-US" sz="2800" b="0" i="0" u="none" strike="noStrike" cap="none" dirty="0" err="1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yóujú</a:t>
            </a:r>
            <a:r>
              <a:rPr lang="en-US" sz="2800" b="0" i="0" u="none" strike="noStrike" cap="none" dirty="0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,</a:t>
            </a:r>
            <a:r>
              <a:rPr lang="en-US" sz="2800" b="0" i="0" u="none" strike="noStrike" cap="none" dirty="0" err="1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shùnbiàn</a:t>
            </a:r>
            <a:r>
              <a:rPr lang="en-US" sz="2800" b="0" i="0" u="none" strike="noStrike" cap="none" dirty="0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2800" b="0" i="0" u="none" strike="noStrike" cap="none" dirty="0" err="1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qù</a:t>
            </a:r>
            <a:r>
              <a:rPr lang="en-US" sz="2800" b="0" i="0" u="none" strike="noStrike" cap="none" dirty="0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 </a:t>
            </a:r>
            <a:r>
              <a:rPr lang="en-US" sz="2800" b="0" i="0" u="none" strike="noStrike" cap="none" dirty="0" err="1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yínhánɡ</a:t>
            </a:r>
            <a:r>
              <a:rPr lang="en-US" sz="2800" b="0" i="0" u="none" strike="noStrike" cap="none" dirty="0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 </a:t>
            </a:r>
            <a:r>
              <a:rPr lang="en-US" sz="2800" b="0" i="0" u="none" strike="noStrike" cap="none" dirty="0" err="1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huàn</a:t>
            </a:r>
            <a:r>
              <a:rPr lang="en-US" sz="2800" b="0" i="0" u="none" strike="noStrike" cap="none" dirty="0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 </a:t>
            </a:r>
            <a:r>
              <a:rPr lang="en-US" sz="2800" b="0" i="0" u="none" strike="noStrike" cap="none" dirty="0" err="1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qián</a:t>
            </a:r>
            <a:r>
              <a:rPr lang="en-US" sz="2800" b="0" i="0" u="none" strike="noStrike" cap="none" dirty="0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.</a:t>
            </a:r>
            <a:endParaRPr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marL="0" marR="0" lvl="0" indent="0" algn="l" rtl="0">
              <a:lnSpc>
                <a:spcPct val="96300"/>
              </a:lnSpc>
              <a:spcBef>
                <a:spcPts val="0"/>
              </a:spcBef>
              <a:spcAft>
                <a:spcPts val="0"/>
              </a:spcAft>
              <a:buClr>
                <a:srgbClr val="272626"/>
              </a:buClr>
              <a:buSzPts val="4000"/>
              <a:buFont typeface="Arial"/>
              <a:buNone/>
            </a:pPr>
            <a:r>
              <a:rPr lang="en-US" sz="4000" b="0" i="0" u="none" strike="noStrike" cap="none" dirty="0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我 </a:t>
            </a:r>
            <a:r>
              <a:rPr lang="en-US" sz="4000" b="0" i="0" u="none" strike="noStrike" cap="none" dirty="0" err="1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要去</a:t>
            </a:r>
            <a:r>
              <a:rPr lang="en-US" sz="4000" b="0" i="0" u="none" strike="noStrike" cap="none" dirty="0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 </a:t>
            </a:r>
            <a:r>
              <a:rPr lang="en-US" sz="4000" b="0" i="0" u="none" strike="noStrike" cap="none" dirty="0" err="1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邮局，</a:t>
            </a:r>
            <a:r>
              <a:rPr lang="en-US" sz="4000" b="1" i="0" u="none" strike="noStrike" cap="none" dirty="0" err="1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顺便</a:t>
            </a:r>
            <a:r>
              <a:rPr lang="en-US" sz="4000" b="0" i="0" u="none" strike="noStrike" cap="none" dirty="0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  去 </a:t>
            </a:r>
            <a:r>
              <a:rPr lang="en-US" sz="4000" b="0" i="0" u="none" strike="noStrike" cap="none" dirty="0" err="1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银行</a:t>
            </a:r>
            <a:r>
              <a:rPr lang="en-US" sz="4000" b="0" i="0" u="none" strike="noStrike" cap="none" dirty="0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   换  钱。</a:t>
            </a:r>
            <a:endParaRPr sz="4000" b="0" i="0" u="none" strike="noStrike" cap="none" dirty="0">
              <a:solidFill>
                <a:srgbClr val="272626"/>
              </a:solidFill>
              <a:latin typeface="SimSun" panose="02010600030101010101" pitchFamily="2" charset="-122"/>
              <a:ea typeface="SimSun" panose="02010600030101010101" pitchFamily="2" charset="-122"/>
              <a:sym typeface="Arial"/>
            </a:endParaRPr>
          </a:p>
          <a:p>
            <a:pPr marL="0" marR="0" lvl="0" indent="0" rtl="0">
              <a:lnSpc>
                <a:spcPct val="963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3600" b="0" i="0" u="none" strike="noStrike" cap="none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I want to go to the post office and (take the opportunity to) go to the bank to exchange money.</a:t>
            </a:r>
            <a:endParaRPr sz="120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pic>
        <p:nvPicPr>
          <p:cNvPr id="801" name="Google Shape;801;p3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1501278">
            <a:off x="13682654" y="7144821"/>
            <a:ext cx="1169397" cy="720862"/>
          </a:xfrm>
          <a:prstGeom prst="rect">
            <a:avLst/>
          </a:prstGeom>
          <a:noFill/>
          <a:ln>
            <a:noFill/>
          </a:ln>
        </p:spPr>
      </p:pic>
      <p:pic>
        <p:nvPicPr>
          <p:cNvPr id="802" name="Google Shape;802;p34" descr="A picture containing text, wall, businesscard, accessory&#10;&#10;Description automatically generated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2834184" y="3202191"/>
            <a:ext cx="3822575" cy="3822575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pic>
        <p:nvPicPr>
          <p:cNvPr id="803" name="Google Shape;803;p34" descr="A picture containing text, computer, monitor, indoor&#10;&#10;Description automatically generated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0863328" y="3179322"/>
            <a:ext cx="3744016" cy="3744016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pic>
        <p:nvPicPr>
          <p:cNvPr id="804" name="Google Shape;804;p34" descr="Arrow Right with solid fill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7951459" y="4244339"/>
            <a:ext cx="1815007" cy="18150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EC4"/>
        </a:solidFill>
        <a:effectLst/>
      </p:bgPr>
    </p:bg>
    <p:spTree>
      <p:nvGrpSpPr>
        <p:cNvPr id="1" name="Shape 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9" name="Google Shape;809;p35"/>
          <p:cNvSpPr/>
          <p:nvPr/>
        </p:nvSpPr>
        <p:spPr>
          <a:xfrm>
            <a:off x="1478524" y="1866901"/>
            <a:ext cx="14478213" cy="7674374"/>
          </a:xfrm>
          <a:custGeom>
            <a:avLst/>
            <a:gdLst/>
            <a:ahLst/>
            <a:cxnLst/>
            <a:rect l="l" t="t" r="r" b="b"/>
            <a:pathLst>
              <a:path w="10825342" h="5776630" extrusionOk="0">
                <a:moveTo>
                  <a:pt x="278431" y="16918"/>
                </a:moveTo>
                <a:cubicBezTo>
                  <a:pt x="278431" y="16918"/>
                  <a:pt x="604014" y="12258"/>
                  <a:pt x="1062834" y="12454"/>
                </a:cubicBezTo>
                <a:cubicBezTo>
                  <a:pt x="8817733" y="12671"/>
                  <a:pt x="10551274" y="0"/>
                  <a:pt x="10551274" y="0"/>
                </a:cubicBezTo>
                <a:cubicBezTo>
                  <a:pt x="10618737" y="0"/>
                  <a:pt x="10694674" y="0"/>
                  <a:pt x="10773448" y="85073"/>
                </a:cubicBezTo>
                <a:cubicBezTo>
                  <a:pt x="10816426" y="131488"/>
                  <a:pt x="10817494" y="240224"/>
                  <a:pt x="10817899" y="320281"/>
                </a:cubicBezTo>
                <a:cubicBezTo>
                  <a:pt x="10817899" y="320281"/>
                  <a:pt x="10816195" y="4157017"/>
                  <a:pt x="10816195" y="5014045"/>
                </a:cubicBezTo>
                <a:cubicBezTo>
                  <a:pt x="10816195" y="5228205"/>
                  <a:pt x="10825342" y="5527383"/>
                  <a:pt x="10825342" y="5527383"/>
                </a:cubicBezTo>
                <a:cubicBezTo>
                  <a:pt x="10825342" y="5656052"/>
                  <a:pt x="10821173" y="5776630"/>
                  <a:pt x="10568335" y="5768495"/>
                </a:cubicBezTo>
                <a:cubicBezTo>
                  <a:pt x="10568335" y="5768495"/>
                  <a:pt x="10191862" y="5748197"/>
                  <a:pt x="9095459" y="5755795"/>
                </a:cubicBezTo>
                <a:cubicBezTo>
                  <a:pt x="2547822" y="5763930"/>
                  <a:pt x="304023" y="5776630"/>
                  <a:pt x="304023" y="5776630"/>
                </a:cubicBezTo>
                <a:cubicBezTo>
                  <a:pt x="132548" y="5776630"/>
                  <a:pt x="4213" y="5675561"/>
                  <a:pt x="8532" y="5473013"/>
                </a:cubicBezTo>
                <a:cubicBezTo>
                  <a:pt x="8532" y="5473013"/>
                  <a:pt x="9630" y="4974472"/>
                  <a:pt x="4815" y="1481678"/>
                </a:cubicBezTo>
                <a:cubicBezTo>
                  <a:pt x="0" y="663668"/>
                  <a:pt x="25592" y="330596"/>
                  <a:pt x="25592" y="330596"/>
                </a:cubicBezTo>
                <a:cubicBezTo>
                  <a:pt x="27224" y="150571"/>
                  <a:pt x="143504" y="16918"/>
                  <a:pt x="278431" y="16918"/>
                </a:cubicBezTo>
                <a:close/>
              </a:path>
            </a:pathLst>
          </a:custGeom>
          <a:solidFill>
            <a:srgbClr val="FFF3E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0" name="Google Shape;810;p35"/>
          <p:cNvSpPr/>
          <p:nvPr/>
        </p:nvSpPr>
        <p:spPr>
          <a:xfrm>
            <a:off x="2895600" y="744090"/>
            <a:ext cx="10921170" cy="2289864"/>
          </a:xfrm>
          <a:custGeom>
            <a:avLst/>
            <a:gdLst/>
            <a:ahLst/>
            <a:cxnLst/>
            <a:rect l="l" t="t" r="r" b="b"/>
            <a:pathLst>
              <a:path w="3443102" h="1144961" extrusionOk="0">
                <a:moveTo>
                  <a:pt x="2504203" y="1133773"/>
                </a:moveTo>
                <a:cubicBezTo>
                  <a:pt x="2504203" y="1133773"/>
                  <a:pt x="2084450" y="1144961"/>
                  <a:pt x="1621865" y="1142339"/>
                </a:cubicBezTo>
                <a:cubicBezTo>
                  <a:pt x="1584822" y="1140177"/>
                  <a:pt x="1057073" y="1132352"/>
                  <a:pt x="1057073" y="1132352"/>
                </a:cubicBezTo>
                <a:cubicBezTo>
                  <a:pt x="812931" y="1123518"/>
                  <a:pt x="565145" y="1106537"/>
                  <a:pt x="398404" y="1048359"/>
                </a:cubicBezTo>
                <a:cubicBezTo>
                  <a:pt x="120505" y="951398"/>
                  <a:pt x="0" y="773869"/>
                  <a:pt x="0" y="577261"/>
                </a:cubicBezTo>
                <a:lnTo>
                  <a:pt x="0" y="577259"/>
                </a:lnTo>
                <a:cubicBezTo>
                  <a:pt x="8536" y="440430"/>
                  <a:pt x="34263" y="311302"/>
                  <a:pt x="140291" y="225758"/>
                </a:cubicBezTo>
                <a:cubicBezTo>
                  <a:pt x="342602" y="62530"/>
                  <a:pt x="736658" y="7673"/>
                  <a:pt x="1155311" y="7673"/>
                </a:cubicBezTo>
                <a:cubicBezTo>
                  <a:pt x="1155311" y="7673"/>
                  <a:pt x="1551711" y="15681"/>
                  <a:pt x="1584822" y="7673"/>
                </a:cubicBezTo>
                <a:cubicBezTo>
                  <a:pt x="1865523" y="0"/>
                  <a:pt x="2329451" y="7673"/>
                  <a:pt x="2329451" y="7673"/>
                </a:cubicBezTo>
                <a:cubicBezTo>
                  <a:pt x="2697758" y="15152"/>
                  <a:pt x="3061071" y="84484"/>
                  <a:pt x="3258811" y="207066"/>
                </a:cubicBezTo>
                <a:cubicBezTo>
                  <a:pt x="3409828" y="300683"/>
                  <a:pt x="3443102" y="425358"/>
                  <a:pt x="3433962" y="577261"/>
                </a:cubicBezTo>
                <a:lnTo>
                  <a:pt x="3433962" y="577262"/>
                </a:lnTo>
                <a:cubicBezTo>
                  <a:pt x="3433962" y="891835"/>
                  <a:pt x="3150965" y="1105932"/>
                  <a:pt x="2504203" y="1133773"/>
                </a:cubicBezTo>
                <a:close/>
              </a:path>
            </a:pathLst>
          </a:custGeom>
          <a:solidFill>
            <a:srgbClr val="FDF5B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11" name="Google Shape;811;p3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656759" y="472740"/>
            <a:ext cx="3020414" cy="720862"/>
          </a:xfrm>
          <a:prstGeom prst="rect">
            <a:avLst/>
          </a:prstGeom>
          <a:noFill/>
          <a:ln>
            <a:noFill/>
          </a:ln>
        </p:spPr>
      </p:pic>
      <p:sp>
        <p:nvSpPr>
          <p:cNvPr id="812" name="Google Shape;812;p35"/>
          <p:cNvSpPr txBox="1"/>
          <p:nvPr/>
        </p:nvSpPr>
        <p:spPr>
          <a:xfrm>
            <a:off x="5496549" y="1388727"/>
            <a:ext cx="7982384" cy="1329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00"/>
              <a:buFont typeface="Arial"/>
              <a:buNone/>
            </a:pPr>
            <a:r>
              <a:rPr lang="en-US" sz="9600" b="0" i="0" u="none" strike="noStrike" cap="none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数 </a:t>
            </a:r>
            <a:r>
              <a:rPr lang="en-US" sz="8000" b="0" i="0" u="none" strike="noStrike" cap="none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v. </a:t>
            </a:r>
            <a:r>
              <a:rPr lang="en-US" sz="6600" b="0" i="0" u="none" strike="noStrike" cap="none" dirty="0" err="1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shǔ</a:t>
            </a:r>
            <a:r>
              <a:rPr lang="en-US" sz="8000" b="0" i="0" u="none" strike="noStrike" cap="none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 count</a:t>
            </a:r>
            <a:endParaRPr sz="9600" b="0" i="0" u="none" strike="noStrike" cap="none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  <a:sym typeface="Arial"/>
            </a:endParaRPr>
          </a:p>
        </p:txBody>
      </p:sp>
      <p:pic>
        <p:nvPicPr>
          <p:cNvPr id="813" name="Google Shape;813;p3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698455">
            <a:off x="14863540" y="-142294"/>
            <a:ext cx="3629501" cy="2412635"/>
          </a:xfrm>
          <a:prstGeom prst="rect">
            <a:avLst/>
          </a:prstGeom>
          <a:noFill/>
          <a:ln>
            <a:noFill/>
          </a:ln>
        </p:spPr>
      </p:pic>
      <p:pic>
        <p:nvPicPr>
          <p:cNvPr id="814" name="Google Shape;814;p3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803959">
            <a:off x="15680560" y="8048436"/>
            <a:ext cx="2122534" cy="1966751"/>
          </a:xfrm>
          <a:prstGeom prst="rect">
            <a:avLst/>
          </a:prstGeom>
          <a:noFill/>
          <a:ln>
            <a:noFill/>
          </a:ln>
        </p:spPr>
      </p:pic>
      <p:pic>
        <p:nvPicPr>
          <p:cNvPr id="815" name="Google Shape;815;p35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 rot="-442419">
            <a:off x="615416" y="8148284"/>
            <a:ext cx="2443041" cy="1959523"/>
          </a:xfrm>
          <a:prstGeom prst="rect">
            <a:avLst/>
          </a:prstGeom>
          <a:noFill/>
          <a:ln>
            <a:noFill/>
          </a:ln>
        </p:spPr>
      </p:pic>
      <p:pic>
        <p:nvPicPr>
          <p:cNvPr id="816" name="Google Shape;816;p35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 rot="-2627376">
            <a:off x="3071024" y="-96077"/>
            <a:ext cx="947383" cy="2122534"/>
          </a:xfrm>
          <a:prstGeom prst="rect">
            <a:avLst/>
          </a:prstGeom>
          <a:noFill/>
          <a:ln>
            <a:noFill/>
          </a:ln>
        </p:spPr>
      </p:pic>
      <p:sp>
        <p:nvSpPr>
          <p:cNvPr id="817" name="Google Shape;817;p35"/>
          <p:cNvSpPr txBox="1"/>
          <p:nvPr/>
        </p:nvSpPr>
        <p:spPr>
          <a:xfrm rot="791915">
            <a:off x="14573022" y="504334"/>
            <a:ext cx="4050280" cy="1630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68194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3600"/>
              <a:buFont typeface="Calibri"/>
              <a:buNone/>
            </a:pPr>
            <a:r>
              <a:rPr lang="en-US" sz="3600" b="1" i="0" u="none" strike="noStrike" cap="none">
                <a:solidFill>
                  <a:srgbClr val="2E2F30"/>
                </a:solidFill>
                <a:latin typeface="Calibri"/>
                <a:ea typeface="Calibri"/>
                <a:cs typeface="Calibri"/>
                <a:sym typeface="Calibri"/>
              </a:rPr>
              <a:t>生词 </a:t>
            </a:r>
            <a:endParaRPr sz="3600" b="1" i="0" u="none" strike="noStrike" cap="none">
              <a:solidFill>
                <a:srgbClr val="2E2F3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26145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4800"/>
              <a:buFont typeface="Arial"/>
              <a:buNone/>
            </a:pPr>
            <a:r>
              <a:rPr lang="en-US" sz="4800" b="1" i="0" u="none" strike="noStrike" cap="none">
                <a:solidFill>
                  <a:srgbClr val="2E2F30"/>
                </a:solidFill>
                <a:latin typeface="Arial"/>
                <a:ea typeface="Arial"/>
                <a:cs typeface="Arial"/>
                <a:sym typeface="Arial"/>
              </a:rPr>
              <a:t>New words</a:t>
            </a:r>
            <a:endParaRPr sz="4800" b="1" i="0" u="none" strike="noStrike" cap="none">
              <a:solidFill>
                <a:srgbClr val="2E2F3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18" name="Google Shape;818;p35" descr="Diagram&#10;&#10;Description automatically generated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0136474" y="3675511"/>
            <a:ext cx="5205412" cy="5205412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819" name="Google Shape;819;p35"/>
          <p:cNvSpPr/>
          <p:nvPr/>
        </p:nvSpPr>
        <p:spPr>
          <a:xfrm>
            <a:off x="3849284" y="4714342"/>
            <a:ext cx="4235495" cy="3240794"/>
          </a:xfrm>
          <a:custGeom>
            <a:avLst/>
            <a:gdLst/>
            <a:ahLst/>
            <a:cxnLst/>
            <a:rect l="l" t="t" r="r" b="b"/>
            <a:pathLst>
              <a:path w="3443102" h="1144961" extrusionOk="0">
                <a:moveTo>
                  <a:pt x="2504203" y="1133773"/>
                </a:moveTo>
                <a:cubicBezTo>
                  <a:pt x="2504203" y="1133773"/>
                  <a:pt x="2084450" y="1144961"/>
                  <a:pt x="1621865" y="1142339"/>
                </a:cubicBezTo>
                <a:cubicBezTo>
                  <a:pt x="1584822" y="1140177"/>
                  <a:pt x="1057073" y="1132352"/>
                  <a:pt x="1057073" y="1132352"/>
                </a:cubicBezTo>
                <a:cubicBezTo>
                  <a:pt x="812931" y="1123518"/>
                  <a:pt x="565145" y="1106537"/>
                  <a:pt x="398404" y="1048359"/>
                </a:cubicBezTo>
                <a:cubicBezTo>
                  <a:pt x="120505" y="951398"/>
                  <a:pt x="0" y="773869"/>
                  <a:pt x="0" y="577261"/>
                </a:cubicBezTo>
                <a:lnTo>
                  <a:pt x="0" y="577259"/>
                </a:lnTo>
                <a:cubicBezTo>
                  <a:pt x="8536" y="440430"/>
                  <a:pt x="34263" y="311302"/>
                  <a:pt x="140291" y="225758"/>
                </a:cubicBezTo>
                <a:cubicBezTo>
                  <a:pt x="342602" y="62530"/>
                  <a:pt x="736658" y="7673"/>
                  <a:pt x="1155311" y="7673"/>
                </a:cubicBezTo>
                <a:cubicBezTo>
                  <a:pt x="1155311" y="7673"/>
                  <a:pt x="1551711" y="15681"/>
                  <a:pt x="1584822" y="7673"/>
                </a:cubicBezTo>
                <a:cubicBezTo>
                  <a:pt x="1865523" y="0"/>
                  <a:pt x="2329451" y="7673"/>
                  <a:pt x="2329451" y="7673"/>
                </a:cubicBezTo>
                <a:cubicBezTo>
                  <a:pt x="2697758" y="15152"/>
                  <a:pt x="3061071" y="84484"/>
                  <a:pt x="3258811" y="207066"/>
                </a:cubicBezTo>
                <a:cubicBezTo>
                  <a:pt x="3409828" y="300683"/>
                  <a:pt x="3443102" y="425358"/>
                  <a:pt x="3433962" y="577261"/>
                </a:cubicBezTo>
                <a:lnTo>
                  <a:pt x="3433962" y="577262"/>
                </a:lnTo>
                <a:cubicBezTo>
                  <a:pt x="3433962" y="891835"/>
                  <a:pt x="3150965" y="1105932"/>
                  <a:pt x="2504203" y="1133773"/>
                </a:cubicBezTo>
                <a:close/>
              </a:path>
            </a:pathLst>
          </a:custGeom>
          <a:solidFill>
            <a:srgbClr val="E5DFEC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0" name="Google Shape;820;p35"/>
          <p:cNvSpPr txBox="1"/>
          <p:nvPr/>
        </p:nvSpPr>
        <p:spPr>
          <a:xfrm>
            <a:off x="3908109" y="5146728"/>
            <a:ext cx="4225966" cy="23637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96300"/>
              </a:lnSpc>
              <a:spcBef>
                <a:spcPts val="0"/>
              </a:spcBef>
              <a:spcAft>
                <a:spcPts val="0"/>
              </a:spcAft>
              <a:buClr>
                <a:srgbClr val="272626"/>
              </a:buClr>
              <a:buSzPts val="3200"/>
              <a:buFont typeface="SimSun"/>
              <a:buNone/>
            </a:pPr>
            <a:r>
              <a:rPr lang="en-US" sz="3200" b="0" i="0" u="none" strike="noStrike" cap="none" dirty="0" err="1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Qǐnɡ</a:t>
            </a:r>
            <a:r>
              <a:rPr lang="en-US" sz="3200" b="0" i="0" u="none" strike="noStrike" cap="none" dirty="0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3200" b="0" i="0" u="none" strike="noStrike" cap="none" dirty="0" err="1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shǔshu</a:t>
            </a:r>
            <a:r>
              <a:rPr lang="en-US" sz="3200" b="0" i="0" u="none" strike="noStrike" cap="none" dirty="0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. </a:t>
            </a:r>
            <a:r>
              <a:rPr lang="en-US" sz="4000" b="0" i="0" u="none" strike="noStrike" cap="none" dirty="0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            请  </a:t>
            </a:r>
            <a:r>
              <a:rPr lang="en-US" sz="4000" b="1" i="0" u="none" strike="noStrike" cap="none" dirty="0" err="1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数数</a:t>
            </a:r>
            <a:r>
              <a:rPr lang="en-US" sz="4000" b="0" i="0" u="none" strike="noStrike" cap="none" dirty="0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。</a:t>
            </a:r>
            <a:endParaRPr sz="4000" b="0" i="0" u="none" strike="noStrike" cap="none" dirty="0">
              <a:solidFill>
                <a:srgbClr val="272626"/>
              </a:solidFill>
              <a:latin typeface="SimSun" panose="02010600030101010101" pitchFamily="2" charset="-122"/>
              <a:ea typeface="SimSun" panose="02010600030101010101" pitchFamily="2" charset="-122"/>
              <a:sym typeface="Arial"/>
            </a:endParaRPr>
          </a:p>
          <a:p>
            <a:pPr marL="0" marR="0" lvl="0" indent="0" algn="ctr" rtl="0">
              <a:lnSpc>
                <a:spcPct val="963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0" i="0" u="none" strike="noStrike" cap="none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Please count the xxx</a:t>
            </a:r>
            <a:endParaRPr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pic>
        <p:nvPicPr>
          <p:cNvPr id="821" name="Google Shape;821;p3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1501278">
            <a:off x="6962630" y="4543397"/>
            <a:ext cx="1169397" cy="7208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EC4"/>
        </a:solidFill>
        <a:effectLst/>
      </p:bgPr>
    </p:bg>
    <p:spTree>
      <p:nvGrpSpPr>
        <p:cNvPr id="1" name="Shape 8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6" name="Google Shape;826;p36"/>
          <p:cNvSpPr/>
          <p:nvPr/>
        </p:nvSpPr>
        <p:spPr>
          <a:xfrm>
            <a:off x="1478524" y="1866901"/>
            <a:ext cx="14478213" cy="7674374"/>
          </a:xfrm>
          <a:custGeom>
            <a:avLst/>
            <a:gdLst/>
            <a:ahLst/>
            <a:cxnLst/>
            <a:rect l="l" t="t" r="r" b="b"/>
            <a:pathLst>
              <a:path w="10825342" h="5776630" extrusionOk="0">
                <a:moveTo>
                  <a:pt x="278431" y="16918"/>
                </a:moveTo>
                <a:cubicBezTo>
                  <a:pt x="278431" y="16918"/>
                  <a:pt x="604014" y="12258"/>
                  <a:pt x="1062834" y="12454"/>
                </a:cubicBezTo>
                <a:cubicBezTo>
                  <a:pt x="8817733" y="12671"/>
                  <a:pt x="10551274" y="0"/>
                  <a:pt x="10551274" y="0"/>
                </a:cubicBezTo>
                <a:cubicBezTo>
                  <a:pt x="10618737" y="0"/>
                  <a:pt x="10694674" y="0"/>
                  <a:pt x="10773448" y="85073"/>
                </a:cubicBezTo>
                <a:cubicBezTo>
                  <a:pt x="10816426" y="131488"/>
                  <a:pt x="10817494" y="240224"/>
                  <a:pt x="10817899" y="320281"/>
                </a:cubicBezTo>
                <a:cubicBezTo>
                  <a:pt x="10817899" y="320281"/>
                  <a:pt x="10816195" y="4157017"/>
                  <a:pt x="10816195" y="5014045"/>
                </a:cubicBezTo>
                <a:cubicBezTo>
                  <a:pt x="10816195" y="5228205"/>
                  <a:pt x="10825342" y="5527383"/>
                  <a:pt x="10825342" y="5527383"/>
                </a:cubicBezTo>
                <a:cubicBezTo>
                  <a:pt x="10825342" y="5656052"/>
                  <a:pt x="10821173" y="5776630"/>
                  <a:pt x="10568335" y="5768495"/>
                </a:cubicBezTo>
                <a:cubicBezTo>
                  <a:pt x="10568335" y="5768495"/>
                  <a:pt x="10191862" y="5748197"/>
                  <a:pt x="9095459" y="5755795"/>
                </a:cubicBezTo>
                <a:cubicBezTo>
                  <a:pt x="2547822" y="5763930"/>
                  <a:pt x="304023" y="5776630"/>
                  <a:pt x="304023" y="5776630"/>
                </a:cubicBezTo>
                <a:cubicBezTo>
                  <a:pt x="132548" y="5776630"/>
                  <a:pt x="4213" y="5675561"/>
                  <a:pt x="8532" y="5473013"/>
                </a:cubicBezTo>
                <a:cubicBezTo>
                  <a:pt x="8532" y="5473013"/>
                  <a:pt x="9630" y="4974472"/>
                  <a:pt x="4815" y="1481678"/>
                </a:cubicBezTo>
                <a:cubicBezTo>
                  <a:pt x="0" y="663668"/>
                  <a:pt x="25592" y="330596"/>
                  <a:pt x="25592" y="330596"/>
                </a:cubicBezTo>
                <a:cubicBezTo>
                  <a:pt x="27224" y="150571"/>
                  <a:pt x="143504" y="16918"/>
                  <a:pt x="278431" y="16918"/>
                </a:cubicBezTo>
                <a:close/>
              </a:path>
            </a:pathLst>
          </a:custGeom>
          <a:solidFill>
            <a:srgbClr val="FFF3E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7" name="Google Shape;827;p36"/>
          <p:cNvSpPr/>
          <p:nvPr/>
        </p:nvSpPr>
        <p:spPr>
          <a:xfrm>
            <a:off x="1031140" y="1967348"/>
            <a:ext cx="15066006" cy="7484351"/>
          </a:xfrm>
          <a:custGeom>
            <a:avLst/>
            <a:gdLst/>
            <a:ahLst/>
            <a:cxnLst/>
            <a:rect l="l" t="t" r="r" b="b"/>
            <a:pathLst>
              <a:path w="3443102" h="1144961" extrusionOk="0">
                <a:moveTo>
                  <a:pt x="2504203" y="1133773"/>
                </a:moveTo>
                <a:cubicBezTo>
                  <a:pt x="2504203" y="1133773"/>
                  <a:pt x="2084450" y="1144961"/>
                  <a:pt x="1621865" y="1142339"/>
                </a:cubicBezTo>
                <a:cubicBezTo>
                  <a:pt x="1584822" y="1140177"/>
                  <a:pt x="1057073" y="1132352"/>
                  <a:pt x="1057073" y="1132352"/>
                </a:cubicBezTo>
                <a:cubicBezTo>
                  <a:pt x="812931" y="1123518"/>
                  <a:pt x="565145" y="1106537"/>
                  <a:pt x="398404" y="1048359"/>
                </a:cubicBezTo>
                <a:cubicBezTo>
                  <a:pt x="120505" y="951398"/>
                  <a:pt x="0" y="773869"/>
                  <a:pt x="0" y="577261"/>
                </a:cubicBezTo>
                <a:lnTo>
                  <a:pt x="0" y="577259"/>
                </a:lnTo>
                <a:cubicBezTo>
                  <a:pt x="8536" y="440430"/>
                  <a:pt x="34263" y="311302"/>
                  <a:pt x="140291" y="225758"/>
                </a:cubicBezTo>
                <a:cubicBezTo>
                  <a:pt x="342602" y="62530"/>
                  <a:pt x="736658" y="7673"/>
                  <a:pt x="1155311" y="7673"/>
                </a:cubicBezTo>
                <a:cubicBezTo>
                  <a:pt x="1155311" y="7673"/>
                  <a:pt x="1551711" y="15681"/>
                  <a:pt x="1584822" y="7673"/>
                </a:cubicBezTo>
                <a:cubicBezTo>
                  <a:pt x="1865523" y="0"/>
                  <a:pt x="2329451" y="7673"/>
                  <a:pt x="2329451" y="7673"/>
                </a:cubicBezTo>
                <a:cubicBezTo>
                  <a:pt x="2697758" y="15152"/>
                  <a:pt x="3061071" y="84484"/>
                  <a:pt x="3258811" y="207066"/>
                </a:cubicBezTo>
                <a:cubicBezTo>
                  <a:pt x="3409828" y="300683"/>
                  <a:pt x="3443102" y="425358"/>
                  <a:pt x="3433962" y="577261"/>
                </a:cubicBezTo>
                <a:lnTo>
                  <a:pt x="3433962" y="577262"/>
                </a:lnTo>
                <a:cubicBezTo>
                  <a:pt x="3433962" y="891835"/>
                  <a:pt x="3150965" y="1105932"/>
                  <a:pt x="2504203" y="1133773"/>
                </a:cubicBezTo>
                <a:close/>
              </a:path>
            </a:pathLst>
          </a:custGeom>
          <a:solidFill>
            <a:srgbClr val="FDF5B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28" name="Google Shape;828;p3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719994" y="2301540"/>
            <a:ext cx="3020414" cy="720862"/>
          </a:xfrm>
          <a:prstGeom prst="rect">
            <a:avLst/>
          </a:prstGeom>
          <a:noFill/>
          <a:ln>
            <a:noFill/>
          </a:ln>
        </p:spPr>
      </p:pic>
      <p:sp>
        <p:nvSpPr>
          <p:cNvPr id="829" name="Google Shape;829;p36"/>
          <p:cNvSpPr txBox="1"/>
          <p:nvPr/>
        </p:nvSpPr>
        <p:spPr>
          <a:xfrm>
            <a:off x="2465508" y="3596512"/>
            <a:ext cx="12875648" cy="44596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00"/>
              <a:buFont typeface="Arial"/>
              <a:buNone/>
            </a:pPr>
            <a:r>
              <a:rPr lang="en-US" sz="60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得</a:t>
            </a:r>
            <a:r>
              <a:rPr lang="en-US" sz="6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aux. </a:t>
            </a:r>
            <a:r>
              <a:rPr lang="en-US" sz="60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</a:t>
            </a:r>
            <a:r>
              <a:rPr lang="en-US" sz="6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6000" dirty="0"/>
          </a:p>
          <a:p>
            <a:pPr marL="0" marR="0" lvl="0" indent="0" algn="l" rtl="0">
              <a:lnSpc>
                <a:spcPct val="13090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</a:pPr>
            <a:r>
              <a:rPr lang="en-US" sz="6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particle used for a verb, or adjective to describe its level, extent, degree or condition, and status. </a:t>
            </a:r>
            <a:endParaRPr sz="6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30" name="Google Shape;830;p3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698455">
            <a:off x="14863540" y="-142294"/>
            <a:ext cx="3629501" cy="2412635"/>
          </a:xfrm>
          <a:prstGeom prst="rect">
            <a:avLst/>
          </a:prstGeom>
          <a:noFill/>
          <a:ln>
            <a:noFill/>
          </a:ln>
        </p:spPr>
      </p:pic>
      <p:pic>
        <p:nvPicPr>
          <p:cNvPr id="831" name="Google Shape;831;p3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803959">
            <a:off x="15680560" y="8048436"/>
            <a:ext cx="2122534" cy="1966751"/>
          </a:xfrm>
          <a:prstGeom prst="rect">
            <a:avLst/>
          </a:prstGeom>
          <a:noFill/>
          <a:ln>
            <a:noFill/>
          </a:ln>
        </p:spPr>
      </p:pic>
      <p:pic>
        <p:nvPicPr>
          <p:cNvPr id="832" name="Google Shape;832;p36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 rot="-442419">
            <a:off x="615416" y="8148284"/>
            <a:ext cx="2443041" cy="1959523"/>
          </a:xfrm>
          <a:prstGeom prst="rect">
            <a:avLst/>
          </a:prstGeom>
          <a:noFill/>
          <a:ln>
            <a:noFill/>
          </a:ln>
        </p:spPr>
      </p:pic>
      <p:pic>
        <p:nvPicPr>
          <p:cNvPr id="833" name="Google Shape;833;p36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 rot="-2627376">
            <a:off x="3134259" y="1732723"/>
            <a:ext cx="947383" cy="2122534"/>
          </a:xfrm>
          <a:prstGeom prst="rect">
            <a:avLst/>
          </a:prstGeom>
          <a:noFill/>
          <a:ln>
            <a:noFill/>
          </a:ln>
        </p:spPr>
      </p:pic>
      <p:sp>
        <p:nvSpPr>
          <p:cNvPr id="834" name="Google Shape;834;p36"/>
          <p:cNvSpPr txBox="1"/>
          <p:nvPr/>
        </p:nvSpPr>
        <p:spPr>
          <a:xfrm rot="791915">
            <a:off x="14573022" y="504334"/>
            <a:ext cx="4050280" cy="1630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68194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3600"/>
              <a:buFont typeface="Calibri"/>
              <a:buNone/>
            </a:pPr>
            <a:r>
              <a:rPr lang="en-US" sz="3600" b="1" i="0" u="none" strike="noStrike" cap="none">
                <a:solidFill>
                  <a:srgbClr val="2E2F30"/>
                </a:solidFill>
                <a:latin typeface="Calibri"/>
                <a:ea typeface="Calibri"/>
                <a:cs typeface="Calibri"/>
                <a:sym typeface="Calibri"/>
              </a:rPr>
              <a:t>生词 </a:t>
            </a:r>
            <a:endParaRPr sz="3600" b="1" i="0" u="none" strike="noStrike" cap="none">
              <a:solidFill>
                <a:srgbClr val="2E2F3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26145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4800"/>
              <a:buFont typeface="Arial"/>
              <a:buNone/>
            </a:pPr>
            <a:r>
              <a:rPr lang="en-US" sz="4800" b="1" i="0" u="none" strike="noStrike" cap="none">
                <a:solidFill>
                  <a:srgbClr val="2E2F30"/>
                </a:solidFill>
                <a:latin typeface="Arial"/>
                <a:ea typeface="Arial"/>
                <a:cs typeface="Arial"/>
                <a:sym typeface="Arial"/>
              </a:rPr>
              <a:t>New words</a:t>
            </a:r>
            <a:endParaRPr sz="4800" b="1" i="0" u="none" strike="noStrike" cap="none">
              <a:solidFill>
                <a:srgbClr val="2E2F3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EC4"/>
        </a:solidFill>
        <a:effectLst/>
      </p:bgPr>
    </p:bg>
    <p:spTree>
      <p:nvGrpSpPr>
        <p:cNvPr id="1" name="Shape 8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9" name="Google Shape;839;p3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9600" y="485403"/>
            <a:ext cx="17180301" cy="9316193"/>
          </a:xfrm>
          <a:prstGeom prst="rect">
            <a:avLst/>
          </a:prstGeom>
          <a:noFill/>
          <a:ln>
            <a:noFill/>
          </a:ln>
        </p:spPr>
      </p:pic>
      <p:pic>
        <p:nvPicPr>
          <p:cNvPr id="840" name="Google Shape;840;p3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-651484">
            <a:off x="59853" y="8436788"/>
            <a:ext cx="2741489" cy="1444243"/>
          </a:xfrm>
          <a:prstGeom prst="rect">
            <a:avLst/>
          </a:prstGeom>
          <a:noFill/>
          <a:ln>
            <a:noFill/>
          </a:ln>
        </p:spPr>
      </p:pic>
      <p:pic>
        <p:nvPicPr>
          <p:cNvPr id="841" name="Google Shape;841;p37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63748" y="2749525"/>
            <a:ext cx="2986993" cy="2616592"/>
          </a:xfrm>
          <a:prstGeom prst="rect">
            <a:avLst/>
          </a:prstGeom>
          <a:noFill/>
          <a:ln>
            <a:noFill/>
          </a:ln>
        </p:spPr>
      </p:pic>
      <p:pic>
        <p:nvPicPr>
          <p:cNvPr id="842" name="Google Shape;842;p37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98099" y="5612321"/>
            <a:ext cx="1061203" cy="1061203"/>
          </a:xfrm>
          <a:prstGeom prst="rect">
            <a:avLst/>
          </a:prstGeom>
          <a:noFill/>
          <a:ln>
            <a:noFill/>
          </a:ln>
        </p:spPr>
      </p:pic>
      <p:sp>
        <p:nvSpPr>
          <p:cNvPr id="843" name="Google Shape;843;p37"/>
          <p:cNvSpPr/>
          <p:nvPr/>
        </p:nvSpPr>
        <p:spPr>
          <a:xfrm>
            <a:off x="3996739" y="562687"/>
            <a:ext cx="10734009" cy="2986412"/>
          </a:xfrm>
          <a:custGeom>
            <a:avLst/>
            <a:gdLst/>
            <a:ahLst/>
            <a:cxnLst/>
            <a:rect l="l" t="t" r="r" b="b"/>
            <a:pathLst>
              <a:path w="3443102" h="1144961" extrusionOk="0">
                <a:moveTo>
                  <a:pt x="2504203" y="1133773"/>
                </a:moveTo>
                <a:cubicBezTo>
                  <a:pt x="2504203" y="1133773"/>
                  <a:pt x="2084450" y="1144961"/>
                  <a:pt x="1621865" y="1142339"/>
                </a:cubicBezTo>
                <a:cubicBezTo>
                  <a:pt x="1584822" y="1140177"/>
                  <a:pt x="1057073" y="1132352"/>
                  <a:pt x="1057073" y="1132352"/>
                </a:cubicBezTo>
                <a:cubicBezTo>
                  <a:pt x="812931" y="1123518"/>
                  <a:pt x="565145" y="1106537"/>
                  <a:pt x="398404" y="1048359"/>
                </a:cubicBezTo>
                <a:cubicBezTo>
                  <a:pt x="120505" y="951398"/>
                  <a:pt x="0" y="773869"/>
                  <a:pt x="0" y="577261"/>
                </a:cubicBezTo>
                <a:lnTo>
                  <a:pt x="0" y="577259"/>
                </a:lnTo>
                <a:cubicBezTo>
                  <a:pt x="8536" y="440430"/>
                  <a:pt x="34263" y="311302"/>
                  <a:pt x="140291" y="225758"/>
                </a:cubicBezTo>
                <a:cubicBezTo>
                  <a:pt x="342602" y="62530"/>
                  <a:pt x="736658" y="7673"/>
                  <a:pt x="1155311" y="7673"/>
                </a:cubicBezTo>
                <a:cubicBezTo>
                  <a:pt x="1155311" y="7673"/>
                  <a:pt x="1551711" y="15681"/>
                  <a:pt x="1584822" y="7673"/>
                </a:cubicBezTo>
                <a:cubicBezTo>
                  <a:pt x="1865523" y="0"/>
                  <a:pt x="2329451" y="7673"/>
                  <a:pt x="2329451" y="7673"/>
                </a:cubicBezTo>
                <a:cubicBezTo>
                  <a:pt x="2697758" y="15152"/>
                  <a:pt x="3061071" y="84484"/>
                  <a:pt x="3258811" y="207066"/>
                </a:cubicBezTo>
                <a:cubicBezTo>
                  <a:pt x="3409828" y="300683"/>
                  <a:pt x="3443102" y="425358"/>
                  <a:pt x="3433962" y="577261"/>
                </a:cubicBezTo>
                <a:lnTo>
                  <a:pt x="3433962" y="577262"/>
                </a:lnTo>
                <a:cubicBezTo>
                  <a:pt x="3433962" y="891835"/>
                  <a:pt x="3150965" y="1105932"/>
                  <a:pt x="2504203" y="1133773"/>
                </a:cubicBezTo>
                <a:close/>
              </a:path>
            </a:pathLst>
          </a:custGeom>
          <a:solidFill>
            <a:srgbClr val="FDF5B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44" name="Google Shape;844;p37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757898" y="367826"/>
            <a:ext cx="3020414" cy="720862"/>
          </a:xfrm>
          <a:prstGeom prst="rect">
            <a:avLst/>
          </a:prstGeom>
          <a:noFill/>
          <a:ln>
            <a:noFill/>
          </a:ln>
        </p:spPr>
      </p:pic>
      <p:sp>
        <p:nvSpPr>
          <p:cNvPr id="845" name="Google Shape;845;p37"/>
          <p:cNvSpPr txBox="1"/>
          <p:nvPr/>
        </p:nvSpPr>
        <p:spPr>
          <a:xfrm>
            <a:off x="5469490" y="1104900"/>
            <a:ext cx="7806243" cy="19352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090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</a:pPr>
            <a:r>
              <a:rPr lang="en-US" sz="48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状态补语“得</a:t>
            </a:r>
            <a:r>
              <a:rPr lang="en-US" sz="4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endParaRPr sz="1050" dirty="0"/>
          </a:p>
          <a:p>
            <a:pPr marL="0" marR="0" lvl="0" indent="0" algn="ctr" rtl="0">
              <a:lnSpc>
                <a:spcPct val="13090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</a:pPr>
            <a:r>
              <a:rPr lang="en-US" sz="4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complement of </a:t>
            </a:r>
            <a:r>
              <a:rPr lang="en-US" sz="48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state“得</a:t>
            </a:r>
            <a:r>
              <a:rPr lang="en-US" sz="4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endParaRPr sz="1050" dirty="0"/>
          </a:p>
        </p:txBody>
      </p:sp>
      <p:sp>
        <p:nvSpPr>
          <p:cNvPr id="846" name="Google Shape;846;p37"/>
          <p:cNvSpPr txBox="1"/>
          <p:nvPr/>
        </p:nvSpPr>
        <p:spPr>
          <a:xfrm>
            <a:off x="4352936" y="3666676"/>
            <a:ext cx="11558954" cy="4985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lang="en-US" sz="3600" b="0" i="0" u="none" strike="noStrike" cap="none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“</a:t>
            </a:r>
            <a:r>
              <a:rPr lang="en-US" sz="3600" b="0" i="0" u="none" strike="noStrike" cap="none" dirty="0" err="1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得”常用于动词或形容词后，引出对动作结果或状态程度的评价或描述</a:t>
            </a:r>
            <a:r>
              <a:rPr lang="en-US" sz="3600" b="0" i="0" u="none" strike="noStrike" cap="none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。</a:t>
            </a:r>
            <a:endParaRPr sz="3600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marL="0" marR="0" lvl="0" indent="0" algn="l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lang="en-US" sz="3600" b="0" i="0" u="none" strike="noStrike" cap="none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“得” is often used after a verb or adjective. It is a complement used to describe a state or a degree of a verb or adjective. </a:t>
            </a:r>
            <a:endParaRPr sz="3600" b="0" i="0" u="none" strike="noStrike" cap="none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  <a:sym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EC4"/>
        </a:solidFill>
        <a:effectLst/>
      </p:bgPr>
    </p:bg>
    <p:spTree>
      <p:nvGrpSpPr>
        <p:cNvPr id="1" name="Shape 8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1" name="Google Shape;851;p3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9600" y="485403"/>
            <a:ext cx="17180301" cy="9316193"/>
          </a:xfrm>
          <a:prstGeom prst="rect">
            <a:avLst/>
          </a:prstGeom>
          <a:noFill/>
          <a:ln>
            <a:noFill/>
          </a:ln>
        </p:spPr>
      </p:pic>
      <p:pic>
        <p:nvPicPr>
          <p:cNvPr id="852" name="Google Shape;852;p3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-651484">
            <a:off x="59853" y="8436788"/>
            <a:ext cx="2741489" cy="1444243"/>
          </a:xfrm>
          <a:prstGeom prst="rect">
            <a:avLst/>
          </a:prstGeom>
          <a:noFill/>
          <a:ln>
            <a:noFill/>
          </a:ln>
        </p:spPr>
      </p:pic>
      <p:pic>
        <p:nvPicPr>
          <p:cNvPr id="853" name="Google Shape;853;p3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63748" y="2749525"/>
            <a:ext cx="2986993" cy="2616592"/>
          </a:xfrm>
          <a:prstGeom prst="rect">
            <a:avLst/>
          </a:prstGeom>
          <a:noFill/>
          <a:ln>
            <a:noFill/>
          </a:ln>
        </p:spPr>
      </p:pic>
      <p:pic>
        <p:nvPicPr>
          <p:cNvPr id="854" name="Google Shape;854;p38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98099" y="5612321"/>
            <a:ext cx="1061203" cy="1061203"/>
          </a:xfrm>
          <a:prstGeom prst="rect">
            <a:avLst/>
          </a:prstGeom>
          <a:noFill/>
          <a:ln>
            <a:noFill/>
          </a:ln>
        </p:spPr>
      </p:pic>
      <p:sp>
        <p:nvSpPr>
          <p:cNvPr id="855" name="Google Shape;855;p38"/>
          <p:cNvSpPr/>
          <p:nvPr/>
        </p:nvSpPr>
        <p:spPr>
          <a:xfrm>
            <a:off x="3996739" y="562687"/>
            <a:ext cx="10734009" cy="2986412"/>
          </a:xfrm>
          <a:custGeom>
            <a:avLst/>
            <a:gdLst/>
            <a:ahLst/>
            <a:cxnLst/>
            <a:rect l="l" t="t" r="r" b="b"/>
            <a:pathLst>
              <a:path w="3443102" h="1144961" extrusionOk="0">
                <a:moveTo>
                  <a:pt x="2504203" y="1133773"/>
                </a:moveTo>
                <a:cubicBezTo>
                  <a:pt x="2504203" y="1133773"/>
                  <a:pt x="2084450" y="1144961"/>
                  <a:pt x="1621865" y="1142339"/>
                </a:cubicBezTo>
                <a:cubicBezTo>
                  <a:pt x="1584822" y="1140177"/>
                  <a:pt x="1057073" y="1132352"/>
                  <a:pt x="1057073" y="1132352"/>
                </a:cubicBezTo>
                <a:cubicBezTo>
                  <a:pt x="812931" y="1123518"/>
                  <a:pt x="565145" y="1106537"/>
                  <a:pt x="398404" y="1048359"/>
                </a:cubicBezTo>
                <a:cubicBezTo>
                  <a:pt x="120505" y="951398"/>
                  <a:pt x="0" y="773869"/>
                  <a:pt x="0" y="577261"/>
                </a:cubicBezTo>
                <a:lnTo>
                  <a:pt x="0" y="577259"/>
                </a:lnTo>
                <a:cubicBezTo>
                  <a:pt x="8536" y="440430"/>
                  <a:pt x="34263" y="311302"/>
                  <a:pt x="140291" y="225758"/>
                </a:cubicBezTo>
                <a:cubicBezTo>
                  <a:pt x="342602" y="62530"/>
                  <a:pt x="736658" y="7673"/>
                  <a:pt x="1155311" y="7673"/>
                </a:cubicBezTo>
                <a:cubicBezTo>
                  <a:pt x="1155311" y="7673"/>
                  <a:pt x="1551711" y="15681"/>
                  <a:pt x="1584822" y="7673"/>
                </a:cubicBezTo>
                <a:cubicBezTo>
                  <a:pt x="1865523" y="0"/>
                  <a:pt x="2329451" y="7673"/>
                  <a:pt x="2329451" y="7673"/>
                </a:cubicBezTo>
                <a:cubicBezTo>
                  <a:pt x="2697758" y="15152"/>
                  <a:pt x="3061071" y="84484"/>
                  <a:pt x="3258811" y="207066"/>
                </a:cubicBezTo>
                <a:cubicBezTo>
                  <a:pt x="3409828" y="300683"/>
                  <a:pt x="3443102" y="425358"/>
                  <a:pt x="3433962" y="577261"/>
                </a:cubicBezTo>
                <a:lnTo>
                  <a:pt x="3433962" y="577262"/>
                </a:lnTo>
                <a:cubicBezTo>
                  <a:pt x="3433962" y="891835"/>
                  <a:pt x="3150965" y="1105932"/>
                  <a:pt x="2504203" y="1133773"/>
                </a:cubicBezTo>
                <a:close/>
              </a:path>
            </a:pathLst>
          </a:custGeom>
          <a:solidFill>
            <a:srgbClr val="FDF5B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56" name="Google Shape;856;p38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757898" y="367826"/>
            <a:ext cx="3020414" cy="720862"/>
          </a:xfrm>
          <a:prstGeom prst="rect">
            <a:avLst/>
          </a:prstGeom>
          <a:noFill/>
          <a:ln>
            <a:noFill/>
          </a:ln>
        </p:spPr>
      </p:pic>
      <p:sp>
        <p:nvSpPr>
          <p:cNvPr id="857" name="Google Shape;857;p38"/>
          <p:cNvSpPr txBox="1"/>
          <p:nvPr/>
        </p:nvSpPr>
        <p:spPr>
          <a:xfrm>
            <a:off x="3335488" y="1366113"/>
            <a:ext cx="11972245" cy="10886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090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</a:pPr>
            <a:r>
              <a:rPr lang="en-US" sz="5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Subject + Verb + </a:t>
            </a:r>
            <a:r>
              <a:rPr lang="en-US" sz="5400" b="1" i="0" u="none" strike="noStrike" cap="non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得</a:t>
            </a:r>
            <a:r>
              <a:rPr lang="en-US" sz="5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+ 很 + Adjective</a:t>
            </a:r>
            <a:endParaRPr sz="5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8" name="Google Shape;858;p38"/>
          <p:cNvSpPr/>
          <p:nvPr/>
        </p:nvSpPr>
        <p:spPr>
          <a:xfrm>
            <a:off x="3967086" y="4184289"/>
            <a:ext cx="6842052" cy="2297174"/>
          </a:xfrm>
          <a:custGeom>
            <a:avLst/>
            <a:gdLst/>
            <a:ahLst/>
            <a:cxnLst/>
            <a:rect l="l" t="t" r="r" b="b"/>
            <a:pathLst>
              <a:path w="3443102" h="1144961" extrusionOk="0">
                <a:moveTo>
                  <a:pt x="2504203" y="1133773"/>
                </a:moveTo>
                <a:cubicBezTo>
                  <a:pt x="2504203" y="1133773"/>
                  <a:pt x="2084450" y="1144961"/>
                  <a:pt x="1621865" y="1142339"/>
                </a:cubicBezTo>
                <a:cubicBezTo>
                  <a:pt x="1584822" y="1140177"/>
                  <a:pt x="1057073" y="1132352"/>
                  <a:pt x="1057073" y="1132352"/>
                </a:cubicBezTo>
                <a:cubicBezTo>
                  <a:pt x="812931" y="1123518"/>
                  <a:pt x="565145" y="1106537"/>
                  <a:pt x="398404" y="1048359"/>
                </a:cubicBezTo>
                <a:cubicBezTo>
                  <a:pt x="120505" y="951398"/>
                  <a:pt x="0" y="773869"/>
                  <a:pt x="0" y="577261"/>
                </a:cubicBezTo>
                <a:lnTo>
                  <a:pt x="0" y="577259"/>
                </a:lnTo>
                <a:cubicBezTo>
                  <a:pt x="8536" y="440430"/>
                  <a:pt x="34263" y="311302"/>
                  <a:pt x="140291" y="225758"/>
                </a:cubicBezTo>
                <a:cubicBezTo>
                  <a:pt x="342602" y="62530"/>
                  <a:pt x="736658" y="7673"/>
                  <a:pt x="1155311" y="7673"/>
                </a:cubicBezTo>
                <a:cubicBezTo>
                  <a:pt x="1155311" y="7673"/>
                  <a:pt x="1551711" y="15681"/>
                  <a:pt x="1584822" y="7673"/>
                </a:cubicBezTo>
                <a:cubicBezTo>
                  <a:pt x="1865523" y="0"/>
                  <a:pt x="2329451" y="7673"/>
                  <a:pt x="2329451" y="7673"/>
                </a:cubicBezTo>
                <a:cubicBezTo>
                  <a:pt x="2697758" y="15152"/>
                  <a:pt x="3061071" y="84484"/>
                  <a:pt x="3258811" y="207066"/>
                </a:cubicBezTo>
                <a:cubicBezTo>
                  <a:pt x="3409828" y="300683"/>
                  <a:pt x="3443102" y="425358"/>
                  <a:pt x="3433962" y="577261"/>
                </a:cubicBezTo>
                <a:lnTo>
                  <a:pt x="3433962" y="577262"/>
                </a:lnTo>
                <a:cubicBezTo>
                  <a:pt x="3433962" y="891835"/>
                  <a:pt x="3150965" y="1105932"/>
                  <a:pt x="2504203" y="1133773"/>
                </a:cubicBezTo>
                <a:close/>
              </a:path>
            </a:pathLst>
          </a:custGeom>
          <a:solidFill>
            <a:srgbClr val="E5DFEC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9" name="Google Shape;859;p38"/>
          <p:cNvSpPr txBox="1"/>
          <p:nvPr/>
        </p:nvSpPr>
        <p:spPr>
          <a:xfrm>
            <a:off x="4712677" y="4478261"/>
            <a:ext cx="5393570" cy="17136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375"/>
              </a:lnSpc>
              <a:spcBef>
                <a:spcPts val="0"/>
              </a:spcBef>
              <a:spcAft>
                <a:spcPts val="0"/>
              </a:spcAft>
              <a:buClr>
                <a:srgbClr val="272626"/>
              </a:buClr>
              <a:buSzPts val="3200"/>
              <a:buFont typeface="SimSun"/>
              <a:buNone/>
            </a:pPr>
            <a:r>
              <a:rPr lang="en-US" sz="3200" b="0" i="0" u="none" strike="noStrike" cap="none" dirty="0" err="1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Tā</a:t>
            </a:r>
            <a:r>
              <a:rPr lang="en-US" sz="3200" b="0" i="0" u="none" strike="noStrike" cap="none" dirty="0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3200" b="0" i="0" u="none" strike="noStrike" cap="none" dirty="0" err="1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xué</a:t>
            </a:r>
            <a:r>
              <a:rPr lang="en-US" sz="3200" b="0" i="0" u="none" strike="noStrike" cap="none" dirty="0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de </a:t>
            </a:r>
            <a:r>
              <a:rPr lang="en-US" sz="3200" b="0" i="0" u="none" strike="noStrike" cap="none" dirty="0" err="1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hěn</a:t>
            </a:r>
            <a:r>
              <a:rPr lang="en-US" sz="3200" b="0" i="0" u="none" strike="noStrike" cap="none" dirty="0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3200" b="0" i="0" u="none" strike="noStrike" cap="none" dirty="0" err="1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hǎo</a:t>
            </a:r>
            <a:endParaRPr sz="3200" b="0" i="0" u="none" strike="noStrike" cap="none" dirty="0">
              <a:solidFill>
                <a:srgbClr val="272626"/>
              </a:solidFill>
              <a:latin typeface="SimSun" panose="02010600030101010101" pitchFamily="2" charset="-122"/>
              <a:ea typeface="SimSun" panose="02010600030101010101" pitchFamily="2" charset="-122"/>
              <a:cs typeface="SimSun"/>
              <a:sym typeface="SimSun"/>
            </a:endParaRPr>
          </a:p>
          <a:p>
            <a:pPr marL="0" marR="0" lvl="0" indent="0" algn="l" rtl="0">
              <a:lnSpc>
                <a:spcPct val="96300"/>
              </a:lnSpc>
              <a:spcBef>
                <a:spcPts val="0"/>
              </a:spcBef>
              <a:spcAft>
                <a:spcPts val="0"/>
              </a:spcAft>
              <a:buClr>
                <a:srgbClr val="272626"/>
              </a:buClr>
              <a:buSzPts val="4000"/>
              <a:buFont typeface="Arial"/>
              <a:buNone/>
            </a:pPr>
            <a:r>
              <a:rPr lang="en-US" sz="4000" b="0" i="0" u="none" strike="noStrike" cap="none" dirty="0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她 </a:t>
            </a:r>
            <a:r>
              <a:rPr lang="en-US" sz="4000" b="0" i="0" u="none" strike="noStrike" cap="none" dirty="0" err="1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学</a:t>
            </a:r>
            <a:r>
              <a:rPr lang="en-US" sz="4000" b="1" i="0" u="none" strike="noStrike" cap="none" dirty="0" err="1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得</a:t>
            </a:r>
            <a:r>
              <a:rPr lang="en-US" sz="4000" b="0" i="0" u="none" strike="noStrike" cap="none" dirty="0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 很  好。</a:t>
            </a:r>
            <a:endParaRPr sz="4000" b="0" i="0" u="none" strike="noStrike" cap="none" dirty="0">
              <a:solidFill>
                <a:srgbClr val="272626"/>
              </a:solidFill>
              <a:latin typeface="SimSun" panose="02010600030101010101" pitchFamily="2" charset="-122"/>
              <a:ea typeface="SimSun" panose="02010600030101010101" pitchFamily="2" charset="-122"/>
              <a:sym typeface="Arial"/>
            </a:endParaRPr>
          </a:p>
          <a:p>
            <a:pPr marL="0" marR="0" lvl="0" indent="0" algn="l" rtl="0">
              <a:lnSpc>
                <a:spcPct val="963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3600" b="0" i="0" u="none" strike="noStrike" cap="none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She studies very well.</a:t>
            </a:r>
            <a:endParaRPr sz="120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pic>
        <p:nvPicPr>
          <p:cNvPr id="860" name="Google Shape;860;p38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 rot="1501278">
            <a:off x="7744061" y="3624937"/>
            <a:ext cx="1169397" cy="720862"/>
          </a:xfrm>
          <a:prstGeom prst="rect">
            <a:avLst/>
          </a:prstGeom>
          <a:noFill/>
          <a:ln>
            <a:noFill/>
          </a:ln>
        </p:spPr>
      </p:pic>
      <p:sp>
        <p:nvSpPr>
          <p:cNvPr id="861" name="Google Shape;861;p38"/>
          <p:cNvSpPr/>
          <p:nvPr/>
        </p:nvSpPr>
        <p:spPr>
          <a:xfrm>
            <a:off x="9567346" y="6355988"/>
            <a:ext cx="6220047" cy="2297174"/>
          </a:xfrm>
          <a:custGeom>
            <a:avLst/>
            <a:gdLst/>
            <a:ahLst/>
            <a:cxnLst/>
            <a:rect l="l" t="t" r="r" b="b"/>
            <a:pathLst>
              <a:path w="3443102" h="1144961" extrusionOk="0">
                <a:moveTo>
                  <a:pt x="2504203" y="1133773"/>
                </a:moveTo>
                <a:cubicBezTo>
                  <a:pt x="2504203" y="1133773"/>
                  <a:pt x="2084450" y="1144961"/>
                  <a:pt x="1621865" y="1142339"/>
                </a:cubicBezTo>
                <a:cubicBezTo>
                  <a:pt x="1584822" y="1140177"/>
                  <a:pt x="1057073" y="1132352"/>
                  <a:pt x="1057073" y="1132352"/>
                </a:cubicBezTo>
                <a:cubicBezTo>
                  <a:pt x="812931" y="1123518"/>
                  <a:pt x="565145" y="1106537"/>
                  <a:pt x="398404" y="1048359"/>
                </a:cubicBezTo>
                <a:cubicBezTo>
                  <a:pt x="120505" y="951398"/>
                  <a:pt x="0" y="773869"/>
                  <a:pt x="0" y="577261"/>
                </a:cubicBezTo>
                <a:lnTo>
                  <a:pt x="0" y="577259"/>
                </a:lnTo>
                <a:cubicBezTo>
                  <a:pt x="8536" y="440430"/>
                  <a:pt x="34263" y="311302"/>
                  <a:pt x="140291" y="225758"/>
                </a:cubicBezTo>
                <a:cubicBezTo>
                  <a:pt x="342602" y="62530"/>
                  <a:pt x="736658" y="7673"/>
                  <a:pt x="1155311" y="7673"/>
                </a:cubicBezTo>
                <a:cubicBezTo>
                  <a:pt x="1155311" y="7673"/>
                  <a:pt x="1551711" y="15681"/>
                  <a:pt x="1584822" y="7673"/>
                </a:cubicBezTo>
                <a:cubicBezTo>
                  <a:pt x="1865523" y="0"/>
                  <a:pt x="2329451" y="7673"/>
                  <a:pt x="2329451" y="7673"/>
                </a:cubicBezTo>
                <a:cubicBezTo>
                  <a:pt x="2697758" y="15152"/>
                  <a:pt x="3061071" y="84484"/>
                  <a:pt x="3258811" y="207066"/>
                </a:cubicBezTo>
                <a:cubicBezTo>
                  <a:pt x="3409828" y="300683"/>
                  <a:pt x="3443102" y="425358"/>
                  <a:pt x="3433962" y="577261"/>
                </a:cubicBezTo>
                <a:lnTo>
                  <a:pt x="3433962" y="577262"/>
                </a:lnTo>
                <a:cubicBezTo>
                  <a:pt x="3433962" y="891835"/>
                  <a:pt x="3150965" y="1105932"/>
                  <a:pt x="2504203" y="1133773"/>
                </a:cubicBezTo>
                <a:close/>
              </a:path>
            </a:pathLst>
          </a:custGeom>
          <a:solidFill>
            <a:srgbClr val="EAF1DD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2" name="Google Shape;862;p38"/>
          <p:cNvSpPr txBox="1"/>
          <p:nvPr/>
        </p:nvSpPr>
        <p:spPr>
          <a:xfrm>
            <a:off x="10752207" y="6764261"/>
            <a:ext cx="5035186" cy="17727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375"/>
              </a:lnSpc>
              <a:spcBef>
                <a:spcPts val="0"/>
              </a:spcBef>
              <a:spcAft>
                <a:spcPts val="0"/>
              </a:spcAft>
              <a:buClr>
                <a:srgbClr val="272626"/>
              </a:buClr>
              <a:buSzPts val="3200"/>
              <a:buFont typeface="SimSun"/>
              <a:buNone/>
            </a:pPr>
            <a:r>
              <a:rPr lang="en-US" sz="3200" b="0" i="0" u="none" strike="noStrike" cap="none" dirty="0" err="1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Tā</a:t>
            </a:r>
            <a:r>
              <a:rPr lang="en-US" sz="3200" b="0" i="0" u="none" strike="noStrike" cap="none" dirty="0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3200" b="0" i="0" u="none" strike="noStrike" cap="none" dirty="0" err="1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pǎo</a:t>
            </a:r>
            <a:r>
              <a:rPr lang="en-US" sz="3200" b="0" i="0" u="none" strike="noStrike" cap="none" dirty="0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de </a:t>
            </a:r>
            <a:r>
              <a:rPr lang="en-US" sz="3200" b="0" i="0" u="none" strike="noStrike" cap="none" dirty="0" err="1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hěn</a:t>
            </a:r>
            <a:r>
              <a:rPr lang="en-US" sz="3200" b="0" i="0" u="none" strike="noStrike" cap="none" dirty="0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3200" b="0" i="0" u="none" strike="noStrike" cap="none" dirty="0" err="1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kuài</a:t>
            </a:r>
            <a:r>
              <a:rPr lang="en-US" sz="3200" b="0" i="0" u="none" strike="noStrike" cap="none" dirty="0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.</a:t>
            </a:r>
            <a:endParaRPr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marL="0" marR="0" lvl="0" indent="0" algn="l" rtl="0">
              <a:lnSpc>
                <a:spcPct val="96300"/>
              </a:lnSpc>
              <a:spcBef>
                <a:spcPts val="0"/>
              </a:spcBef>
              <a:spcAft>
                <a:spcPts val="0"/>
              </a:spcAft>
              <a:buClr>
                <a:srgbClr val="272626"/>
              </a:buClr>
              <a:buSzPts val="4000"/>
              <a:buFont typeface="Arial"/>
              <a:buNone/>
            </a:pPr>
            <a:r>
              <a:rPr lang="en-US" sz="4000" b="0" i="0" u="none" strike="noStrike" cap="none" dirty="0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他 跑 </a:t>
            </a:r>
            <a:r>
              <a:rPr lang="en-US" sz="4000" b="1" i="0" u="none" strike="noStrike" cap="none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得</a:t>
            </a:r>
            <a:r>
              <a:rPr lang="en-US" sz="4000" b="0" i="0" u="none" strike="noStrike" cap="none" dirty="0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 很  快。</a:t>
            </a:r>
            <a:endParaRPr sz="4000" b="0" i="0" u="none" strike="noStrike" cap="none" dirty="0">
              <a:solidFill>
                <a:srgbClr val="272626"/>
              </a:solidFill>
              <a:latin typeface="SimSun" panose="02010600030101010101" pitchFamily="2" charset="-122"/>
              <a:ea typeface="SimSun" panose="02010600030101010101" pitchFamily="2" charset="-122"/>
              <a:sym typeface="Arial"/>
            </a:endParaRPr>
          </a:p>
          <a:p>
            <a:pPr marL="0" marR="0" lvl="0" indent="0" algn="l" rtl="0">
              <a:lnSpc>
                <a:spcPct val="963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0" i="0" u="none" strike="noStrike" cap="none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He runs very fast.</a:t>
            </a:r>
            <a:endParaRPr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pic>
        <p:nvPicPr>
          <p:cNvPr id="863" name="Google Shape;863;p38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 rot="1501278">
            <a:off x="13425207" y="5910937"/>
            <a:ext cx="1169397" cy="7208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EC4"/>
        </a:solidFill>
        <a:effectLst/>
      </p:bgPr>
    </p:bg>
    <p:spTree>
      <p:nvGrpSpPr>
        <p:cNvPr id="1" name="Shape 8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8" name="Google Shape;868;p3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9600" y="485403"/>
            <a:ext cx="17180301" cy="9316193"/>
          </a:xfrm>
          <a:prstGeom prst="rect">
            <a:avLst/>
          </a:prstGeom>
          <a:noFill/>
          <a:ln>
            <a:noFill/>
          </a:ln>
        </p:spPr>
      </p:pic>
      <p:pic>
        <p:nvPicPr>
          <p:cNvPr id="869" name="Google Shape;869;p3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-651484">
            <a:off x="59853" y="8436788"/>
            <a:ext cx="2741489" cy="1444243"/>
          </a:xfrm>
          <a:prstGeom prst="rect">
            <a:avLst/>
          </a:prstGeom>
          <a:noFill/>
          <a:ln>
            <a:noFill/>
          </a:ln>
        </p:spPr>
      </p:pic>
      <p:pic>
        <p:nvPicPr>
          <p:cNvPr id="870" name="Google Shape;870;p39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63748" y="2749525"/>
            <a:ext cx="2986993" cy="2616592"/>
          </a:xfrm>
          <a:prstGeom prst="rect">
            <a:avLst/>
          </a:prstGeom>
          <a:noFill/>
          <a:ln>
            <a:noFill/>
          </a:ln>
        </p:spPr>
      </p:pic>
      <p:pic>
        <p:nvPicPr>
          <p:cNvPr id="871" name="Google Shape;871;p39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98099" y="5612321"/>
            <a:ext cx="1061203" cy="1061203"/>
          </a:xfrm>
          <a:prstGeom prst="rect">
            <a:avLst/>
          </a:prstGeom>
          <a:noFill/>
          <a:ln>
            <a:noFill/>
          </a:ln>
        </p:spPr>
      </p:pic>
      <p:sp>
        <p:nvSpPr>
          <p:cNvPr id="872" name="Google Shape;872;p39"/>
          <p:cNvSpPr/>
          <p:nvPr/>
        </p:nvSpPr>
        <p:spPr>
          <a:xfrm>
            <a:off x="3996739" y="564400"/>
            <a:ext cx="10734009" cy="2526609"/>
          </a:xfrm>
          <a:custGeom>
            <a:avLst/>
            <a:gdLst/>
            <a:ahLst/>
            <a:cxnLst/>
            <a:rect l="l" t="t" r="r" b="b"/>
            <a:pathLst>
              <a:path w="3443102" h="1144961" extrusionOk="0">
                <a:moveTo>
                  <a:pt x="2504203" y="1133773"/>
                </a:moveTo>
                <a:cubicBezTo>
                  <a:pt x="2504203" y="1133773"/>
                  <a:pt x="2084450" y="1144961"/>
                  <a:pt x="1621865" y="1142339"/>
                </a:cubicBezTo>
                <a:cubicBezTo>
                  <a:pt x="1584822" y="1140177"/>
                  <a:pt x="1057073" y="1132352"/>
                  <a:pt x="1057073" y="1132352"/>
                </a:cubicBezTo>
                <a:cubicBezTo>
                  <a:pt x="812931" y="1123518"/>
                  <a:pt x="565145" y="1106537"/>
                  <a:pt x="398404" y="1048359"/>
                </a:cubicBezTo>
                <a:cubicBezTo>
                  <a:pt x="120505" y="951398"/>
                  <a:pt x="0" y="773869"/>
                  <a:pt x="0" y="577261"/>
                </a:cubicBezTo>
                <a:lnTo>
                  <a:pt x="0" y="577259"/>
                </a:lnTo>
                <a:cubicBezTo>
                  <a:pt x="8536" y="440430"/>
                  <a:pt x="34263" y="311302"/>
                  <a:pt x="140291" y="225758"/>
                </a:cubicBezTo>
                <a:cubicBezTo>
                  <a:pt x="342602" y="62530"/>
                  <a:pt x="736658" y="7673"/>
                  <a:pt x="1155311" y="7673"/>
                </a:cubicBezTo>
                <a:cubicBezTo>
                  <a:pt x="1155311" y="7673"/>
                  <a:pt x="1551711" y="15681"/>
                  <a:pt x="1584822" y="7673"/>
                </a:cubicBezTo>
                <a:cubicBezTo>
                  <a:pt x="1865523" y="0"/>
                  <a:pt x="2329451" y="7673"/>
                  <a:pt x="2329451" y="7673"/>
                </a:cubicBezTo>
                <a:cubicBezTo>
                  <a:pt x="2697758" y="15152"/>
                  <a:pt x="3061071" y="84484"/>
                  <a:pt x="3258811" y="207066"/>
                </a:cubicBezTo>
                <a:cubicBezTo>
                  <a:pt x="3409828" y="300683"/>
                  <a:pt x="3443102" y="425358"/>
                  <a:pt x="3433962" y="577261"/>
                </a:cubicBezTo>
                <a:lnTo>
                  <a:pt x="3433962" y="577262"/>
                </a:lnTo>
                <a:cubicBezTo>
                  <a:pt x="3433962" y="891835"/>
                  <a:pt x="3150965" y="1105932"/>
                  <a:pt x="2504203" y="1133773"/>
                </a:cubicBezTo>
                <a:close/>
              </a:path>
            </a:pathLst>
          </a:custGeom>
          <a:solidFill>
            <a:srgbClr val="FDF5B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73" name="Google Shape;873;p39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757898" y="367826"/>
            <a:ext cx="3020414" cy="720862"/>
          </a:xfrm>
          <a:prstGeom prst="rect">
            <a:avLst/>
          </a:prstGeom>
          <a:noFill/>
          <a:ln>
            <a:noFill/>
          </a:ln>
        </p:spPr>
      </p:pic>
      <p:sp>
        <p:nvSpPr>
          <p:cNvPr id="874" name="Google Shape;874;p39"/>
          <p:cNvSpPr txBox="1"/>
          <p:nvPr/>
        </p:nvSpPr>
        <p:spPr>
          <a:xfrm>
            <a:off x="3335488" y="1366113"/>
            <a:ext cx="12056510" cy="10886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090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</a:pPr>
            <a:r>
              <a:rPr lang="en-US" sz="5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Subject + Verb + </a:t>
            </a:r>
            <a:r>
              <a:rPr lang="en-US" sz="5400" b="1" i="0" u="none" strike="noStrike" cap="non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得</a:t>
            </a:r>
            <a:r>
              <a:rPr lang="en-US" sz="5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+ </a:t>
            </a:r>
            <a:r>
              <a:rPr lang="en-US" sz="5400" b="1" i="0" u="none" strike="noStrike" cap="non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不</a:t>
            </a:r>
            <a:r>
              <a:rPr lang="en-US" sz="5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+ Adjective</a:t>
            </a:r>
            <a:endParaRPr sz="5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5" name="Google Shape;875;p39"/>
          <p:cNvSpPr/>
          <p:nvPr/>
        </p:nvSpPr>
        <p:spPr>
          <a:xfrm>
            <a:off x="3316000" y="4795356"/>
            <a:ext cx="7526257" cy="2297174"/>
          </a:xfrm>
          <a:custGeom>
            <a:avLst/>
            <a:gdLst/>
            <a:ahLst/>
            <a:cxnLst/>
            <a:rect l="l" t="t" r="r" b="b"/>
            <a:pathLst>
              <a:path w="3443102" h="1144961" extrusionOk="0">
                <a:moveTo>
                  <a:pt x="2504203" y="1133773"/>
                </a:moveTo>
                <a:cubicBezTo>
                  <a:pt x="2504203" y="1133773"/>
                  <a:pt x="2084450" y="1144961"/>
                  <a:pt x="1621865" y="1142339"/>
                </a:cubicBezTo>
                <a:cubicBezTo>
                  <a:pt x="1584822" y="1140177"/>
                  <a:pt x="1057073" y="1132352"/>
                  <a:pt x="1057073" y="1132352"/>
                </a:cubicBezTo>
                <a:cubicBezTo>
                  <a:pt x="812931" y="1123518"/>
                  <a:pt x="565145" y="1106537"/>
                  <a:pt x="398404" y="1048359"/>
                </a:cubicBezTo>
                <a:cubicBezTo>
                  <a:pt x="120505" y="951398"/>
                  <a:pt x="0" y="773869"/>
                  <a:pt x="0" y="577261"/>
                </a:cubicBezTo>
                <a:lnTo>
                  <a:pt x="0" y="577259"/>
                </a:lnTo>
                <a:cubicBezTo>
                  <a:pt x="8536" y="440430"/>
                  <a:pt x="34263" y="311302"/>
                  <a:pt x="140291" y="225758"/>
                </a:cubicBezTo>
                <a:cubicBezTo>
                  <a:pt x="342602" y="62530"/>
                  <a:pt x="736658" y="7673"/>
                  <a:pt x="1155311" y="7673"/>
                </a:cubicBezTo>
                <a:cubicBezTo>
                  <a:pt x="1155311" y="7673"/>
                  <a:pt x="1551711" y="15681"/>
                  <a:pt x="1584822" y="7673"/>
                </a:cubicBezTo>
                <a:cubicBezTo>
                  <a:pt x="1865523" y="0"/>
                  <a:pt x="2329451" y="7673"/>
                  <a:pt x="2329451" y="7673"/>
                </a:cubicBezTo>
                <a:cubicBezTo>
                  <a:pt x="2697758" y="15152"/>
                  <a:pt x="3061071" y="84484"/>
                  <a:pt x="3258811" y="207066"/>
                </a:cubicBezTo>
                <a:cubicBezTo>
                  <a:pt x="3409828" y="300683"/>
                  <a:pt x="3443102" y="425358"/>
                  <a:pt x="3433962" y="577261"/>
                </a:cubicBezTo>
                <a:lnTo>
                  <a:pt x="3433962" y="577262"/>
                </a:lnTo>
                <a:cubicBezTo>
                  <a:pt x="3433962" y="891835"/>
                  <a:pt x="3150965" y="1105932"/>
                  <a:pt x="2504203" y="1133773"/>
                </a:cubicBezTo>
                <a:close/>
              </a:path>
            </a:pathLst>
          </a:custGeom>
          <a:solidFill>
            <a:srgbClr val="E5DFEC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6" name="Google Shape;876;p39"/>
          <p:cNvSpPr txBox="1"/>
          <p:nvPr/>
        </p:nvSpPr>
        <p:spPr>
          <a:xfrm>
            <a:off x="4046607" y="4838700"/>
            <a:ext cx="7272853" cy="17727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375"/>
              </a:lnSpc>
              <a:spcBef>
                <a:spcPts val="0"/>
              </a:spcBef>
              <a:spcAft>
                <a:spcPts val="0"/>
              </a:spcAft>
              <a:buClr>
                <a:srgbClr val="272626"/>
              </a:buClr>
              <a:buSzPts val="3200"/>
              <a:buFont typeface="SimSun"/>
              <a:buNone/>
            </a:pPr>
            <a:r>
              <a:rPr lang="en-US" sz="3200" b="0" i="0" u="none" strike="noStrike" cap="none" dirty="0" err="1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Tā</a:t>
            </a:r>
            <a:r>
              <a:rPr lang="en-US" sz="3200" b="0" i="0" u="none" strike="noStrike" cap="none" dirty="0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3200" b="0" i="0" u="none" strike="noStrike" cap="none" dirty="0" err="1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xiě</a:t>
            </a:r>
            <a:r>
              <a:rPr lang="en-US" sz="3200" b="0" i="0" u="none" strike="noStrike" cap="none" dirty="0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de  </a:t>
            </a:r>
            <a:r>
              <a:rPr lang="en-US" sz="3200" b="0" i="0" u="none" strike="noStrike" cap="none" dirty="0" err="1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bù</a:t>
            </a:r>
            <a:r>
              <a:rPr lang="en-US" sz="3200" b="0" i="0" u="none" strike="noStrike" cap="none" dirty="0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3200" b="0" i="0" u="none" strike="noStrike" cap="none" dirty="0" err="1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hǎokàn</a:t>
            </a:r>
            <a:r>
              <a:rPr lang="en-US" sz="3200" b="0" i="0" u="none" strike="noStrike" cap="none" dirty="0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.</a:t>
            </a:r>
            <a:endParaRPr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marL="0" marR="0" lvl="0" indent="0" algn="l" rtl="0">
              <a:lnSpc>
                <a:spcPct val="96300"/>
              </a:lnSpc>
              <a:spcBef>
                <a:spcPts val="0"/>
              </a:spcBef>
              <a:spcAft>
                <a:spcPts val="0"/>
              </a:spcAft>
              <a:buClr>
                <a:srgbClr val="272626"/>
              </a:buClr>
              <a:buSzPts val="4000"/>
              <a:buFont typeface="Arial"/>
              <a:buNone/>
            </a:pPr>
            <a:r>
              <a:rPr lang="en-US" sz="4000" b="0" i="0" u="none" strike="noStrike" cap="none" dirty="0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她 写 </a:t>
            </a:r>
            <a:r>
              <a:rPr lang="en-US" sz="4000" b="1" i="0" u="none" strike="noStrike" cap="none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得 不</a:t>
            </a:r>
            <a:r>
              <a:rPr lang="en-US" sz="4000" b="0" i="0" u="none" strike="noStrike" cap="none" dirty="0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 </a:t>
            </a:r>
            <a:r>
              <a:rPr lang="en-US" sz="4000" b="0" i="0" u="none" strike="noStrike" cap="none" dirty="0" err="1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好看</a:t>
            </a:r>
            <a:r>
              <a:rPr lang="en-US" sz="4000" b="0" i="0" u="none" strike="noStrike" cap="none" dirty="0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。</a:t>
            </a:r>
            <a:endParaRPr sz="4000" b="0" i="0" u="none" strike="noStrike" cap="none" dirty="0">
              <a:solidFill>
                <a:srgbClr val="272626"/>
              </a:solidFill>
              <a:latin typeface="SimSun" panose="02010600030101010101" pitchFamily="2" charset="-122"/>
              <a:ea typeface="SimSun" panose="02010600030101010101" pitchFamily="2" charset="-122"/>
              <a:sym typeface="Arial"/>
            </a:endParaRPr>
          </a:p>
          <a:p>
            <a:pPr marL="0" marR="0" lvl="0" indent="0" algn="l" rtl="0">
              <a:lnSpc>
                <a:spcPct val="963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0" i="0" u="none" strike="noStrike" cap="none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Her handwriting is not good.</a:t>
            </a:r>
            <a:endParaRPr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pic>
        <p:nvPicPr>
          <p:cNvPr id="877" name="Google Shape;877;p39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 rot="1501278">
            <a:off x="7253007" y="3985376"/>
            <a:ext cx="1169397" cy="720862"/>
          </a:xfrm>
          <a:prstGeom prst="rect">
            <a:avLst/>
          </a:prstGeom>
          <a:noFill/>
          <a:ln>
            <a:noFill/>
          </a:ln>
        </p:spPr>
      </p:pic>
      <p:sp>
        <p:nvSpPr>
          <p:cNvPr id="878" name="Google Shape;878;p39"/>
          <p:cNvSpPr/>
          <p:nvPr/>
        </p:nvSpPr>
        <p:spPr>
          <a:xfrm>
            <a:off x="10166500" y="6808957"/>
            <a:ext cx="6842052" cy="2297174"/>
          </a:xfrm>
          <a:custGeom>
            <a:avLst/>
            <a:gdLst/>
            <a:ahLst/>
            <a:cxnLst/>
            <a:rect l="l" t="t" r="r" b="b"/>
            <a:pathLst>
              <a:path w="3443102" h="1144961" extrusionOk="0">
                <a:moveTo>
                  <a:pt x="2504203" y="1133773"/>
                </a:moveTo>
                <a:cubicBezTo>
                  <a:pt x="2504203" y="1133773"/>
                  <a:pt x="2084450" y="1144961"/>
                  <a:pt x="1621865" y="1142339"/>
                </a:cubicBezTo>
                <a:cubicBezTo>
                  <a:pt x="1584822" y="1140177"/>
                  <a:pt x="1057073" y="1132352"/>
                  <a:pt x="1057073" y="1132352"/>
                </a:cubicBezTo>
                <a:cubicBezTo>
                  <a:pt x="812931" y="1123518"/>
                  <a:pt x="565145" y="1106537"/>
                  <a:pt x="398404" y="1048359"/>
                </a:cubicBezTo>
                <a:cubicBezTo>
                  <a:pt x="120505" y="951398"/>
                  <a:pt x="0" y="773869"/>
                  <a:pt x="0" y="577261"/>
                </a:cubicBezTo>
                <a:lnTo>
                  <a:pt x="0" y="577259"/>
                </a:lnTo>
                <a:cubicBezTo>
                  <a:pt x="8536" y="440430"/>
                  <a:pt x="34263" y="311302"/>
                  <a:pt x="140291" y="225758"/>
                </a:cubicBezTo>
                <a:cubicBezTo>
                  <a:pt x="342602" y="62530"/>
                  <a:pt x="736658" y="7673"/>
                  <a:pt x="1155311" y="7673"/>
                </a:cubicBezTo>
                <a:cubicBezTo>
                  <a:pt x="1155311" y="7673"/>
                  <a:pt x="1551711" y="15681"/>
                  <a:pt x="1584822" y="7673"/>
                </a:cubicBezTo>
                <a:cubicBezTo>
                  <a:pt x="1865523" y="0"/>
                  <a:pt x="2329451" y="7673"/>
                  <a:pt x="2329451" y="7673"/>
                </a:cubicBezTo>
                <a:cubicBezTo>
                  <a:pt x="2697758" y="15152"/>
                  <a:pt x="3061071" y="84484"/>
                  <a:pt x="3258811" y="207066"/>
                </a:cubicBezTo>
                <a:cubicBezTo>
                  <a:pt x="3409828" y="300683"/>
                  <a:pt x="3443102" y="425358"/>
                  <a:pt x="3433962" y="577261"/>
                </a:cubicBezTo>
                <a:lnTo>
                  <a:pt x="3433962" y="577262"/>
                </a:lnTo>
                <a:cubicBezTo>
                  <a:pt x="3433962" y="891835"/>
                  <a:pt x="3150965" y="1105932"/>
                  <a:pt x="2504203" y="1133773"/>
                </a:cubicBezTo>
                <a:close/>
              </a:path>
            </a:pathLst>
          </a:custGeom>
          <a:solidFill>
            <a:srgbClr val="EAF1DD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9" name="Google Shape;879;p39"/>
          <p:cNvSpPr txBox="1"/>
          <p:nvPr/>
        </p:nvSpPr>
        <p:spPr>
          <a:xfrm>
            <a:off x="11319460" y="6972300"/>
            <a:ext cx="6194817" cy="17727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375"/>
              </a:lnSpc>
              <a:spcBef>
                <a:spcPts val="0"/>
              </a:spcBef>
              <a:spcAft>
                <a:spcPts val="0"/>
              </a:spcAft>
              <a:buClr>
                <a:srgbClr val="272626"/>
              </a:buClr>
              <a:buSzPts val="3200"/>
              <a:buFont typeface="SimSun"/>
              <a:buNone/>
            </a:pPr>
            <a:r>
              <a:rPr lang="en-US" sz="3200" b="0" i="0" u="none" strike="noStrike" cap="none" dirty="0" err="1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Tā</a:t>
            </a:r>
            <a:r>
              <a:rPr lang="en-US" sz="3200" b="0" i="0" u="none" strike="noStrike" cap="none" dirty="0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3200" b="0" i="0" u="none" strike="noStrike" cap="none" dirty="0" err="1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shuō</a:t>
            </a:r>
            <a:r>
              <a:rPr lang="en-US" sz="3200" b="0" i="0" u="none" strike="noStrike" cap="none" dirty="0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de </a:t>
            </a:r>
            <a:r>
              <a:rPr lang="en-US" sz="3200" b="0" i="0" u="none" strike="noStrike" cap="none" dirty="0" err="1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bú</a:t>
            </a:r>
            <a:r>
              <a:rPr lang="en-US" sz="3200" b="0" i="0" u="none" strike="noStrike" cap="none" dirty="0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3200" b="0" i="0" u="none" strike="noStrike" cap="none" dirty="0" err="1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duì</a:t>
            </a:r>
            <a:r>
              <a:rPr lang="en-US" sz="3200" b="0" i="0" u="none" strike="noStrike" cap="none" dirty="0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.</a:t>
            </a:r>
            <a:endParaRPr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marL="0" marR="0" lvl="0" indent="0" algn="l" rtl="0">
              <a:lnSpc>
                <a:spcPct val="96300"/>
              </a:lnSpc>
              <a:spcBef>
                <a:spcPts val="0"/>
              </a:spcBef>
              <a:spcAft>
                <a:spcPts val="0"/>
              </a:spcAft>
              <a:buClr>
                <a:srgbClr val="272626"/>
              </a:buClr>
              <a:buSzPts val="4000"/>
              <a:buFont typeface="Arial"/>
              <a:buNone/>
            </a:pPr>
            <a:r>
              <a:rPr lang="en-US" sz="4000" b="0" i="0" u="none" strike="noStrike" cap="none" dirty="0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他 说 </a:t>
            </a:r>
            <a:r>
              <a:rPr lang="en-US" sz="4000" b="1" i="0" u="none" strike="noStrike" cap="none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得 不</a:t>
            </a:r>
            <a:r>
              <a:rPr lang="en-US" sz="4000" b="0" i="0" u="none" strike="noStrike" cap="none" dirty="0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 对。</a:t>
            </a:r>
            <a:endParaRPr sz="4000" b="0" i="0" u="none" strike="noStrike" cap="none" dirty="0">
              <a:solidFill>
                <a:srgbClr val="272626"/>
              </a:solidFill>
              <a:latin typeface="SimSun" panose="02010600030101010101" pitchFamily="2" charset="-122"/>
              <a:ea typeface="SimSun" panose="02010600030101010101" pitchFamily="2" charset="-122"/>
              <a:sym typeface="Arial"/>
            </a:endParaRPr>
          </a:p>
          <a:p>
            <a:pPr marL="0" marR="0" lvl="0" indent="0" algn="l" rtl="0">
              <a:lnSpc>
                <a:spcPct val="963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0" i="0" u="none" strike="noStrike" cap="none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He did not say it right.</a:t>
            </a:r>
            <a:endParaRPr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pic>
        <p:nvPicPr>
          <p:cNvPr id="880" name="Google Shape;880;p39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 rot="1501278">
            <a:off x="13992461" y="6118976"/>
            <a:ext cx="1169397" cy="720862"/>
          </a:xfrm>
          <a:prstGeom prst="rect">
            <a:avLst/>
          </a:prstGeom>
          <a:noFill/>
          <a:ln>
            <a:noFill/>
          </a:ln>
        </p:spPr>
      </p:pic>
      <p:sp>
        <p:nvSpPr>
          <p:cNvPr id="881" name="Google Shape;881;p39"/>
          <p:cNvSpPr txBox="1"/>
          <p:nvPr/>
        </p:nvSpPr>
        <p:spPr>
          <a:xfrm>
            <a:off x="3810000" y="3293188"/>
            <a:ext cx="12253657" cy="515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63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When used in a negative form, “不” is placed before the adjective.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EC4"/>
        </a:solidFill>
        <a:effectLst/>
      </p:bgPr>
    </p:bg>
    <p:spTree>
      <p:nvGrpSpPr>
        <p:cNvPr id="1" name="Shape 8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6" name="Google Shape;886;p4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19480" y="376597"/>
            <a:ext cx="17830800" cy="9568157"/>
          </a:xfrm>
          <a:prstGeom prst="rect">
            <a:avLst/>
          </a:prstGeom>
          <a:noFill/>
          <a:ln>
            <a:noFill/>
          </a:ln>
        </p:spPr>
      </p:pic>
      <p:pic>
        <p:nvPicPr>
          <p:cNvPr id="887" name="Google Shape;887;p4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-651484">
            <a:off x="689427" y="274724"/>
            <a:ext cx="1962919" cy="1034085"/>
          </a:xfrm>
          <a:prstGeom prst="rect">
            <a:avLst/>
          </a:prstGeom>
          <a:noFill/>
          <a:ln>
            <a:noFill/>
          </a:ln>
        </p:spPr>
      </p:pic>
      <p:pic>
        <p:nvPicPr>
          <p:cNvPr id="888" name="Google Shape;888;p4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5918942" y="0"/>
            <a:ext cx="2986993" cy="2616592"/>
          </a:xfrm>
          <a:prstGeom prst="rect">
            <a:avLst/>
          </a:prstGeom>
          <a:noFill/>
          <a:ln>
            <a:noFill/>
          </a:ln>
        </p:spPr>
      </p:pic>
      <p:pic>
        <p:nvPicPr>
          <p:cNvPr id="889" name="Google Shape;889;p40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98099" y="5612321"/>
            <a:ext cx="1061203" cy="1061203"/>
          </a:xfrm>
          <a:prstGeom prst="rect">
            <a:avLst/>
          </a:prstGeom>
          <a:noFill/>
          <a:ln>
            <a:noFill/>
          </a:ln>
        </p:spPr>
      </p:pic>
      <p:sp>
        <p:nvSpPr>
          <p:cNvPr id="890" name="Google Shape;890;p40"/>
          <p:cNvSpPr/>
          <p:nvPr/>
        </p:nvSpPr>
        <p:spPr>
          <a:xfrm>
            <a:off x="3996739" y="233440"/>
            <a:ext cx="10657638" cy="2858213"/>
          </a:xfrm>
          <a:custGeom>
            <a:avLst/>
            <a:gdLst/>
            <a:ahLst/>
            <a:cxnLst/>
            <a:rect l="l" t="t" r="r" b="b"/>
            <a:pathLst>
              <a:path w="3443102" h="1144961" extrusionOk="0">
                <a:moveTo>
                  <a:pt x="2504203" y="1133773"/>
                </a:moveTo>
                <a:cubicBezTo>
                  <a:pt x="2504203" y="1133773"/>
                  <a:pt x="2084450" y="1144961"/>
                  <a:pt x="1621865" y="1142339"/>
                </a:cubicBezTo>
                <a:cubicBezTo>
                  <a:pt x="1584822" y="1140177"/>
                  <a:pt x="1057073" y="1132352"/>
                  <a:pt x="1057073" y="1132352"/>
                </a:cubicBezTo>
                <a:cubicBezTo>
                  <a:pt x="812931" y="1123518"/>
                  <a:pt x="565145" y="1106537"/>
                  <a:pt x="398404" y="1048359"/>
                </a:cubicBezTo>
                <a:cubicBezTo>
                  <a:pt x="120505" y="951398"/>
                  <a:pt x="0" y="773869"/>
                  <a:pt x="0" y="577261"/>
                </a:cubicBezTo>
                <a:lnTo>
                  <a:pt x="0" y="577259"/>
                </a:lnTo>
                <a:cubicBezTo>
                  <a:pt x="8536" y="440430"/>
                  <a:pt x="34263" y="311302"/>
                  <a:pt x="140291" y="225758"/>
                </a:cubicBezTo>
                <a:cubicBezTo>
                  <a:pt x="342602" y="62530"/>
                  <a:pt x="736658" y="7673"/>
                  <a:pt x="1155311" y="7673"/>
                </a:cubicBezTo>
                <a:cubicBezTo>
                  <a:pt x="1155311" y="7673"/>
                  <a:pt x="1551711" y="15681"/>
                  <a:pt x="1584822" y="7673"/>
                </a:cubicBezTo>
                <a:cubicBezTo>
                  <a:pt x="1865523" y="0"/>
                  <a:pt x="2329451" y="7673"/>
                  <a:pt x="2329451" y="7673"/>
                </a:cubicBezTo>
                <a:cubicBezTo>
                  <a:pt x="2697758" y="15152"/>
                  <a:pt x="3061071" y="84484"/>
                  <a:pt x="3258811" y="207066"/>
                </a:cubicBezTo>
                <a:cubicBezTo>
                  <a:pt x="3409828" y="300683"/>
                  <a:pt x="3443102" y="425358"/>
                  <a:pt x="3433962" y="577261"/>
                </a:cubicBezTo>
                <a:lnTo>
                  <a:pt x="3433962" y="577262"/>
                </a:lnTo>
                <a:cubicBezTo>
                  <a:pt x="3433962" y="891835"/>
                  <a:pt x="3150965" y="1105932"/>
                  <a:pt x="2504203" y="1133773"/>
                </a:cubicBezTo>
                <a:close/>
              </a:path>
            </a:pathLst>
          </a:custGeom>
          <a:solidFill>
            <a:srgbClr val="FDF5B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91" name="Google Shape;891;p40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757898" y="38100"/>
            <a:ext cx="3020414" cy="720862"/>
          </a:xfrm>
          <a:prstGeom prst="rect">
            <a:avLst/>
          </a:prstGeom>
          <a:noFill/>
          <a:ln>
            <a:noFill/>
          </a:ln>
        </p:spPr>
      </p:pic>
      <p:sp>
        <p:nvSpPr>
          <p:cNvPr id="892" name="Google Shape;892;p40"/>
          <p:cNvSpPr txBox="1"/>
          <p:nvPr/>
        </p:nvSpPr>
        <p:spPr>
          <a:xfrm>
            <a:off x="4624375" y="698974"/>
            <a:ext cx="9701225" cy="2161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090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</a:pPr>
            <a:r>
              <a:rPr lang="en-US" sz="6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“A还是B？”的用法</a:t>
            </a:r>
            <a:endParaRPr/>
          </a:p>
          <a:p>
            <a:pPr marL="0" marR="0" lvl="0" indent="0" algn="ctr" rtl="0">
              <a:lnSpc>
                <a:spcPct val="13090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</a:pPr>
            <a:r>
              <a:rPr lang="en-US" sz="6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usage of “A还是B？”</a:t>
            </a:r>
            <a:endParaRPr/>
          </a:p>
        </p:txBody>
      </p:sp>
      <p:sp>
        <p:nvSpPr>
          <p:cNvPr id="893" name="Google Shape;893;p40"/>
          <p:cNvSpPr txBox="1"/>
          <p:nvPr/>
        </p:nvSpPr>
        <p:spPr>
          <a:xfrm>
            <a:off x="3348171" y="3242437"/>
            <a:ext cx="13756911" cy="17235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0" i="0" u="none" strike="noStrike" cap="none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“</a:t>
            </a:r>
            <a:r>
              <a:rPr lang="en-US" sz="4000" b="0" i="0" u="none" strike="noStrike" cap="none" dirty="0" err="1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还是</a:t>
            </a:r>
            <a:r>
              <a:rPr lang="en-US" sz="4000" b="0" i="0" u="none" strike="noStrike" cap="none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” </a:t>
            </a:r>
            <a:r>
              <a:rPr lang="en-US" sz="4000" b="0" i="0" u="none" strike="noStrike" cap="none" dirty="0" err="1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用于疑问句，表示选择</a:t>
            </a:r>
            <a:r>
              <a:rPr lang="en-US" sz="4000" b="0" i="0" u="none" strike="noStrike" cap="none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。</a:t>
            </a:r>
            <a:endParaRPr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3600" b="0" i="0" u="none" strike="noStrike" cap="none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“</a:t>
            </a:r>
            <a:r>
              <a:rPr lang="en-US" sz="3600" b="0" i="0" u="none" strike="noStrike" cap="none" dirty="0" err="1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还是</a:t>
            </a:r>
            <a:r>
              <a:rPr lang="en-US" sz="3600" b="0" i="0" u="none" strike="noStrike" cap="none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” is use in interrogative sentence to indicate an alternative.</a:t>
            </a:r>
            <a:endParaRPr sz="120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894" name="Google Shape;894;p40"/>
          <p:cNvSpPr/>
          <p:nvPr/>
        </p:nvSpPr>
        <p:spPr>
          <a:xfrm>
            <a:off x="2016302" y="5160675"/>
            <a:ext cx="9893644" cy="2421850"/>
          </a:xfrm>
          <a:custGeom>
            <a:avLst/>
            <a:gdLst/>
            <a:ahLst/>
            <a:cxnLst/>
            <a:rect l="l" t="t" r="r" b="b"/>
            <a:pathLst>
              <a:path w="3443102" h="1144961" extrusionOk="0">
                <a:moveTo>
                  <a:pt x="2504203" y="1133773"/>
                </a:moveTo>
                <a:cubicBezTo>
                  <a:pt x="2504203" y="1133773"/>
                  <a:pt x="2084450" y="1144961"/>
                  <a:pt x="1621865" y="1142339"/>
                </a:cubicBezTo>
                <a:cubicBezTo>
                  <a:pt x="1584822" y="1140177"/>
                  <a:pt x="1057073" y="1132352"/>
                  <a:pt x="1057073" y="1132352"/>
                </a:cubicBezTo>
                <a:cubicBezTo>
                  <a:pt x="812931" y="1123518"/>
                  <a:pt x="565145" y="1106537"/>
                  <a:pt x="398404" y="1048359"/>
                </a:cubicBezTo>
                <a:cubicBezTo>
                  <a:pt x="120505" y="951398"/>
                  <a:pt x="0" y="773869"/>
                  <a:pt x="0" y="577261"/>
                </a:cubicBezTo>
                <a:lnTo>
                  <a:pt x="0" y="577259"/>
                </a:lnTo>
                <a:cubicBezTo>
                  <a:pt x="8536" y="440430"/>
                  <a:pt x="34263" y="311302"/>
                  <a:pt x="140291" y="225758"/>
                </a:cubicBezTo>
                <a:cubicBezTo>
                  <a:pt x="342602" y="62530"/>
                  <a:pt x="736658" y="7673"/>
                  <a:pt x="1155311" y="7673"/>
                </a:cubicBezTo>
                <a:cubicBezTo>
                  <a:pt x="1155311" y="7673"/>
                  <a:pt x="1551711" y="15681"/>
                  <a:pt x="1584822" y="7673"/>
                </a:cubicBezTo>
                <a:cubicBezTo>
                  <a:pt x="1865523" y="0"/>
                  <a:pt x="2329451" y="7673"/>
                  <a:pt x="2329451" y="7673"/>
                </a:cubicBezTo>
                <a:cubicBezTo>
                  <a:pt x="2697758" y="15152"/>
                  <a:pt x="3061071" y="84484"/>
                  <a:pt x="3258811" y="207066"/>
                </a:cubicBezTo>
                <a:cubicBezTo>
                  <a:pt x="3409828" y="300683"/>
                  <a:pt x="3443102" y="425358"/>
                  <a:pt x="3433962" y="577261"/>
                </a:cubicBezTo>
                <a:lnTo>
                  <a:pt x="3433962" y="577262"/>
                </a:lnTo>
                <a:cubicBezTo>
                  <a:pt x="3433962" y="891835"/>
                  <a:pt x="3150965" y="1105932"/>
                  <a:pt x="2504203" y="1133773"/>
                </a:cubicBezTo>
                <a:close/>
              </a:path>
            </a:pathLst>
          </a:custGeom>
          <a:solidFill>
            <a:srgbClr val="E5DFEC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5" name="Google Shape;895;p40"/>
          <p:cNvSpPr txBox="1"/>
          <p:nvPr/>
        </p:nvSpPr>
        <p:spPr>
          <a:xfrm>
            <a:off x="2732174" y="5502350"/>
            <a:ext cx="10421118" cy="17727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375"/>
              </a:lnSpc>
              <a:spcBef>
                <a:spcPts val="0"/>
              </a:spcBef>
              <a:spcAft>
                <a:spcPts val="0"/>
              </a:spcAft>
              <a:buClr>
                <a:srgbClr val="272626"/>
              </a:buClr>
              <a:buSzPts val="3200"/>
              <a:buFont typeface="SimSun"/>
              <a:buNone/>
            </a:pPr>
            <a:r>
              <a:rPr lang="en-US" sz="3200" b="0" i="0" u="none" strike="noStrike" cap="none" dirty="0" err="1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Nǐ</a:t>
            </a:r>
            <a:r>
              <a:rPr lang="en-US" sz="3200" b="0" i="0" u="none" strike="noStrike" cap="none" dirty="0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3200" b="0" i="0" u="none" strike="noStrike" cap="none" dirty="0" err="1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shì</a:t>
            </a:r>
            <a:r>
              <a:rPr lang="en-US" sz="3200" b="0" i="0" u="none" strike="noStrike" cap="none" dirty="0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3200" b="0" i="0" u="none" strike="noStrike" cap="none" dirty="0" err="1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Tàiɡuó</a:t>
            </a:r>
            <a:r>
              <a:rPr lang="en-US" sz="3200" b="0" i="0" u="none" strike="noStrike" cap="none" dirty="0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3200" b="0" i="0" u="none" strike="noStrike" cap="none" dirty="0" err="1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rén</a:t>
            </a:r>
            <a:r>
              <a:rPr lang="en-US" sz="3200" b="0" i="0" u="none" strike="noStrike" cap="none" dirty="0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3200" b="0" i="0" u="none" strike="noStrike" cap="none" dirty="0" err="1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háishì</a:t>
            </a:r>
            <a:r>
              <a:rPr lang="en-US" sz="3200" b="0" i="0" u="none" strike="noStrike" cap="none" dirty="0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3200" b="0" i="0" u="none" strike="noStrike" cap="none" dirty="0" err="1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Zhōnɡɡuó</a:t>
            </a:r>
            <a:r>
              <a:rPr lang="en-US" sz="3200" b="0" i="0" u="none" strike="noStrike" cap="none" dirty="0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3200" b="0" i="0" u="none" strike="noStrike" cap="none" dirty="0" err="1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rén</a:t>
            </a:r>
            <a:r>
              <a:rPr lang="en-US" sz="3200" b="0" i="0" u="none" strike="noStrike" cap="none" dirty="0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?</a:t>
            </a:r>
            <a:endParaRPr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marL="0" marR="0" lvl="0" indent="0" algn="l" rtl="0">
              <a:lnSpc>
                <a:spcPct val="96300"/>
              </a:lnSpc>
              <a:spcBef>
                <a:spcPts val="0"/>
              </a:spcBef>
              <a:spcAft>
                <a:spcPts val="0"/>
              </a:spcAft>
              <a:buClr>
                <a:srgbClr val="272626"/>
              </a:buClr>
              <a:buSzPts val="4000"/>
              <a:buFont typeface="Arial"/>
              <a:buNone/>
            </a:pPr>
            <a:r>
              <a:rPr lang="en-US" sz="4000" b="0" i="0" u="none" strike="noStrike" cap="none" dirty="0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你 是  </a:t>
            </a:r>
            <a:r>
              <a:rPr lang="en-US" sz="4000" b="0" i="0" u="none" strike="noStrike" cap="none" dirty="0" err="1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泰国人</a:t>
            </a:r>
            <a:r>
              <a:rPr lang="en-US" sz="4000" b="0" i="0" u="none" strike="noStrike" cap="none" dirty="0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 </a:t>
            </a:r>
            <a:r>
              <a:rPr lang="en-US" sz="4000" b="1" i="0" u="none" strike="noStrike" cap="none" dirty="0" err="1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还是</a:t>
            </a:r>
            <a:r>
              <a:rPr lang="en-US" sz="4000" b="0" i="0" u="none" strike="noStrike" cap="none" dirty="0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 </a:t>
            </a:r>
            <a:r>
              <a:rPr lang="en-US" sz="4000" b="0" i="0" u="none" strike="noStrike" cap="none" dirty="0" err="1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中国人</a:t>
            </a:r>
            <a:r>
              <a:rPr lang="en-US" sz="4000" b="0" i="0" u="none" strike="noStrike" cap="none" dirty="0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？</a:t>
            </a:r>
          </a:p>
          <a:p>
            <a:pPr marL="0" marR="0" lvl="0" indent="0" algn="l" rtl="0">
              <a:lnSpc>
                <a:spcPct val="96300"/>
              </a:lnSpc>
              <a:spcBef>
                <a:spcPts val="0"/>
              </a:spcBef>
              <a:spcAft>
                <a:spcPts val="0"/>
              </a:spcAft>
              <a:buClr>
                <a:srgbClr val="272626"/>
              </a:buClr>
              <a:buSzPts val="4000"/>
              <a:buFont typeface="Arial"/>
              <a:buNone/>
            </a:pPr>
            <a:r>
              <a:rPr lang="en-US" sz="4000" b="0" i="0" u="none" strike="noStrike" cap="none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Are you Thai or Chinese?</a:t>
            </a:r>
            <a:endParaRPr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pic>
        <p:nvPicPr>
          <p:cNvPr id="896" name="Google Shape;896;p40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 rot="-1484242">
            <a:off x="1842798" y="4326716"/>
            <a:ext cx="1169397" cy="720862"/>
          </a:xfrm>
          <a:prstGeom prst="rect">
            <a:avLst/>
          </a:prstGeom>
          <a:noFill/>
          <a:ln>
            <a:noFill/>
          </a:ln>
        </p:spPr>
      </p:pic>
      <p:sp>
        <p:nvSpPr>
          <p:cNvPr id="897" name="Google Shape;897;p40"/>
          <p:cNvSpPr/>
          <p:nvPr/>
        </p:nvSpPr>
        <p:spPr>
          <a:xfrm>
            <a:off x="8764018" y="7055984"/>
            <a:ext cx="9304501" cy="2997576"/>
          </a:xfrm>
          <a:custGeom>
            <a:avLst/>
            <a:gdLst/>
            <a:ahLst/>
            <a:cxnLst/>
            <a:rect l="l" t="t" r="r" b="b"/>
            <a:pathLst>
              <a:path w="3443102" h="1144961" extrusionOk="0">
                <a:moveTo>
                  <a:pt x="2504203" y="1133773"/>
                </a:moveTo>
                <a:cubicBezTo>
                  <a:pt x="2504203" y="1133773"/>
                  <a:pt x="2084450" y="1144961"/>
                  <a:pt x="1621865" y="1142339"/>
                </a:cubicBezTo>
                <a:cubicBezTo>
                  <a:pt x="1584822" y="1140177"/>
                  <a:pt x="1057073" y="1132352"/>
                  <a:pt x="1057073" y="1132352"/>
                </a:cubicBezTo>
                <a:cubicBezTo>
                  <a:pt x="812931" y="1123518"/>
                  <a:pt x="565145" y="1106537"/>
                  <a:pt x="398404" y="1048359"/>
                </a:cubicBezTo>
                <a:cubicBezTo>
                  <a:pt x="120505" y="951398"/>
                  <a:pt x="0" y="773869"/>
                  <a:pt x="0" y="577261"/>
                </a:cubicBezTo>
                <a:lnTo>
                  <a:pt x="0" y="577259"/>
                </a:lnTo>
                <a:cubicBezTo>
                  <a:pt x="8536" y="440430"/>
                  <a:pt x="34263" y="311302"/>
                  <a:pt x="140291" y="225758"/>
                </a:cubicBezTo>
                <a:cubicBezTo>
                  <a:pt x="342602" y="62530"/>
                  <a:pt x="736658" y="7673"/>
                  <a:pt x="1155311" y="7673"/>
                </a:cubicBezTo>
                <a:cubicBezTo>
                  <a:pt x="1155311" y="7673"/>
                  <a:pt x="1551711" y="15681"/>
                  <a:pt x="1584822" y="7673"/>
                </a:cubicBezTo>
                <a:cubicBezTo>
                  <a:pt x="1865523" y="0"/>
                  <a:pt x="2329451" y="7673"/>
                  <a:pt x="2329451" y="7673"/>
                </a:cubicBezTo>
                <a:cubicBezTo>
                  <a:pt x="2697758" y="15152"/>
                  <a:pt x="3061071" y="84484"/>
                  <a:pt x="3258811" y="207066"/>
                </a:cubicBezTo>
                <a:cubicBezTo>
                  <a:pt x="3409828" y="300683"/>
                  <a:pt x="3443102" y="425358"/>
                  <a:pt x="3433962" y="577261"/>
                </a:cubicBezTo>
                <a:lnTo>
                  <a:pt x="3433962" y="577262"/>
                </a:lnTo>
                <a:cubicBezTo>
                  <a:pt x="3433962" y="891835"/>
                  <a:pt x="3150965" y="1105932"/>
                  <a:pt x="2504203" y="1133773"/>
                </a:cubicBezTo>
                <a:close/>
              </a:path>
            </a:pathLst>
          </a:custGeom>
          <a:solidFill>
            <a:srgbClr val="EAF1DD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898" name="Google Shape;898;p40"/>
          <p:cNvSpPr txBox="1"/>
          <p:nvPr/>
        </p:nvSpPr>
        <p:spPr>
          <a:xfrm>
            <a:off x="9386470" y="7420657"/>
            <a:ext cx="8552639" cy="23637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20375"/>
              </a:lnSpc>
              <a:buClr>
                <a:srgbClr val="272626"/>
              </a:buClr>
              <a:buSzPts val="3200"/>
            </a:pPr>
            <a:r>
              <a:rPr lang="en-US" sz="3200" b="0" i="0" u="none" strike="noStrike" cap="none" dirty="0" err="1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N</a:t>
            </a:r>
            <a:r>
              <a:rPr lang="en-US" sz="3200" dirty="0" err="1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ǐ</a:t>
            </a:r>
            <a:r>
              <a:rPr lang="en-US" sz="3200" b="0" i="0" u="none" strike="noStrike" cap="none" dirty="0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3200" b="0" i="0" u="none" strike="noStrike" cap="none" dirty="0" err="1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xiǎnɡ</a:t>
            </a:r>
            <a:r>
              <a:rPr lang="en-US" sz="3200" b="0" i="0" u="none" strike="noStrike" cap="none" dirty="0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3200" b="0" i="0" u="none" strike="noStrike" cap="none" dirty="0" err="1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hē</a:t>
            </a:r>
            <a:r>
              <a:rPr lang="en-US" sz="3200" b="0" i="0" u="none" strike="noStrike" cap="none" dirty="0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3200" b="0" i="0" u="none" strike="noStrike" cap="none" dirty="0" err="1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kāfēi</a:t>
            </a:r>
            <a:r>
              <a:rPr lang="en-US" sz="3200" b="0" i="0" u="none" strike="noStrike" cap="none" dirty="0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3200" b="0" i="0" u="none" strike="noStrike" cap="none" dirty="0" err="1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háishì</a:t>
            </a:r>
            <a:r>
              <a:rPr lang="en-US" sz="3200" b="0" i="0" u="none" strike="noStrike" cap="none" dirty="0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3200" b="0" i="0" u="none" strike="noStrike" cap="none" dirty="0" err="1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chá</a:t>
            </a:r>
            <a:r>
              <a:rPr lang="en-US" sz="3200" b="0" i="0" u="none" strike="noStrike" cap="none" dirty="0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?</a:t>
            </a:r>
            <a:endParaRPr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marL="0" marR="0" lvl="0" indent="0" algn="l" rtl="0">
              <a:lnSpc>
                <a:spcPct val="96300"/>
              </a:lnSpc>
              <a:spcBef>
                <a:spcPts val="0"/>
              </a:spcBef>
              <a:spcAft>
                <a:spcPts val="0"/>
              </a:spcAft>
              <a:buClr>
                <a:srgbClr val="272626"/>
              </a:buClr>
              <a:buSzPts val="4000"/>
              <a:buFont typeface="Arial"/>
              <a:buNone/>
            </a:pPr>
            <a:r>
              <a:rPr lang="en-US" sz="4000" b="0" i="0" u="none" strike="noStrike" cap="none" dirty="0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你 想  喝 </a:t>
            </a:r>
            <a:r>
              <a:rPr lang="en-US" sz="4000" b="0" i="0" u="none" strike="noStrike" cap="none" dirty="0" err="1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咖啡</a:t>
            </a:r>
            <a:r>
              <a:rPr lang="en-US" sz="4000" b="0" i="0" u="none" strike="noStrike" cap="none" dirty="0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 </a:t>
            </a:r>
            <a:r>
              <a:rPr lang="en-US" sz="4000" b="1" i="0" u="none" strike="noStrike" cap="none" dirty="0" err="1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还是</a:t>
            </a:r>
            <a:r>
              <a:rPr lang="en-US" sz="4000" b="0" i="0" u="none" strike="noStrike" cap="none" dirty="0">
                <a:solidFill>
                  <a:srgbClr val="272626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 茶？</a:t>
            </a:r>
            <a:endParaRPr sz="4000" b="0" i="0" u="none" strike="noStrike" cap="none" dirty="0">
              <a:solidFill>
                <a:srgbClr val="272626"/>
              </a:solidFill>
              <a:latin typeface="SimSun" panose="02010600030101010101" pitchFamily="2" charset="-122"/>
              <a:ea typeface="SimSun" panose="02010600030101010101" pitchFamily="2" charset="-122"/>
              <a:sym typeface="Arial"/>
            </a:endParaRPr>
          </a:p>
          <a:p>
            <a:pPr marL="0" marR="0" lvl="0" indent="0" algn="l" rtl="0">
              <a:lnSpc>
                <a:spcPct val="963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0" i="0" u="none" strike="noStrike" cap="none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Would you like to drink coffee or tea?</a:t>
            </a:r>
            <a:endParaRPr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pic>
        <p:nvPicPr>
          <p:cNvPr id="899" name="Google Shape;899;p40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 rot="1501278">
            <a:off x="15161970" y="6807863"/>
            <a:ext cx="1169397" cy="7208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ADBCD"/>
        </a:solidFill>
        <a:effectLst/>
      </p:bgPr>
    </p:bg>
    <p:spTree>
      <p:nvGrpSpPr>
        <p:cNvPr id="1" name="Shape 9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4" name="Google Shape;904;p41"/>
          <p:cNvPicPr preferRelativeResize="0"/>
          <p:nvPr/>
        </p:nvPicPr>
        <p:blipFill rotWithShape="1">
          <a:blip r:embed="rId3">
            <a:alphaModFix amt="19999"/>
          </a:blip>
          <a:srcRect b="43786"/>
          <a:stretch/>
        </p:blipFill>
        <p:spPr>
          <a:xfrm>
            <a:off x="0" y="189189"/>
            <a:ext cx="18288000" cy="10280393"/>
          </a:xfrm>
          <a:prstGeom prst="rect">
            <a:avLst/>
          </a:prstGeom>
          <a:noFill/>
          <a:ln>
            <a:noFill/>
          </a:ln>
        </p:spPr>
      </p:pic>
      <p:pic>
        <p:nvPicPr>
          <p:cNvPr id="905" name="Google Shape;905;p4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48400" y="189189"/>
            <a:ext cx="5029200" cy="1514132"/>
          </a:xfrm>
          <a:prstGeom prst="rect">
            <a:avLst/>
          </a:prstGeom>
          <a:noFill/>
          <a:ln>
            <a:noFill/>
          </a:ln>
        </p:spPr>
      </p:pic>
      <p:sp>
        <p:nvSpPr>
          <p:cNvPr id="906" name="Google Shape;906;p41"/>
          <p:cNvSpPr txBox="1"/>
          <p:nvPr/>
        </p:nvSpPr>
        <p:spPr>
          <a:xfrm>
            <a:off x="5037107" y="395676"/>
            <a:ext cx="7589068" cy="1058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会话（一）</a:t>
            </a:r>
            <a:endParaRPr/>
          </a:p>
        </p:txBody>
      </p:sp>
      <p:sp>
        <p:nvSpPr>
          <p:cNvPr id="907" name="Google Shape;907;p41"/>
          <p:cNvSpPr/>
          <p:nvPr/>
        </p:nvSpPr>
        <p:spPr>
          <a:xfrm>
            <a:off x="1849333" y="2083395"/>
            <a:ext cx="11157478" cy="1941860"/>
          </a:xfrm>
          <a:custGeom>
            <a:avLst/>
            <a:gdLst/>
            <a:ahLst/>
            <a:cxnLst/>
            <a:rect l="l" t="t" r="r" b="b"/>
            <a:pathLst>
              <a:path w="8047623" h="5748858" extrusionOk="0">
                <a:moveTo>
                  <a:pt x="7419845" y="5694380"/>
                </a:moveTo>
                <a:cubicBezTo>
                  <a:pt x="7419845" y="5694380"/>
                  <a:pt x="6688970" y="5748858"/>
                  <a:pt x="5633256" y="5746236"/>
                </a:cubicBezTo>
                <a:cubicBezTo>
                  <a:pt x="3101516" y="5744074"/>
                  <a:pt x="1057074" y="5736249"/>
                  <a:pt x="1057074" y="5736249"/>
                </a:cubicBezTo>
                <a:cubicBezTo>
                  <a:pt x="812932" y="5727415"/>
                  <a:pt x="449110" y="5706185"/>
                  <a:pt x="282371" y="5648007"/>
                </a:cubicBezTo>
                <a:cubicBezTo>
                  <a:pt x="4469" y="5551044"/>
                  <a:pt x="0" y="5377765"/>
                  <a:pt x="0" y="4376960"/>
                </a:cubicBezTo>
                <a:lnTo>
                  <a:pt x="0" y="4376913"/>
                </a:lnTo>
                <a:cubicBezTo>
                  <a:pt x="8536" y="491230"/>
                  <a:pt x="0" y="345608"/>
                  <a:pt x="77597" y="223930"/>
                </a:cubicBezTo>
                <a:cubicBezTo>
                  <a:pt x="217372" y="4759"/>
                  <a:pt x="519255" y="4073"/>
                  <a:pt x="937909" y="4073"/>
                </a:cubicBezTo>
                <a:cubicBezTo>
                  <a:pt x="937909" y="4073"/>
                  <a:pt x="2039222" y="15681"/>
                  <a:pt x="4699719" y="7673"/>
                </a:cubicBezTo>
                <a:cubicBezTo>
                  <a:pt x="6470043" y="0"/>
                  <a:pt x="7186776" y="6979"/>
                  <a:pt x="7186776" y="6979"/>
                </a:cubicBezTo>
                <a:cubicBezTo>
                  <a:pt x="7555084" y="14458"/>
                  <a:pt x="7693344" y="42638"/>
                  <a:pt x="7891083" y="165219"/>
                </a:cubicBezTo>
                <a:cubicBezTo>
                  <a:pt x="8042101" y="258836"/>
                  <a:pt x="8047623" y="476157"/>
                  <a:pt x="8038482" y="4376913"/>
                </a:cubicBezTo>
                <a:lnTo>
                  <a:pt x="8038482" y="4376960"/>
                </a:lnTo>
                <a:cubicBezTo>
                  <a:pt x="8038481" y="5495730"/>
                  <a:pt x="7995697" y="5644318"/>
                  <a:pt x="7419845" y="5694380"/>
                </a:cubicBezTo>
                <a:close/>
              </a:path>
            </a:pathLst>
          </a:custGeom>
          <a:solidFill>
            <a:srgbClr val="FFF3E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8" name="Google Shape;908;p41"/>
          <p:cNvSpPr/>
          <p:nvPr/>
        </p:nvSpPr>
        <p:spPr>
          <a:xfrm>
            <a:off x="152400" y="4805787"/>
            <a:ext cx="16636968" cy="1977992"/>
          </a:xfrm>
          <a:custGeom>
            <a:avLst/>
            <a:gdLst/>
            <a:ahLst/>
            <a:cxnLst/>
            <a:rect l="l" t="t" r="r" b="b"/>
            <a:pathLst>
              <a:path w="8047623" h="5748858" extrusionOk="0">
                <a:moveTo>
                  <a:pt x="7419845" y="5694380"/>
                </a:moveTo>
                <a:cubicBezTo>
                  <a:pt x="7419845" y="5694380"/>
                  <a:pt x="6688970" y="5748858"/>
                  <a:pt x="5633256" y="5746236"/>
                </a:cubicBezTo>
                <a:cubicBezTo>
                  <a:pt x="3101516" y="5744074"/>
                  <a:pt x="1057074" y="5736249"/>
                  <a:pt x="1057074" y="5736249"/>
                </a:cubicBezTo>
                <a:cubicBezTo>
                  <a:pt x="812932" y="5727415"/>
                  <a:pt x="449110" y="5706185"/>
                  <a:pt x="282371" y="5648007"/>
                </a:cubicBezTo>
                <a:cubicBezTo>
                  <a:pt x="4469" y="5551044"/>
                  <a:pt x="0" y="5377765"/>
                  <a:pt x="0" y="4376960"/>
                </a:cubicBezTo>
                <a:lnTo>
                  <a:pt x="0" y="4376913"/>
                </a:lnTo>
                <a:cubicBezTo>
                  <a:pt x="8536" y="491230"/>
                  <a:pt x="0" y="345608"/>
                  <a:pt x="77597" y="223930"/>
                </a:cubicBezTo>
                <a:cubicBezTo>
                  <a:pt x="217372" y="4759"/>
                  <a:pt x="519255" y="4073"/>
                  <a:pt x="937909" y="4073"/>
                </a:cubicBezTo>
                <a:cubicBezTo>
                  <a:pt x="937909" y="4073"/>
                  <a:pt x="2039222" y="15681"/>
                  <a:pt x="4699719" y="7673"/>
                </a:cubicBezTo>
                <a:cubicBezTo>
                  <a:pt x="6470043" y="0"/>
                  <a:pt x="7186776" y="6979"/>
                  <a:pt x="7186776" y="6979"/>
                </a:cubicBezTo>
                <a:cubicBezTo>
                  <a:pt x="7555084" y="14458"/>
                  <a:pt x="7693344" y="42638"/>
                  <a:pt x="7891083" y="165219"/>
                </a:cubicBezTo>
                <a:cubicBezTo>
                  <a:pt x="8042101" y="258836"/>
                  <a:pt x="8047623" y="476157"/>
                  <a:pt x="8038482" y="4376913"/>
                </a:cubicBezTo>
                <a:lnTo>
                  <a:pt x="8038482" y="4376960"/>
                </a:lnTo>
                <a:cubicBezTo>
                  <a:pt x="8038481" y="5495730"/>
                  <a:pt x="7995697" y="5644318"/>
                  <a:pt x="7419845" y="5694380"/>
                </a:cubicBezTo>
                <a:close/>
              </a:path>
            </a:pathLst>
          </a:custGeom>
          <a:solidFill>
            <a:srgbClr val="FFF3E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909" name="Google Shape;909;p4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-2317294">
            <a:off x="5396045" y="270955"/>
            <a:ext cx="1960683" cy="641678"/>
          </a:xfrm>
          <a:prstGeom prst="rect">
            <a:avLst/>
          </a:prstGeom>
          <a:noFill/>
          <a:ln>
            <a:noFill/>
          </a:ln>
        </p:spPr>
      </p:pic>
      <p:pic>
        <p:nvPicPr>
          <p:cNvPr id="910" name="Google Shape;910;p41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216397" y="-137440"/>
            <a:ext cx="1061203" cy="1061203"/>
          </a:xfrm>
          <a:prstGeom prst="rect">
            <a:avLst/>
          </a:prstGeom>
          <a:noFill/>
          <a:ln>
            <a:noFill/>
          </a:ln>
        </p:spPr>
      </p:pic>
      <p:pic>
        <p:nvPicPr>
          <p:cNvPr id="911" name="Google Shape;911;p41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 rot="-452987">
            <a:off x="879550" y="1861654"/>
            <a:ext cx="2344556" cy="2410291"/>
          </a:xfrm>
          <a:prstGeom prst="rect">
            <a:avLst/>
          </a:prstGeom>
          <a:noFill/>
          <a:ln>
            <a:noFill/>
          </a:ln>
        </p:spPr>
      </p:pic>
      <p:pic>
        <p:nvPicPr>
          <p:cNvPr id="912" name="Google Shape;912;p41" descr="A picture containing doll&#10;&#10;Description automatically generated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24775" y="1885145"/>
            <a:ext cx="2207027" cy="2207027"/>
          </a:xfrm>
          <a:prstGeom prst="rect">
            <a:avLst/>
          </a:prstGeom>
          <a:noFill/>
          <a:ln>
            <a:noFill/>
          </a:ln>
        </p:spPr>
      </p:pic>
      <p:pic>
        <p:nvPicPr>
          <p:cNvPr id="913" name="Google Shape;913;p41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 rot="-772345">
            <a:off x="537758" y="2997031"/>
            <a:ext cx="774034" cy="1630138"/>
          </a:xfrm>
          <a:prstGeom prst="rect">
            <a:avLst/>
          </a:prstGeom>
          <a:noFill/>
          <a:ln>
            <a:noFill/>
          </a:ln>
        </p:spPr>
      </p:pic>
      <p:sp>
        <p:nvSpPr>
          <p:cNvPr id="914" name="Google Shape;914;p41"/>
          <p:cNvSpPr txBox="1"/>
          <p:nvPr/>
        </p:nvSpPr>
        <p:spPr>
          <a:xfrm>
            <a:off x="3752994" y="2300849"/>
            <a:ext cx="9832800" cy="1865126"/>
          </a:xfrm>
          <a:prstGeom prst="rect">
            <a:avLst/>
          </a:prstGeom>
          <a:solidFill>
            <a:srgbClr val="E5DFEC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216249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2800"/>
              <a:buFont typeface="Calibri"/>
              <a:buNone/>
            </a:pPr>
            <a:r>
              <a:rPr lang="en-US" sz="2800" b="1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Pínɡ</a:t>
            </a:r>
            <a:r>
              <a:rPr lang="en-US" sz="2800" b="1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</a:t>
            </a:r>
            <a:r>
              <a:rPr lang="en-US" sz="2800" b="1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pínɡ</a:t>
            </a:r>
            <a:r>
              <a:rPr lang="en-US" sz="2800" b="1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 </a:t>
            </a:r>
            <a:r>
              <a:rPr lang="en-US" sz="2800" b="1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Mínɡtiān</a:t>
            </a:r>
            <a:r>
              <a:rPr lang="en-US" sz="2800" b="1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</a:t>
            </a:r>
            <a:r>
              <a:rPr lang="en-US" sz="2800" b="1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nǐ</a:t>
            </a:r>
            <a:r>
              <a:rPr lang="en-US" sz="2800" b="1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</a:t>
            </a:r>
            <a:r>
              <a:rPr lang="en-US" sz="2800" b="1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yǒu</a:t>
            </a:r>
            <a:r>
              <a:rPr lang="en-US" sz="2800" b="1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</a:t>
            </a:r>
            <a:r>
              <a:rPr lang="en-US" sz="2800" b="1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méiyǒu</a:t>
            </a:r>
            <a:r>
              <a:rPr lang="en-US" sz="2800" b="1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</a:t>
            </a:r>
            <a:r>
              <a:rPr lang="en-US" sz="2800" b="1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kè</a:t>
            </a:r>
            <a:r>
              <a:rPr lang="en-US" sz="2800" b="1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?</a:t>
            </a:r>
            <a:endParaRPr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marL="0" marR="0" lvl="0" indent="0" algn="l" rtl="0">
              <a:lnSpc>
                <a:spcPct val="137613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4400"/>
              <a:buFont typeface="Calibri"/>
              <a:buNone/>
            </a:pPr>
            <a:r>
              <a:rPr lang="en-US" sz="4400" b="1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平 </a:t>
            </a:r>
            <a:r>
              <a:rPr lang="en-US" sz="4400" b="1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平：明天</a:t>
            </a:r>
            <a:r>
              <a:rPr lang="en-US" sz="4400" b="1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你 有 </a:t>
            </a:r>
            <a:r>
              <a:rPr lang="en-US" sz="4400" b="1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没有</a:t>
            </a:r>
            <a:r>
              <a:rPr lang="en-US" sz="4400" b="1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课？</a:t>
            </a:r>
            <a:endParaRPr sz="4400" b="1" i="0" u="none" strike="noStrike" cap="none" dirty="0">
              <a:solidFill>
                <a:srgbClr val="2E2F30"/>
              </a:solidFill>
              <a:latin typeface="SimSun" panose="02010600030101010101" pitchFamily="2" charset="-122"/>
              <a:ea typeface="SimSun" panose="02010600030101010101" pitchFamily="2" charset="-122"/>
              <a:cs typeface="Calibri"/>
              <a:sym typeface="Calibri"/>
            </a:endParaRPr>
          </a:p>
        </p:txBody>
      </p:sp>
      <p:sp>
        <p:nvSpPr>
          <p:cNvPr id="915" name="Google Shape;915;p41"/>
          <p:cNvSpPr txBox="1"/>
          <p:nvPr/>
        </p:nvSpPr>
        <p:spPr>
          <a:xfrm>
            <a:off x="533400" y="4976901"/>
            <a:ext cx="17623231" cy="1865126"/>
          </a:xfrm>
          <a:prstGeom prst="rect">
            <a:avLst/>
          </a:prstGeom>
          <a:solidFill>
            <a:srgbClr val="CCC0D9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216249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2800"/>
              <a:buFont typeface="Calibri"/>
              <a:buNone/>
            </a:pPr>
            <a:r>
              <a:rPr lang="en-US" sz="2800" b="1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Huān</a:t>
            </a:r>
            <a:r>
              <a:rPr lang="en-US" sz="2800" b="1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</a:t>
            </a:r>
            <a:r>
              <a:rPr lang="en-US" sz="2800" b="1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huān</a:t>
            </a:r>
            <a:r>
              <a:rPr lang="en-US" sz="2800" b="1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 </a:t>
            </a:r>
            <a:r>
              <a:rPr lang="en-US" sz="2800" b="1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Mínɡtiān</a:t>
            </a:r>
            <a:r>
              <a:rPr lang="en-US" sz="2800" b="1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</a:t>
            </a:r>
            <a:r>
              <a:rPr lang="en-US" sz="2800" b="1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wǒ</a:t>
            </a:r>
            <a:r>
              <a:rPr lang="en-US" sz="2800" b="1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</a:t>
            </a:r>
            <a:r>
              <a:rPr lang="en-US" sz="2800" b="1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yǒu</a:t>
            </a:r>
            <a:r>
              <a:rPr lang="en-US" sz="2800" b="1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</a:t>
            </a:r>
            <a:r>
              <a:rPr lang="en-US" sz="2800" b="1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liǎnɡ</a:t>
            </a:r>
            <a:r>
              <a:rPr lang="en-US" sz="2800" b="1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</a:t>
            </a:r>
            <a:r>
              <a:rPr lang="en-US" sz="2800" b="1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mén</a:t>
            </a:r>
            <a:r>
              <a:rPr lang="en-US" sz="2800" b="1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</a:t>
            </a:r>
            <a:r>
              <a:rPr lang="en-US" sz="2800" b="1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kè</a:t>
            </a:r>
            <a:r>
              <a:rPr lang="en-US" sz="2800" b="1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,  </a:t>
            </a:r>
            <a:r>
              <a:rPr lang="en-US" sz="2800" b="1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sān</a:t>
            </a:r>
            <a:r>
              <a:rPr lang="en-US" sz="2800" b="1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</a:t>
            </a:r>
            <a:r>
              <a:rPr lang="en-US" sz="2800" b="1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jié</a:t>
            </a:r>
            <a:r>
              <a:rPr lang="en-US" sz="2800" b="1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</a:t>
            </a:r>
            <a:r>
              <a:rPr lang="en-US" sz="2800" b="1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hànyǔ</a:t>
            </a:r>
            <a:r>
              <a:rPr lang="en-US" sz="2800" b="1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 </a:t>
            </a:r>
            <a:r>
              <a:rPr lang="en-US" sz="2800" b="1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kè</a:t>
            </a:r>
            <a:r>
              <a:rPr lang="en-US" sz="2800" b="1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</a:t>
            </a:r>
            <a:r>
              <a:rPr lang="en-US" sz="2800" b="1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hé</a:t>
            </a:r>
            <a:r>
              <a:rPr lang="en-US" sz="2800" b="1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</a:t>
            </a:r>
            <a:r>
              <a:rPr lang="en-US" sz="2800" b="1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sān</a:t>
            </a:r>
            <a:r>
              <a:rPr lang="en-US" sz="2800" b="1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</a:t>
            </a:r>
            <a:r>
              <a:rPr lang="en-US" sz="2800" b="1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jié</a:t>
            </a:r>
            <a:r>
              <a:rPr lang="en-US" sz="2800" b="1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</a:t>
            </a:r>
            <a:r>
              <a:rPr lang="en-US" sz="2800" b="1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Yīnɡyǔ</a:t>
            </a:r>
            <a:r>
              <a:rPr lang="en-US" sz="2800" b="1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</a:t>
            </a:r>
            <a:r>
              <a:rPr lang="en-US" sz="2800" b="1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kè</a:t>
            </a:r>
            <a:r>
              <a:rPr lang="en-US" sz="2800" b="1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. </a:t>
            </a:r>
            <a:endParaRPr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marL="0" marR="0" lvl="0" indent="0" algn="l" rtl="0">
              <a:lnSpc>
                <a:spcPct val="137613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4400"/>
              <a:buFont typeface="Calibri"/>
              <a:buNone/>
            </a:pPr>
            <a:r>
              <a:rPr lang="en-US" sz="4400" b="1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欢 </a:t>
            </a:r>
            <a:r>
              <a:rPr lang="en-US" sz="4400" b="1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欢：明天</a:t>
            </a:r>
            <a:r>
              <a:rPr lang="en-US" sz="4400" b="1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</a:t>
            </a:r>
            <a:r>
              <a:rPr lang="en-US" sz="4400" b="1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我有</a:t>
            </a:r>
            <a:r>
              <a:rPr lang="en-US" sz="4400" b="1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两 门 课</a:t>
            </a:r>
            <a:r>
              <a:rPr lang="zh-CN" altLang="en-US" sz="4400" b="1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，</a:t>
            </a:r>
            <a:r>
              <a:rPr lang="en-US" sz="4400" b="1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三节汉语课和三节英语课</a:t>
            </a:r>
            <a:r>
              <a:rPr lang="en-US" sz="4400" b="1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。</a:t>
            </a:r>
            <a:endParaRPr sz="4400" b="1" i="0" u="none" strike="noStrike" cap="none" dirty="0">
              <a:solidFill>
                <a:srgbClr val="2E2F30"/>
              </a:solidFill>
              <a:latin typeface="SimSun" panose="02010600030101010101" pitchFamily="2" charset="-122"/>
              <a:ea typeface="SimSun" panose="02010600030101010101" pitchFamily="2" charset="-122"/>
              <a:cs typeface="Calibri"/>
              <a:sym typeface="Calibri"/>
            </a:endParaRPr>
          </a:p>
        </p:txBody>
      </p:sp>
      <p:pic>
        <p:nvPicPr>
          <p:cNvPr id="916" name="Google Shape;916;p41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 rot="469439">
            <a:off x="15316705" y="4013311"/>
            <a:ext cx="2738296" cy="2874851"/>
          </a:xfrm>
          <a:prstGeom prst="rect">
            <a:avLst/>
          </a:prstGeom>
          <a:noFill/>
          <a:ln>
            <a:noFill/>
          </a:ln>
        </p:spPr>
      </p:pic>
      <p:pic>
        <p:nvPicPr>
          <p:cNvPr id="917" name="Google Shape;917;p41" descr="A person wearing a red shirt&#10;&#10;Description automatically generated with low confidence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15493823" y="4234801"/>
            <a:ext cx="2384060" cy="2384060"/>
          </a:xfrm>
          <a:prstGeom prst="rect">
            <a:avLst/>
          </a:prstGeom>
          <a:noFill/>
          <a:ln>
            <a:noFill/>
          </a:ln>
        </p:spPr>
      </p:pic>
      <p:pic>
        <p:nvPicPr>
          <p:cNvPr id="918" name="Google Shape;918;p41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 rot="-548903">
            <a:off x="16895759" y="6004586"/>
            <a:ext cx="1362131" cy="1446278"/>
          </a:xfrm>
          <a:prstGeom prst="rect">
            <a:avLst/>
          </a:prstGeom>
          <a:noFill/>
          <a:ln>
            <a:noFill/>
          </a:ln>
        </p:spPr>
      </p:pic>
      <p:sp>
        <p:nvSpPr>
          <p:cNvPr id="919" name="Google Shape;919;p41"/>
          <p:cNvSpPr/>
          <p:nvPr/>
        </p:nvSpPr>
        <p:spPr>
          <a:xfrm>
            <a:off x="1768264" y="7541256"/>
            <a:ext cx="11157478" cy="1941860"/>
          </a:xfrm>
          <a:custGeom>
            <a:avLst/>
            <a:gdLst/>
            <a:ahLst/>
            <a:cxnLst/>
            <a:rect l="l" t="t" r="r" b="b"/>
            <a:pathLst>
              <a:path w="8047623" h="5748858" extrusionOk="0">
                <a:moveTo>
                  <a:pt x="7419845" y="5694380"/>
                </a:moveTo>
                <a:cubicBezTo>
                  <a:pt x="7419845" y="5694380"/>
                  <a:pt x="6688970" y="5748858"/>
                  <a:pt x="5633256" y="5746236"/>
                </a:cubicBezTo>
                <a:cubicBezTo>
                  <a:pt x="3101516" y="5744074"/>
                  <a:pt x="1057074" y="5736249"/>
                  <a:pt x="1057074" y="5736249"/>
                </a:cubicBezTo>
                <a:cubicBezTo>
                  <a:pt x="812932" y="5727415"/>
                  <a:pt x="449110" y="5706185"/>
                  <a:pt x="282371" y="5648007"/>
                </a:cubicBezTo>
                <a:cubicBezTo>
                  <a:pt x="4469" y="5551044"/>
                  <a:pt x="0" y="5377765"/>
                  <a:pt x="0" y="4376960"/>
                </a:cubicBezTo>
                <a:lnTo>
                  <a:pt x="0" y="4376913"/>
                </a:lnTo>
                <a:cubicBezTo>
                  <a:pt x="8536" y="491230"/>
                  <a:pt x="0" y="345608"/>
                  <a:pt x="77597" y="223930"/>
                </a:cubicBezTo>
                <a:cubicBezTo>
                  <a:pt x="217372" y="4759"/>
                  <a:pt x="519255" y="4073"/>
                  <a:pt x="937909" y="4073"/>
                </a:cubicBezTo>
                <a:cubicBezTo>
                  <a:pt x="937909" y="4073"/>
                  <a:pt x="2039222" y="15681"/>
                  <a:pt x="4699719" y="7673"/>
                </a:cubicBezTo>
                <a:cubicBezTo>
                  <a:pt x="6470043" y="0"/>
                  <a:pt x="7186776" y="6979"/>
                  <a:pt x="7186776" y="6979"/>
                </a:cubicBezTo>
                <a:cubicBezTo>
                  <a:pt x="7555084" y="14458"/>
                  <a:pt x="7693344" y="42638"/>
                  <a:pt x="7891083" y="165219"/>
                </a:cubicBezTo>
                <a:cubicBezTo>
                  <a:pt x="8042101" y="258836"/>
                  <a:pt x="8047623" y="476157"/>
                  <a:pt x="8038482" y="4376913"/>
                </a:cubicBezTo>
                <a:lnTo>
                  <a:pt x="8038482" y="4376960"/>
                </a:lnTo>
                <a:cubicBezTo>
                  <a:pt x="8038481" y="5495730"/>
                  <a:pt x="7995697" y="5644318"/>
                  <a:pt x="7419845" y="5694380"/>
                </a:cubicBezTo>
                <a:close/>
              </a:path>
            </a:pathLst>
          </a:custGeom>
          <a:solidFill>
            <a:srgbClr val="FFF3E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920" name="Google Shape;920;p41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 rot="-452987">
            <a:off x="798481" y="7319515"/>
            <a:ext cx="2344556" cy="2410291"/>
          </a:xfrm>
          <a:prstGeom prst="rect">
            <a:avLst/>
          </a:prstGeom>
          <a:noFill/>
          <a:ln>
            <a:noFill/>
          </a:ln>
        </p:spPr>
      </p:pic>
      <p:pic>
        <p:nvPicPr>
          <p:cNvPr id="921" name="Google Shape;921;p41" descr="A picture containing doll&#10;&#10;Description automatically generated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43706" y="7343006"/>
            <a:ext cx="2207027" cy="2207027"/>
          </a:xfrm>
          <a:prstGeom prst="rect">
            <a:avLst/>
          </a:prstGeom>
          <a:noFill/>
          <a:ln>
            <a:noFill/>
          </a:ln>
        </p:spPr>
      </p:pic>
      <p:pic>
        <p:nvPicPr>
          <p:cNvPr id="922" name="Google Shape;922;p41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 rot="-772345">
            <a:off x="456689" y="8454892"/>
            <a:ext cx="774034" cy="1630138"/>
          </a:xfrm>
          <a:prstGeom prst="rect">
            <a:avLst/>
          </a:prstGeom>
          <a:noFill/>
          <a:ln>
            <a:noFill/>
          </a:ln>
        </p:spPr>
      </p:pic>
      <p:sp>
        <p:nvSpPr>
          <p:cNvPr id="923" name="Google Shape;923;p41"/>
          <p:cNvSpPr txBox="1"/>
          <p:nvPr/>
        </p:nvSpPr>
        <p:spPr>
          <a:xfrm>
            <a:off x="3671925" y="7758710"/>
            <a:ext cx="9832800" cy="1865126"/>
          </a:xfrm>
          <a:prstGeom prst="rect">
            <a:avLst/>
          </a:prstGeom>
          <a:solidFill>
            <a:srgbClr val="E5DFEC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216249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2800"/>
              <a:buFont typeface="Calibri"/>
              <a:buNone/>
            </a:pPr>
            <a:r>
              <a:rPr lang="en-US" sz="2800" b="1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Pínɡ</a:t>
            </a:r>
            <a:r>
              <a:rPr lang="en-US" sz="2800" b="1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</a:t>
            </a:r>
            <a:r>
              <a:rPr lang="en-US" sz="2800" b="1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pínɡ</a:t>
            </a:r>
            <a:r>
              <a:rPr lang="en-US" sz="2800" b="1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 </a:t>
            </a:r>
            <a:r>
              <a:rPr lang="en-US" sz="2800" b="1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Shéi</a:t>
            </a:r>
            <a:r>
              <a:rPr lang="en-US" sz="2800" b="1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</a:t>
            </a:r>
            <a:r>
              <a:rPr lang="en-US" sz="2800" b="1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jiāo</a:t>
            </a:r>
            <a:r>
              <a:rPr lang="en-US" sz="2800" b="1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 </a:t>
            </a:r>
            <a:r>
              <a:rPr lang="en-US" sz="2800" b="1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nǐmen</a:t>
            </a:r>
            <a:r>
              <a:rPr lang="en-US" sz="2800" b="1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 </a:t>
            </a:r>
            <a:r>
              <a:rPr lang="en-US" sz="2800" b="1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hànyǔ</a:t>
            </a:r>
            <a:r>
              <a:rPr lang="en-US" sz="2800" b="1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</a:t>
            </a:r>
            <a:r>
              <a:rPr lang="en-US" sz="2800" b="1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kè</a:t>
            </a:r>
            <a:r>
              <a:rPr lang="en-US" sz="2800" b="1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?</a:t>
            </a:r>
            <a:endParaRPr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marL="0" marR="0" lvl="0" indent="0" algn="l" rtl="0">
              <a:lnSpc>
                <a:spcPct val="137613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4400"/>
              <a:buFont typeface="Calibri"/>
              <a:buNone/>
            </a:pPr>
            <a:r>
              <a:rPr lang="en-US" sz="4400" b="1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平  </a:t>
            </a:r>
            <a:r>
              <a:rPr lang="en-US" sz="4400" b="1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平：谁教</a:t>
            </a:r>
            <a:r>
              <a:rPr lang="en-US" sz="4400" b="1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</a:t>
            </a:r>
            <a:r>
              <a:rPr lang="en-US" sz="4400" b="1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你们</a:t>
            </a:r>
            <a:r>
              <a:rPr lang="en-US" sz="4400" b="1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</a:t>
            </a:r>
            <a:r>
              <a:rPr lang="en-US" sz="4400" b="1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汉语</a:t>
            </a:r>
            <a:r>
              <a:rPr lang="en-US" sz="4400" b="1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课？</a:t>
            </a:r>
            <a:endParaRPr sz="4400" b="1" i="0" u="none" strike="noStrike" cap="none" dirty="0">
              <a:solidFill>
                <a:srgbClr val="2E2F30"/>
              </a:solidFill>
              <a:latin typeface="SimSun" panose="02010600030101010101" pitchFamily="2" charset="-122"/>
              <a:ea typeface="SimSun" panose="02010600030101010101" pitchFamily="2" charset="-122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ADBCD"/>
        </a:solidFill>
        <a:effectLst/>
      </p:bgPr>
    </p:bg>
    <p:spTree>
      <p:nvGrpSpPr>
        <p:cNvPr id="1" name="Shape 9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8" name="Google Shape;928;p42"/>
          <p:cNvPicPr preferRelativeResize="0"/>
          <p:nvPr/>
        </p:nvPicPr>
        <p:blipFill rotWithShape="1">
          <a:blip r:embed="rId3">
            <a:alphaModFix amt="19999"/>
          </a:blip>
          <a:srcRect b="43786"/>
          <a:stretch/>
        </p:blipFill>
        <p:spPr>
          <a:xfrm>
            <a:off x="0" y="6607"/>
            <a:ext cx="18288000" cy="10280393"/>
          </a:xfrm>
          <a:prstGeom prst="rect">
            <a:avLst/>
          </a:prstGeom>
          <a:noFill/>
          <a:ln>
            <a:noFill/>
          </a:ln>
        </p:spPr>
      </p:pic>
      <p:pic>
        <p:nvPicPr>
          <p:cNvPr id="929" name="Google Shape;929;p4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3060505" y="278840"/>
            <a:ext cx="5029200" cy="1514132"/>
          </a:xfrm>
          <a:prstGeom prst="rect">
            <a:avLst/>
          </a:prstGeom>
          <a:noFill/>
          <a:ln>
            <a:noFill/>
          </a:ln>
        </p:spPr>
      </p:pic>
      <p:sp>
        <p:nvSpPr>
          <p:cNvPr id="930" name="Google Shape;930;p42"/>
          <p:cNvSpPr txBox="1"/>
          <p:nvPr/>
        </p:nvSpPr>
        <p:spPr>
          <a:xfrm>
            <a:off x="12752773" y="475192"/>
            <a:ext cx="5478493" cy="1058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lang="en-US" sz="60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会话（一）</a:t>
            </a:r>
            <a:endParaRPr/>
          </a:p>
        </p:txBody>
      </p:sp>
      <p:sp>
        <p:nvSpPr>
          <p:cNvPr id="931" name="Google Shape;931;p42"/>
          <p:cNvSpPr/>
          <p:nvPr/>
        </p:nvSpPr>
        <p:spPr>
          <a:xfrm>
            <a:off x="1879639" y="2965189"/>
            <a:ext cx="10785407" cy="1941860"/>
          </a:xfrm>
          <a:custGeom>
            <a:avLst/>
            <a:gdLst/>
            <a:ahLst/>
            <a:cxnLst/>
            <a:rect l="l" t="t" r="r" b="b"/>
            <a:pathLst>
              <a:path w="8047623" h="5748858" extrusionOk="0">
                <a:moveTo>
                  <a:pt x="7419845" y="5694380"/>
                </a:moveTo>
                <a:cubicBezTo>
                  <a:pt x="7419845" y="5694380"/>
                  <a:pt x="6688970" y="5748858"/>
                  <a:pt x="5633256" y="5746236"/>
                </a:cubicBezTo>
                <a:cubicBezTo>
                  <a:pt x="3101516" y="5744074"/>
                  <a:pt x="1057074" y="5736249"/>
                  <a:pt x="1057074" y="5736249"/>
                </a:cubicBezTo>
                <a:cubicBezTo>
                  <a:pt x="812932" y="5727415"/>
                  <a:pt x="449110" y="5706185"/>
                  <a:pt x="282371" y="5648007"/>
                </a:cubicBezTo>
                <a:cubicBezTo>
                  <a:pt x="4469" y="5551044"/>
                  <a:pt x="0" y="5377765"/>
                  <a:pt x="0" y="4376960"/>
                </a:cubicBezTo>
                <a:lnTo>
                  <a:pt x="0" y="4376913"/>
                </a:lnTo>
                <a:cubicBezTo>
                  <a:pt x="8536" y="491230"/>
                  <a:pt x="0" y="345608"/>
                  <a:pt x="77597" y="223930"/>
                </a:cubicBezTo>
                <a:cubicBezTo>
                  <a:pt x="217372" y="4759"/>
                  <a:pt x="519255" y="4073"/>
                  <a:pt x="937909" y="4073"/>
                </a:cubicBezTo>
                <a:cubicBezTo>
                  <a:pt x="937909" y="4073"/>
                  <a:pt x="2039222" y="15681"/>
                  <a:pt x="4699719" y="7673"/>
                </a:cubicBezTo>
                <a:cubicBezTo>
                  <a:pt x="6470043" y="0"/>
                  <a:pt x="7186776" y="6979"/>
                  <a:pt x="7186776" y="6979"/>
                </a:cubicBezTo>
                <a:cubicBezTo>
                  <a:pt x="7555084" y="14458"/>
                  <a:pt x="7693344" y="42638"/>
                  <a:pt x="7891083" y="165219"/>
                </a:cubicBezTo>
                <a:cubicBezTo>
                  <a:pt x="8042101" y="258836"/>
                  <a:pt x="8047623" y="476157"/>
                  <a:pt x="8038482" y="4376913"/>
                </a:cubicBezTo>
                <a:lnTo>
                  <a:pt x="8038482" y="4376960"/>
                </a:lnTo>
                <a:cubicBezTo>
                  <a:pt x="8038481" y="5495730"/>
                  <a:pt x="7995697" y="5644318"/>
                  <a:pt x="7419845" y="5694380"/>
                </a:cubicBezTo>
                <a:close/>
              </a:path>
            </a:pathLst>
          </a:custGeom>
          <a:solidFill>
            <a:srgbClr val="FFF3E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2" name="Google Shape;932;p42"/>
          <p:cNvSpPr/>
          <p:nvPr/>
        </p:nvSpPr>
        <p:spPr>
          <a:xfrm>
            <a:off x="182705" y="6297181"/>
            <a:ext cx="16636968" cy="1977992"/>
          </a:xfrm>
          <a:custGeom>
            <a:avLst/>
            <a:gdLst/>
            <a:ahLst/>
            <a:cxnLst/>
            <a:rect l="l" t="t" r="r" b="b"/>
            <a:pathLst>
              <a:path w="8047623" h="5748858" extrusionOk="0">
                <a:moveTo>
                  <a:pt x="7419845" y="5694380"/>
                </a:moveTo>
                <a:cubicBezTo>
                  <a:pt x="7419845" y="5694380"/>
                  <a:pt x="6688970" y="5748858"/>
                  <a:pt x="5633256" y="5746236"/>
                </a:cubicBezTo>
                <a:cubicBezTo>
                  <a:pt x="3101516" y="5744074"/>
                  <a:pt x="1057074" y="5736249"/>
                  <a:pt x="1057074" y="5736249"/>
                </a:cubicBezTo>
                <a:cubicBezTo>
                  <a:pt x="812932" y="5727415"/>
                  <a:pt x="449110" y="5706185"/>
                  <a:pt x="282371" y="5648007"/>
                </a:cubicBezTo>
                <a:cubicBezTo>
                  <a:pt x="4469" y="5551044"/>
                  <a:pt x="0" y="5377765"/>
                  <a:pt x="0" y="4376960"/>
                </a:cubicBezTo>
                <a:lnTo>
                  <a:pt x="0" y="4376913"/>
                </a:lnTo>
                <a:cubicBezTo>
                  <a:pt x="8536" y="491230"/>
                  <a:pt x="0" y="345608"/>
                  <a:pt x="77597" y="223930"/>
                </a:cubicBezTo>
                <a:cubicBezTo>
                  <a:pt x="217372" y="4759"/>
                  <a:pt x="519255" y="4073"/>
                  <a:pt x="937909" y="4073"/>
                </a:cubicBezTo>
                <a:cubicBezTo>
                  <a:pt x="937909" y="4073"/>
                  <a:pt x="2039222" y="15681"/>
                  <a:pt x="4699719" y="7673"/>
                </a:cubicBezTo>
                <a:cubicBezTo>
                  <a:pt x="6470043" y="0"/>
                  <a:pt x="7186776" y="6979"/>
                  <a:pt x="7186776" y="6979"/>
                </a:cubicBezTo>
                <a:cubicBezTo>
                  <a:pt x="7555084" y="14458"/>
                  <a:pt x="7693344" y="42638"/>
                  <a:pt x="7891083" y="165219"/>
                </a:cubicBezTo>
                <a:cubicBezTo>
                  <a:pt x="8042101" y="258836"/>
                  <a:pt x="8047623" y="476157"/>
                  <a:pt x="8038482" y="4376913"/>
                </a:cubicBezTo>
                <a:lnTo>
                  <a:pt x="8038482" y="4376960"/>
                </a:lnTo>
                <a:cubicBezTo>
                  <a:pt x="8038481" y="5495730"/>
                  <a:pt x="7995697" y="5644318"/>
                  <a:pt x="7419845" y="5694380"/>
                </a:cubicBezTo>
                <a:close/>
              </a:path>
            </a:pathLst>
          </a:custGeom>
          <a:solidFill>
            <a:srgbClr val="FFF3E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933" name="Google Shape;933;p4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-2317294">
            <a:off x="12738618" y="345603"/>
            <a:ext cx="1960683" cy="641678"/>
          </a:xfrm>
          <a:prstGeom prst="rect">
            <a:avLst/>
          </a:prstGeom>
          <a:noFill/>
          <a:ln>
            <a:noFill/>
          </a:ln>
        </p:spPr>
      </p:pic>
      <p:pic>
        <p:nvPicPr>
          <p:cNvPr id="934" name="Google Shape;934;p42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7028502" y="-47789"/>
            <a:ext cx="1061203" cy="1061203"/>
          </a:xfrm>
          <a:prstGeom prst="rect">
            <a:avLst/>
          </a:prstGeom>
          <a:noFill/>
          <a:ln>
            <a:noFill/>
          </a:ln>
        </p:spPr>
      </p:pic>
      <p:sp>
        <p:nvSpPr>
          <p:cNvPr id="935" name="Google Shape;935;p42"/>
          <p:cNvSpPr txBox="1"/>
          <p:nvPr/>
        </p:nvSpPr>
        <p:spPr>
          <a:xfrm>
            <a:off x="504869" y="6501208"/>
            <a:ext cx="15530998" cy="1865126"/>
          </a:xfrm>
          <a:prstGeom prst="rect">
            <a:avLst/>
          </a:prstGeom>
          <a:solidFill>
            <a:srgbClr val="E5DFEC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216249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2800"/>
              <a:buFont typeface="SimSun"/>
              <a:buNone/>
            </a:pPr>
            <a:r>
              <a:rPr lang="en-US" sz="2800" b="1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Pínɡ</a:t>
            </a:r>
            <a:r>
              <a:rPr lang="en-US" sz="2800" b="1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2800" b="1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pínɡ</a:t>
            </a:r>
            <a:r>
              <a:rPr lang="en-US" sz="2800" b="1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 </a:t>
            </a:r>
            <a:r>
              <a:rPr lang="en-US" sz="2800" b="1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Zhānɡ</a:t>
            </a:r>
            <a:r>
              <a:rPr lang="en-US" sz="2800" b="1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2800" b="1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lǎoshī</a:t>
            </a:r>
            <a:r>
              <a:rPr lang="en-US" sz="2800" b="1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2800" b="1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yě</a:t>
            </a:r>
            <a:r>
              <a:rPr lang="en-US" sz="2800" b="1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2800" b="1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jiāo</a:t>
            </a:r>
            <a:r>
              <a:rPr lang="en-US" sz="2800" b="1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2800" b="1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wǒmen</a:t>
            </a:r>
            <a:r>
              <a:rPr lang="en-US" sz="2800" b="1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.  </a:t>
            </a:r>
            <a:r>
              <a:rPr lang="en-US" sz="2800" b="1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Zhè</a:t>
            </a:r>
            <a:r>
              <a:rPr lang="en-US" sz="2800" b="1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2800" b="1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cì</a:t>
            </a:r>
            <a:r>
              <a:rPr lang="en-US" sz="2800" b="1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2800" b="1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hànyǔ</a:t>
            </a:r>
            <a:r>
              <a:rPr lang="en-US" sz="2800" b="1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 </a:t>
            </a:r>
            <a:r>
              <a:rPr lang="en-US" sz="2800" b="1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kǎoshì</a:t>
            </a:r>
            <a:r>
              <a:rPr lang="en-US" sz="2800" b="1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2800" b="1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nǐ</a:t>
            </a:r>
            <a:r>
              <a:rPr lang="en-US" sz="2800" b="1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2800" b="1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kǎo</a:t>
            </a:r>
            <a:r>
              <a:rPr lang="en-US" sz="2800" b="1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de </a:t>
            </a:r>
            <a:r>
              <a:rPr lang="en-US" sz="2800" b="1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zěnmeyànɡ</a:t>
            </a:r>
            <a:r>
              <a:rPr lang="en-US" sz="2800" b="1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? </a:t>
            </a:r>
            <a:endParaRPr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marL="0" marR="0" lvl="0" indent="0" algn="l" rtl="0">
              <a:lnSpc>
                <a:spcPct val="137613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4400"/>
              <a:buFont typeface="Calibri"/>
              <a:buNone/>
            </a:pPr>
            <a:r>
              <a:rPr lang="en-US" sz="4400" b="1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平 </a:t>
            </a:r>
            <a:r>
              <a:rPr lang="en-US" sz="4400" b="1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平：张</a:t>
            </a:r>
            <a:r>
              <a:rPr lang="en-US" sz="4400" b="1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</a:t>
            </a:r>
            <a:r>
              <a:rPr lang="en-US" sz="4400" b="1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老师也</a:t>
            </a:r>
            <a:r>
              <a:rPr lang="en-US" sz="4400" b="1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</a:t>
            </a:r>
            <a:r>
              <a:rPr lang="en-US" sz="4400" b="1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教 </a:t>
            </a:r>
            <a:r>
              <a:rPr lang="en-US" sz="4400" b="1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我们。这次汉语考试,你考</a:t>
            </a:r>
            <a:r>
              <a:rPr lang="en-US" sz="4400" b="1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得 </a:t>
            </a:r>
            <a:r>
              <a:rPr lang="en-US" sz="4400" b="1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怎么样</a:t>
            </a:r>
            <a:r>
              <a:rPr lang="en-US" sz="4400" b="1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？ </a:t>
            </a:r>
            <a:endParaRPr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936" name="Google Shape;936;p42"/>
          <p:cNvSpPr txBox="1"/>
          <p:nvPr/>
        </p:nvSpPr>
        <p:spPr>
          <a:xfrm>
            <a:off x="3611704" y="3147001"/>
            <a:ext cx="9594341" cy="1865126"/>
          </a:xfrm>
          <a:prstGeom prst="rect">
            <a:avLst/>
          </a:prstGeom>
          <a:solidFill>
            <a:srgbClr val="CCC0D9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216249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2800"/>
              <a:buFont typeface="SimSun"/>
              <a:buNone/>
            </a:pPr>
            <a:r>
              <a:rPr lang="en-US" sz="2800" b="1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Huān</a:t>
            </a:r>
            <a:r>
              <a:rPr lang="en-US" sz="2800" b="1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2800" b="1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huān</a:t>
            </a:r>
            <a:r>
              <a:rPr lang="en-US" sz="2800" b="1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 </a:t>
            </a:r>
            <a:r>
              <a:rPr lang="en-US" sz="2800" b="1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Zhānɡ</a:t>
            </a:r>
            <a:r>
              <a:rPr lang="en-US" sz="2800" b="1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2800" b="1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lǎoshī</a:t>
            </a:r>
            <a:r>
              <a:rPr lang="en-US" sz="2800" b="1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2800" b="1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jiāo</a:t>
            </a:r>
            <a:r>
              <a:rPr lang="en-US" sz="2800" b="1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 </a:t>
            </a:r>
            <a:r>
              <a:rPr lang="en-US" sz="2800" b="1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wǒmen</a:t>
            </a:r>
            <a:r>
              <a:rPr lang="en-US" sz="2800" b="1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 </a:t>
            </a:r>
            <a:r>
              <a:rPr lang="en-US" sz="2800" b="1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hànyǔ</a:t>
            </a:r>
            <a:r>
              <a:rPr lang="en-US" sz="2800" b="1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2800" b="1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kè</a:t>
            </a:r>
            <a:r>
              <a:rPr lang="en-US" sz="2800" b="1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. </a:t>
            </a:r>
            <a:endParaRPr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marL="0" marR="0" lvl="0" indent="0" algn="l" rtl="0">
              <a:lnSpc>
                <a:spcPct val="137613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4400"/>
              <a:buFont typeface="Calibri"/>
              <a:buNone/>
            </a:pPr>
            <a:r>
              <a:rPr lang="en-US" sz="4400" b="1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欢  </a:t>
            </a:r>
            <a:r>
              <a:rPr lang="en-US" sz="4400" b="1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欢：张老师</a:t>
            </a:r>
            <a:r>
              <a:rPr lang="en-US" sz="4400" b="1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教  </a:t>
            </a:r>
            <a:r>
              <a:rPr lang="en-US" sz="4400" b="1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我们</a:t>
            </a:r>
            <a:r>
              <a:rPr lang="en-US" sz="4400" b="1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</a:t>
            </a:r>
            <a:r>
              <a:rPr lang="en-US" sz="4400" b="1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汉语</a:t>
            </a:r>
            <a:r>
              <a:rPr lang="en-US" sz="4400" b="1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课。</a:t>
            </a:r>
            <a:endParaRPr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pic>
        <p:nvPicPr>
          <p:cNvPr id="937" name="Google Shape;937;p42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 rot="469439">
            <a:off x="401402" y="2028975"/>
            <a:ext cx="2738296" cy="2874851"/>
          </a:xfrm>
          <a:prstGeom prst="rect">
            <a:avLst/>
          </a:prstGeom>
          <a:noFill/>
          <a:ln>
            <a:noFill/>
          </a:ln>
        </p:spPr>
      </p:pic>
      <p:pic>
        <p:nvPicPr>
          <p:cNvPr id="938" name="Google Shape;938;p42" descr="A person wearing a red shirt&#10;&#10;Description automatically generated with low confidence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78520" y="2250465"/>
            <a:ext cx="2384060" cy="238406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9" name="Google Shape;939;p42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 rot="-548903">
            <a:off x="1980456" y="4020250"/>
            <a:ext cx="1362131" cy="1446278"/>
          </a:xfrm>
          <a:prstGeom prst="rect">
            <a:avLst/>
          </a:prstGeom>
          <a:noFill/>
          <a:ln>
            <a:noFill/>
          </a:ln>
        </p:spPr>
      </p:pic>
      <p:pic>
        <p:nvPicPr>
          <p:cNvPr id="940" name="Google Shape;940;p42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 rot="640087">
            <a:off x="16177510" y="6075944"/>
            <a:ext cx="2344556" cy="2410291"/>
          </a:xfrm>
          <a:prstGeom prst="rect">
            <a:avLst/>
          </a:prstGeom>
          <a:noFill/>
          <a:ln>
            <a:noFill/>
          </a:ln>
        </p:spPr>
      </p:pic>
      <p:pic>
        <p:nvPicPr>
          <p:cNvPr id="941" name="Google Shape;941;p42" descr="A picture containing doll&#10;&#10;Description automatically generated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 rot="217461">
            <a:off x="16246275" y="6000596"/>
            <a:ext cx="2207027" cy="2207027"/>
          </a:xfrm>
          <a:prstGeom prst="rect">
            <a:avLst/>
          </a:prstGeom>
          <a:noFill/>
          <a:ln>
            <a:noFill/>
          </a:ln>
        </p:spPr>
      </p:pic>
      <p:pic>
        <p:nvPicPr>
          <p:cNvPr id="942" name="Google Shape;942;p42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 rot="320729">
            <a:off x="17584759" y="7163817"/>
            <a:ext cx="774034" cy="16301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ADBCD"/>
        </a:solidFill>
        <a:effectLst/>
      </p:bgPr>
    </p:bg>
    <p:spTree>
      <p:nvGrpSpPr>
        <p:cNvPr id="1" name="Shape 9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7" name="Google Shape;947;p43"/>
          <p:cNvPicPr preferRelativeResize="0"/>
          <p:nvPr/>
        </p:nvPicPr>
        <p:blipFill rotWithShape="1">
          <a:blip r:embed="rId3">
            <a:alphaModFix amt="19999"/>
          </a:blip>
          <a:srcRect b="43786"/>
          <a:stretch/>
        </p:blipFill>
        <p:spPr>
          <a:xfrm>
            <a:off x="0" y="6607"/>
            <a:ext cx="18288000" cy="10280393"/>
          </a:xfrm>
          <a:prstGeom prst="rect">
            <a:avLst/>
          </a:prstGeom>
          <a:noFill/>
          <a:ln>
            <a:noFill/>
          </a:ln>
        </p:spPr>
      </p:pic>
      <p:pic>
        <p:nvPicPr>
          <p:cNvPr id="948" name="Google Shape;948;p4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3060505" y="278840"/>
            <a:ext cx="5029200" cy="1514132"/>
          </a:xfrm>
          <a:prstGeom prst="rect">
            <a:avLst/>
          </a:prstGeom>
          <a:noFill/>
          <a:ln>
            <a:noFill/>
          </a:ln>
        </p:spPr>
      </p:pic>
      <p:sp>
        <p:nvSpPr>
          <p:cNvPr id="949" name="Google Shape;949;p43"/>
          <p:cNvSpPr txBox="1"/>
          <p:nvPr/>
        </p:nvSpPr>
        <p:spPr>
          <a:xfrm>
            <a:off x="12752773" y="475192"/>
            <a:ext cx="5478493" cy="1058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lang="en-US" sz="60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会话（一）</a:t>
            </a:r>
            <a:endParaRPr/>
          </a:p>
        </p:txBody>
      </p:sp>
      <p:sp>
        <p:nvSpPr>
          <p:cNvPr id="950" name="Google Shape;950;p43"/>
          <p:cNvSpPr/>
          <p:nvPr/>
        </p:nvSpPr>
        <p:spPr>
          <a:xfrm>
            <a:off x="1879638" y="2965189"/>
            <a:ext cx="15506275" cy="1941860"/>
          </a:xfrm>
          <a:custGeom>
            <a:avLst/>
            <a:gdLst/>
            <a:ahLst/>
            <a:cxnLst/>
            <a:rect l="l" t="t" r="r" b="b"/>
            <a:pathLst>
              <a:path w="8047623" h="5748858" extrusionOk="0">
                <a:moveTo>
                  <a:pt x="7419845" y="5694380"/>
                </a:moveTo>
                <a:cubicBezTo>
                  <a:pt x="7419845" y="5694380"/>
                  <a:pt x="6688970" y="5748858"/>
                  <a:pt x="5633256" y="5746236"/>
                </a:cubicBezTo>
                <a:cubicBezTo>
                  <a:pt x="3101516" y="5744074"/>
                  <a:pt x="1057074" y="5736249"/>
                  <a:pt x="1057074" y="5736249"/>
                </a:cubicBezTo>
                <a:cubicBezTo>
                  <a:pt x="812932" y="5727415"/>
                  <a:pt x="449110" y="5706185"/>
                  <a:pt x="282371" y="5648007"/>
                </a:cubicBezTo>
                <a:cubicBezTo>
                  <a:pt x="4469" y="5551044"/>
                  <a:pt x="0" y="5377765"/>
                  <a:pt x="0" y="4376960"/>
                </a:cubicBezTo>
                <a:lnTo>
                  <a:pt x="0" y="4376913"/>
                </a:lnTo>
                <a:cubicBezTo>
                  <a:pt x="8536" y="491230"/>
                  <a:pt x="0" y="345608"/>
                  <a:pt x="77597" y="223930"/>
                </a:cubicBezTo>
                <a:cubicBezTo>
                  <a:pt x="217372" y="4759"/>
                  <a:pt x="519255" y="4073"/>
                  <a:pt x="937909" y="4073"/>
                </a:cubicBezTo>
                <a:cubicBezTo>
                  <a:pt x="937909" y="4073"/>
                  <a:pt x="2039222" y="15681"/>
                  <a:pt x="4699719" y="7673"/>
                </a:cubicBezTo>
                <a:cubicBezTo>
                  <a:pt x="6470043" y="0"/>
                  <a:pt x="7186776" y="6979"/>
                  <a:pt x="7186776" y="6979"/>
                </a:cubicBezTo>
                <a:cubicBezTo>
                  <a:pt x="7555084" y="14458"/>
                  <a:pt x="7693344" y="42638"/>
                  <a:pt x="7891083" y="165219"/>
                </a:cubicBezTo>
                <a:cubicBezTo>
                  <a:pt x="8042101" y="258836"/>
                  <a:pt x="8047623" y="476157"/>
                  <a:pt x="8038482" y="4376913"/>
                </a:cubicBezTo>
                <a:lnTo>
                  <a:pt x="8038482" y="4376960"/>
                </a:lnTo>
                <a:cubicBezTo>
                  <a:pt x="8038481" y="5495730"/>
                  <a:pt x="7995697" y="5644318"/>
                  <a:pt x="7419845" y="5694380"/>
                </a:cubicBezTo>
                <a:close/>
              </a:path>
            </a:pathLst>
          </a:custGeom>
          <a:solidFill>
            <a:srgbClr val="FFF3E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1" name="Google Shape;951;p43"/>
          <p:cNvSpPr/>
          <p:nvPr/>
        </p:nvSpPr>
        <p:spPr>
          <a:xfrm>
            <a:off x="5257799" y="6297181"/>
            <a:ext cx="11557840" cy="1977992"/>
          </a:xfrm>
          <a:custGeom>
            <a:avLst/>
            <a:gdLst/>
            <a:ahLst/>
            <a:cxnLst/>
            <a:rect l="l" t="t" r="r" b="b"/>
            <a:pathLst>
              <a:path w="8047623" h="5748858" extrusionOk="0">
                <a:moveTo>
                  <a:pt x="7419845" y="5694380"/>
                </a:moveTo>
                <a:cubicBezTo>
                  <a:pt x="7419845" y="5694380"/>
                  <a:pt x="6688970" y="5748858"/>
                  <a:pt x="5633256" y="5746236"/>
                </a:cubicBezTo>
                <a:cubicBezTo>
                  <a:pt x="3101516" y="5744074"/>
                  <a:pt x="1057074" y="5736249"/>
                  <a:pt x="1057074" y="5736249"/>
                </a:cubicBezTo>
                <a:cubicBezTo>
                  <a:pt x="812932" y="5727415"/>
                  <a:pt x="449110" y="5706185"/>
                  <a:pt x="282371" y="5648007"/>
                </a:cubicBezTo>
                <a:cubicBezTo>
                  <a:pt x="4469" y="5551044"/>
                  <a:pt x="0" y="5377765"/>
                  <a:pt x="0" y="4376960"/>
                </a:cubicBezTo>
                <a:lnTo>
                  <a:pt x="0" y="4376913"/>
                </a:lnTo>
                <a:cubicBezTo>
                  <a:pt x="8536" y="491230"/>
                  <a:pt x="0" y="345608"/>
                  <a:pt x="77597" y="223930"/>
                </a:cubicBezTo>
                <a:cubicBezTo>
                  <a:pt x="217372" y="4759"/>
                  <a:pt x="519255" y="4073"/>
                  <a:pt x="937909" y="4073"/>
                </a:cubicBezTo>
                <a:cubicBezTo>
                  <a:pt x="937909" y="4073"/>
                  <a:pt x="2039222" y="15681"/>
                  <a:pt x="4699719" y="7673"/>
                </a:cubicBezTo>
                <a:cubicBezTo>
                  <a:pt x="6470043" y="0"/>
                  <a:pt x="7186776" y="6979"/>
                  <a:pt x="7186776" y="6979"/>
                </a:cubicBezTo>
                <a:cubicBezTo>
                  <a:pt x="7555084" y="14458"/>
                  <a:pt x="7693344" y="42638"/>
                  <a:pt x="7891083" y="165219"/>
                </a:cubicBezTo>
                <a:cubicBezTo>
                  <a:pt x="8042101" y="258836"/>
                  <a:pt x="8047623" y="476157"/>
                  <a:pt x="8038482" y="4376913"/>
                </a:cubicBezTo>
                <a:lnTo>
                  <a:pt x="8038482" y="4376960"/>
                </a:lnTo>
                <a:cubicBezTo>
                  <a:pt x="8038481" y="5495730"/>
                  <a:pt x="7995697" y="5644318"/>
                  <a:pt x="7419845" y="5694380"/>
                </a:cubicBezTo>
                <a:close/>
              </a:path>
            </a:pathLst>
          </a:custGeom>
          <a:solidFill>
            <a:srgbClr val="FFF3E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952" name="Google Shape;952;p4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-2317294">
            <a:off x="12738618" y="345603"/>
            <a:ext cx="1960683" cy="641678"/>
          </a:xfrm>
          <a:prstGeom prst="rect">
            <a:avLst/>
          </a:prstGeom>
          <a:noFill/>
          <a:ln>
            <a:noFill/>
          </a:ln>
        </p:spPr>
      </p:pic>
      <p:pic>
        <p:nvPicPr>
          <p:cNvPr id="953" name="Google Shape;953;p43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7028502" y="-47789"/>
            <a:ext cx="1061203" cy="1061203"/>
          </a:xfrm>
          <a:prstGeom prst="rect">
            <a:avLst/>
          </a:prstGeom>
          <a:noFill/>
          <a:ln>
            <a:noFill/>
          </a:ln>
        </p:spPr>
      </p:pic>
      <p:sp>
        <p:nvSpPr>
          <p:cNvPr id="954" name="Google Shape;954;p43"/>
          <p:cNvSpPr txBox="1"/>
          <p:nvPr/>
        </p:nvSpPr>
        <p:spPr>
          <a:xfrm>
            <a:off x="3967905" y="6501208"/>
            <a:ext cx="11607200" cy="1865126"/>
          </a:xfrm>
          <a:prstGeom prst="rect">
            <a:avLst/>
          </a:prstGeom>
          <a:solidFill>
            <a:srgbClr val="E5DFEC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216249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2800"/>
              <a:buFont typeface="SimSun"/>
              <a:buNone/>
            </a:pPr>
            <a:r>
              <a:rPr lang="en-US" sz="2800" b="1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Pínɡ</a:t>
            </a:r>
            <a:r>
              <a:rPr lang="en-US" sz="2800" b="1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2800" b="1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pínɡ</a:t>
            </a:r>
            <a:r>
              <a:rPr lang="en-US" sz="2800" b="1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 </a:t>
            </a:r>
            <a:r>
              <a:rPr lang="en-US" sz="2800" b="1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Wǒ</a:t>
            </a:r>
            <a:r>
              <a:rPr lang="en-US" sz="2800" b="1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 </a:t>
            </a:r>
            <a:r>
              <a:rPr lang="en-US" sz="2800" b="1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kǎo</a:t>
            </a:r>
            <a:r>
              <a:rPr lang="en-US" sz="2800" b="1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de </a:t>
            </a:r>
            <a:r>
              <a:rPr lang="en-US" sz="2800" b="1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hái</a:t>
            </a:r>
            <a:r>
              <a:rPr lang="en-US" sz="2800" b="1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2800" b="1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kěyǐ</a:t>
            </a:r>
            <a:r>
              <a:rPr lang="en-US" sz="2800" b="1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,   </a:t>
            </a:r>
            <a:r>
              <a:rPr lang="en-US" sz="2800" b="1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dé</a:t>
            </a:r>
            <a:r>
              <a:rPr lang="en-US" sz="2800" b="1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le </a:t>
            </a:r>
            <a:r>
              <a:rPr lang="en-US" sz="2800" b="1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jiǔshí</a:t>
            </a:r>
            <a:r>
              <a:rPr lang="en-US" sz="2800" b="1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2800" b="1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fēn</a:t>
            </a:r>
            <a:r>
              <a:rPr lang="en-US" sz="2800" b="1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.  </a:t>
            </a:r>
            <a:endParaRPr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marL="0" marR="0" lvl="0" indent="0" algn="l" rtl="0">
              <a:lnSpc>
                <a:spcPct val="137613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4400"/>
              <a:buFont typeface="Calibri"/>
              <a:buNone/>
            </a:pPr>
            <a:r>
              <a:rPr lang="en-US" sz="4400" b="1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平 </a:t>
            </a:r>
            <a:r>
              <a:rPr lang="en-US" sz="4400" b="1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平：我考得</a:t>
            </a:r>
            <a:r>
              <a:rPr lang="en-US" sz="4400" b="1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还可以，得了90 分。 </a:t>
            </a:r>
            <a:endParaRPr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955" name="Google Shape;955;p43"/>
          <p:cNvSpPr txBox="1"/>
          <p:nvPr/>
        </p:nvSpPr>
        <p:spPr>
          <a:xfrm>
            <a:off x="3429001" y="3147001"/>
            <a:ext cx="13956912" cy="1865126"/>
          </a:xfrm>
          <a:prstGeom prst="rect">
            <a:avLst/>
          </a:prstGeom>
          <a:solidFill>
            <a:srgbClr val="CCC0D9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216249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2800"/>
              <a:buFont typeface="SimSun"/>
              <a:buNone/>
            </a:pPr>
            <a:r>
              <a:rPr lang="en-US" sz="2800" b="1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Huān</a:t>
            </a:r>
            <a:r>
              <a:rPr lang="en-US" sz="2800" b="1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2800" b="1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huān</a:t>
            </a:r>
            <a:r>
              <a:rPr lang="en-US" sz="2800" b="1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 </a:t>
            </a:r>
            <a:r>
              <a:rPr lang="en-US" sz="2800" b="1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Zhè</a:t>
            </a:r>
            <a:r>
              <a:rPr lang="en-US" sz="2800" b="1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2800" b="1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cì</a:t>
            </a:r>
            <a:r>
              <a:rPr lang="en-US" sz="2800" b="1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2800" b="1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wǒ</a:t>
            </a:r>
            <a:r>
              <a:rPr lang="en-US" sz="2800" b="1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 </a:t>
            </a:r>
            <a:r>
              <a:rPr lang="en-US" sz="2800" b="1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kǎo</a:t>
            </a:r>
            <a:r>
              <a:rPr lang="en-US" sz="2800" b="1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de </a:t>
            </a:r>
            <a:r>
              <a:rPr lang="en-US" sz="2800" b="1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bú</a:t>
            </a:r>
            <a:r>
              <a:rPr lang="en-US" sz="2800" b="1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2800" b="1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tài</a:t>
            </a:r>
            <a:r>
              <a:rPr lang="en-US" sz="2800" b="1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2800" b="1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hǎo,zhǐ</a:t>
            </a:r>
            <a:r>
              <a:rPr lang="en-US" sz="2800" b="1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2800" b="1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dé</a:t>
            </a:r>
            <a:r>
              <a:rPr lang="en-US" sz="2800" b="1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le </a:t>
            </a:r>
            <a:r>
              <a:rPr lang="en-US" sz="2800" b="1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qīshí</a:t>
            </a:r>
            <a:r>
              <a:rPr lang="en-US" sz="2800" b="1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2800" b="1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fēn</a:t>
            </a:r>
            <a:r>
              <a:rPr lang="en-US" sz="2800" b="1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, </a:t>
            </a:r>
            <a:r>
              <a:rPr lang="en-US" sz="2800" b="1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nǐ</a:t>
            </a:r>
            <a:r>
              <a:rPr lang="en-US" sz="2800" b="1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ne? </a:t>
            </a:r>
            <a:endParaRPr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marL="0" marR="0" lvl="0" indent="0" algn="l" rtl="0">
              <a:lnSpc>
                <a:spcPct val="137613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4400"/>
              <a:buFont typeface="Calibri"/>
              <a:buNone/>
            </a:pPr>
            <a:r>
              <a:rPr lang="en-US" sz="4400" b="1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欢欢</a:t>
            </a:r>
            <a:r>
              <a:rPr lang="zh-CN" altLang="en-US" sz="4400" b="1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：</a:t>
            </a:r>
            <a:r>
              <a:rPr lang="en-US" sz="4400" b="1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这次我考得不太</a:t>
            </a:r>
            <a:r>
              <a:rPr lang="en-US" sz="4400" b="1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</a:t>
            </a:r>
            <a:r>
              <a:rPr lang="en-US" sz="4400" b="1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好，只得了</a:t>
            </a:r>
            <a:r>
              <a:rPr lang="en-US" sz="4400" b="1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70 分</a:t>
            </a:r>
            <a:r>
              <a:rPr lang="zh-CN" altLang="en-US" sz="4400" b="1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，</a:t>
            </a:r>
            <a:r>
              <a:rPr lang="en-US" sz="4400" b="1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你呢</a:t>
            </a:r>
            <a:r>
              <a:rPr lang="en-US" sz="4400" b="1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？ </a:t>
            </a:r>
            <a:endParaRPr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pic>
        <p:nvPicPr>
          <p:cNvPr id="956" name="Google Shape;956;p43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 rot="469439">
            <a:off x="401402" y="2028975"/>
            <a:ext cx="2738296" cy="2874851"/>
          </a:xfrm>
          <a:prstGeom prst="rect">
            <a:avLst/>
          </a:prstGeom>
          <a:noFill/>
          <a:ln>
            <a:noFill/>
          </a:ln>
        </p:spPr>
      </p:pic>
      <p:pic>
        <p:nvPicPr>
          <p:cNvPr id="957" name="Google Shape;957;p43" descr="A person wearing a red shirt&#10;&#10;Description automatically generated with low confidence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78520" y="2250465"/>
            <a:ext cx="2384060" cy="238406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8" name="Google Shape;958;p43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 rot="-548903">
            <a:off x="1980456" y="4020250"/>
            <a:ext cx="1362131" cy="1446278"/>
          </a:xfrm>
          <a:prstGeom prst="rect">
            <a:avLst/>
          </a:prstGeom>
          <a:noFill/>
          <a:ln>
            <a:noFill/>
          </a:ln>
        </p:spPr>
      </p:pic>
      <p:pic>
        <p:nvPicPr>
          <p:cNvPr id="959" name="Google Shape;959;p43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 rot="640087">
            <a:off x="15588209" y="5745778"/>
            <a:ext cx="2344556" cy="2410291"/>
          </a:xfrm>
          <a:prstGeom prst="rect">
            <a:avLst/>
          </a:prstGeom>
          <a:noFill/>
          <a:ln>
            <a:noFill/>
          </a:ln>
        </p:spPr>
      </p:pic>
      <p:pic>
        <p:nvPicPr>
          <p:cNvPr id="960" name="Google Shape;960;p43" descr="A picture containing doll&#10;&#10;Description automatically generated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 rot="217461">
            <a:off x="15571664" y="5567469"/>
            <a:ext cx="2207027" cy="2207027"/>
          </a:xfrm>
          <a:prstGeom prst="rect">
            <a:avLst/>
          </a:prstGeom>
          <a:noFill/>
          <a:ln>
            <a:noFill/>
          </a:ln>
        </p:spPr>
      </p:pic>
      <p:pic>
        <p:nvPicPr>
          <p:cNvPr id="961" name="Google Shape;961;p43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 rot="320729">
            <a:off x="16995458" y="6833651"/>
            <a:ext cx="774034" cy="16301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ADBCD"/>
        </a:solidFill>
        <a:effectLst/>
      </p:bgPr>
    </p:bg>
    <p:spTree>
      <p:nvGrpSpPr>
        <p:cNvPr id="1" name="Shape 9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6" name="Google Shape;966;p44"/>
          <p:cNvPicPr preferRelativeResize="0"/>
          <p:nvPr/>
        </p:nvPicPr>
        <p:blipFill rotWithShape="1">
          <a:blip r:embed="rId3">
            <a:alphaModFix amt="19999"/>
          </a:blip>
          <a:srcRect b="43786"/>
          <a:stretch/>
        </p:blipFill>
        <p:spPr>
          <a:xfrm>
            <a:off x="0" y="6607"/>
            <a:ext cx="18288000" cy="10280393"/>
          </a:xfrm>
          <a:prstGeom prst="rect">
            <a:avLst/>
          </a:prstGeom>
          <a:noFill/>
          <a:ln>
            <a:noFill/>
          </a:ln>
        </p:spPr>
      </p:pic>
      <p:pic>
        <p:nvPicPr>
          <p:cNvPr id="967" name="Google Shape;967;p4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48400" y="189189"/>
            <a:ext cx="5029200" cy="1514132"/>
          </a:xfrm>
          <a:prstGeom prst="rect">
            <a:avLst/>
          </a:prstGeom>
          <a:noFill/>
          <a:ln>
            <a:noFill/>
          </a:ln>
        </p:spPr>
      </p:pic>
      <p:sp>
        <p:nvSpPr>
          <p:cNvPr id="968" name="Google Shape;968;p44"/>
          <p:cNvSpPr txBox="1"/>
          <p:nvPr/>
        </p:nvSpPr>
        <p:spPr>
          <a:xfrm>
            <a:off x="5037107" y="395676"/>
            <a:ext cx="7589068" cy="1058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lang="en-US" sz="60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会话（二）</a:t>
            </a:r>
            <a:endParaRPr/>
          </a:p>
        </p:txBody>
      </p:sp>
      <p:sp>
        <p:nvSpPr>
          <p:cNvPr id="969" name="Google Shape;969;p44"/>
          <p:cNvSpPr/>
          <p:nvPr/>
        </p:nvSpPr>
        <p:spPr>
          <a:xfrm>
            <a:off x="1849333" y="2083395"/>
            <a:ext cx="11157478" cy="1941860"/>
          </a:xfrm>
          <a:custGeom>
            <a:avLst/>
            <a:gdLst/>
            <a:ahLst/>
            <a:cxnLst/>
            <a:rect l="l" t="t" r="r" b="b"/>
            <a:pathLst>
              <a:path w="8047623" h="5748858" extrusionOk="0">
                <a:moveTo>
                  <a:pt x="7419845" y="5694380"/>
                </a:moveTo>
                <a:cubicBezTo>
                  <a:pt x="7419845" y="5694380"/>
                  <a:pt x="6688970" y="5748858"/>
                  <a:pt x="5633256" y="5746236"/>
                </a:cubicBezTo>
                <a:cubicBezTo>
                  <a:pt x="3101516" y="5744074"/>
                  <a:pt x="1057074" y="5736249"/>
                  <a:pt x="1057074" y="5736249"/>
                </a:cubicBezTo>
                <a:cubicBezTo>
                  <a:pt x="812932" y="5727415"/>
                  <a:pt x="449110" y="5706185"/>
                  <a:pt x="282371" y="5648007"/>
                </a:cubicBezTo>
                <a:cubicBezTo>
                  <a:pt x="4469" y="5551044"/>
                  <a:pt x="0" y="5377765"/>
                  <a:pt x="0" y="4376960"/>
                </a:cubicBezTo>
                <a:lnTo>
                  <a:pt x="0" y="4376913"/>
                </a:lnTo>
                <a:cubicBezTo>
                  <a:pt x="8536" y="491230"/>
                  <a:pt x="0" y="345608"/>
                  <a:pt x="77597" y="223930"/>
                </a:cubicBezTo>
                <a:cubicBezTo>
                  <a:pt x="217372" y="4759"/>
                  <a:pt x="519255" y="4073"/>
                  <a:pt x="937909" y="4073"/>
                </a:cubicBezTo>
                <a:cubicBezTo>
                  <a:pt x="937909" y="4073"/>
                  <a:pt x="2039222" y="15681"/>
                  <a:pt x="4699719" y="7673"/>
                </a:cubicBezTo>
                <a:cubicBezTo>
                  <a:pt x="6470043" y="0"/>
                  <a:pt x="7186776" y="6979"/>
                  <a:pt x="7186776" y="6979"/>
                </a:cubicBezTo>
                <a:cubicBezTo>
                  <a:pt x="7555084" y="14458"/>
                  <a:pt x="7693344" y="42638"/>
                  <a:pt x="7891083" y="165219"/>
                </a:cubicBezTo>
                <a:cubicBezTo>
                  <a:pt x="8042101" y="258836"/>
                  <a:pt x="8047623" y="476157"/>
                  <a:pt x="8038482" y="4376913"/>
                </a:cubicBezTo>
                <a:lnTo>
                  <a:pt x="8038482" y="4376960"/>
                </a:lnTo>
                <a:cubicBezTo>
                  <a:pt x="8038481" y="5495730"/>
                  <a:pt x="7995697" y="5644318"/>
                  <a:pt x="7419845" y="5694380"/>
                </a:cubicBezTo>
                <a:close/>
              </a:path>
            </a:pathLst>
          </a:custGeom>
          <a:solidFill>
            <a:srgbClr val="FFF3E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0" name="Google Shape;970;p44"/>
          <p:cNvSpPr/>
          <p:nvPr/>
        </p:nvSpPr>
        <p:spPr>
          <a:xfrm>
            <a:off x="3752994" y="4805787"/>
            <a:ext cx="13033513" cy="1977992"/>
          </a:xfrm>
          <a:custGeom>
            <a:avLst/>
            <a:gdLst/>
            <a:ahLst/>
            <a:cxnLst/>
            <a:rect l="l" t="t" r="r" b="b"/>
            <a:pathLst>
              <a:path w="8047623" h="5748858" extrusionOk="0">
                <a:moveTo>
                  <a:pt x="7419845" y="5694380"/>
                </a:moveTo>
                <a:cubicBezTo>
                  <a:pt x="7419845" y="5694380"/>
                  <a:pt x="6688970" y="5748858"/>
                  <a:pt x="5633256" y="5746236"/>
                </a:cubicBezTo>
                <a:cubicBezTo>
                  <a:pt x="3101516" y="5744074"/>
                  <a:pt x="1057074" y="5736249"/>
                  <a:pt x="1057074" y="5736249"/>
                </a:cubicBezTo>
                <a:cubicBezTo>
                  <a:pt x="812932" y="5727415"/>
                  <a:pt x="449110" y="5706185"/>
                  <a:pt x="282371" y="5648007"/>
                </a:cubicBezTo>
                <a:cubicBezTo>
                  <a:pt x="4469" y="5551044"/>
                  <a:pt x="0" y="5377765"/>
                  <a:pt x="0" y="4376960"/>
                </a:cubicBezTo>
                <a:lnTo>
                  <a:pt x="0" y="4376913"/>
                </a:lnTo>
                <a:cubicBezTo>
                  <a:pt x="8536" y="491230"/>
                  <a:pt x="0" y="345608"/>
                  <a:pt x="77597" y="223930"/>
                </a:cubicBezTo>
                <a:cubicBezTo>
                  <a:pt x="217372" y="4759"/>
                  <a:pt x="519255" y="4073"/>
                  <a:pt x="937909" y="4073"/>
                </a:cubicBezTo>
                <a:cubicBezTo>
                  <a:pt x="937909" y="4073"/>
                  <a:pt x="2039222" y="15681"/>
                  <a:pt x="4699719" y="7673"/>
                </a:cubicBezTo>
                <a:cubicBezTo>
                  <a:pt x="6470043" y="0"/>
                  <a:pt x="7186776" y="6979"/>
                  <a:pt x="7186776" y="6979"/>
                </a:cubicBezTo>
                <a:cubicBezTo>
                  <a:pt x="7555084" y="14458"/>
                  <a:pt x="7693344" y="42638"/>
                  <a:pt x="7891083" y="165219"/>
                </a:cubicBezTo>
                <a:cubicBezTo>
                  <a:pt x="8042101" y="258836"/>
                  <a:pt x="8047623" y="476157"/>
                  <a:pt x="8038482" y="4376913"/>
                </a:cubicBezTo>
                <a:lnTo>
                  <a:pt x="8038482" y="4376960"/>
                </a:lnTo>
                <a:cubicBezTo>
                  <a:pt x="8038481" y="5495730"/>
                  <a:pt x="7995697" y="5644318"/>
                  <a:pt x="7419845" y="5694380"/>
                </a:cubicBezTo>
                <a:close/>
              </a:path>
            </a:pathLst>
          </a:custGeom>
          <a:solidFill>
            <a:srgbClr val="FFF3E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971" name="Google Shape;971;p4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-2317294">
            <a:off x="5396045" y="270955"/>
            <a:ext cx="1960683" cy="641678"/>
          </a:xfrm>
          <a:prstGeom prst="rect">
            <a:avLst/>
          </a:prstGeom>
          <a:noFill/>
          <a:ln>
            <a:noFill/>
          </a:ln>
        </p:spPr>
      </p:pic>
      <p:pic>
        <p:nvPicPr>
          <p:cNvPr id="972" name="Google Shape;972;p44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216397" y="-137440"/>
            <a:ext cx="1061203" cy="1061203"/>
          </a:xfrm>
          <a:prstGeom prst="rect">
            <a:avLst/>
          </a:prstGeom>
          <a:noFill/>
          <a:ln>
            <a:noFill/>
          </a:ln>
        </p:spPr>
      </p:pic>
      <p:pic>
        <p:nvPicPr>
          <p:cNvPr id="973" name="Google Shape;973;p44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 rot="-452987">
            <a:off x="879550" y="1861654"/>
            <a:ext cx="2344556" cy="2410291"/>
          </a:xfrm>
          <a:prstGeom prst="rect">
            <a:avLst/>
          </a:prstGeom>
          <a:noFill/>
          <a:ln>
            <a:noFill/>
          </a:ln>
        </p:spPr>
      </p:pic>
      <p:pic>
        <p:nvPicPr>
          <p:cNvPr id="974" name="Google Shape;974;p44" descr="A picture containing doll&#10;&#10;Description automatically generated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24775" y="1885145"/>
            <a:ext cx="2207027" cy="2207027"/>
          </a:xfrm>
          <a:prstGeom prst="rect">
            <a:avLst/>
          </a:prstGeom>
          <a:noFill/>
          <a:ln>
            <a:noFill/>
          </a:ln>
        </p:spPr>
      </p:pic>
      <p:pic>
        <p:nvPicPr>
          <p:cNvPr id="975" name="Google Shape;975;p44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 rot="-772345">
            <a:off x="537758" y="2997031"/>
            <a:ext cx="774034" cy="1630138"/>
          </a:xfrm>
          <a:prstGeom prst="rect">
            <a:avLst/>
          </a:prstGeom>
          <a:noFill/>
          <a:ln>
            <a:noFill/>
          </a:ln>
        </p:spPr>
      </p:pic>
      <p:sp>
        <p:nvSpPr>
          <p:cNvPr id="976" name="Google Shape;976;p44"/>
          <p:cNvSpPr txBox="1"/>
          <p:nvPr/>
        </p:nvSpPr>
        <p:spPr>
          <a:xfrm>
            <a:off x="3752994" y="2300849"/>
            <a:ext cx="10214370" cy="1865126"/>
          </a:xfrm>
          <a:prstGeom prst="rect">
            <a:avLst/>
          </a:prstGeom>
          <a:solidFill>
            <a:srgbClr val="E5DFEC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216249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2800"/>
              <a:buFont typeface="SimSun"/>
              <a:buNone/>
            </a:pPr>
            <a:r>
              <a:rPr lang="en-US" sz="2800" b="1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Pínɡ</a:t>
            </a:r>
            <a:r>
              <a:rPr lang="en-US" sz="2800" b="1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2800" b="1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pínɡ</a:t>
            </a:r>
            <a:r>
              <a:rPr lang="en-US" sz="2800" b="1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  </a:t>
            </a:r>
            <a:r>
              <a:rPr lang="en-US" sz="2800" b="1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Xiàkè</a:t>
            </a:r>
            <a:r>
              <a:rPr lang="en-US" sz="2800" b="1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2800" b="1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yǐhòu</a:t>
            </a:r>
            <a:r>
              <a:rPr lang="en-US" sz="2800" b="1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,    </a:t>
            </a:r>
            <a:r>
              <a:rPr lang="en-US" sz="2800" b="1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nǐ</a:t>
            </a:r>
            <a:r>
              <a:rPr lang="en-US" sz="2800" b="1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 </a:t>
            </a:r>
            <a:r>
              <a:rPr lang="en-US" sz="2800" b="1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yào</a:t>
            </a:r>
            <a:r>
              <a:rPr lang="en-US" sz="2800" b="1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2800" b="1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qù</a:t>
            </a:r>
            <a:r>
              <a:rPr lang="en-US" sz="2800" b="1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2800" b="1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nǎr</a:t>
            </a:r>
            <a:r>
              <a:rPr lang="en-US" sz="2800" b="1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?</a:t>
            </a:r>
            <a:endParaRPr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marL="0" marR="0" lvl="0" indent="0" algn="l" rtl="0">
              <a:lnSpc>
                <a:spcPct val="137613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4400"/>
              <a:buFont typeface="Calibri"/>
              <a:buNone/>
            </a:pPr>
            <a:r>
              <a:rPr lang="en-US" sz="4400" b="1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平 </a:t>
            </a:r>
            <a:r>
              <a:rPr lang="en-US" sz="4400" b="1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平：下课以后，你</a:t>
            </a:r>
            <a:r>
              <a:rPr lang="en-US" sz="4400" b="1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要 去 </a:t>
            </a:r>
            <a:r>
              <a:rPr lang="en-US" sz="4400" b="1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哪儿</a:t>
            </a:r>
            <a:r>
              <a:rPr lang="en-US" sz="4400" b="1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？</a:t>
            </a:r>
            <a:endParaRPr sz="4400" b="1" i="0" u="none" strike="noStrike" cap="none" dirty="0">
              <a:solidFill>
                <a:srgbClr val="2E2F30"/>
              </a:solidFill>
              <a:latin typeface="SimSun" panose="02010600030101010101" pitchFamily="2" charset="-122"/>
              <a:ea typeface="SimSun" panose="02010600030101010101" pitchFamily="2" charset="-122"/>
              <a:cs typeface="Calibri"/>
              <a:sym typeface="Calibri"/>
            </a:endParaRPr>
          </a:p>
        </p:txBody>
      </p:sp>
      <p:sp>
        <p:nvSpPr>
          <p:cNvPr id="977" name="Google Shape;977;p44"/>
          <p:cNvSpPr txBox="1"/>
          <p:nvPr/>
        </p:nvSpPr>
        <p:spPr>
          <a:xfrm>
            <a:off x="4348511" y="4976901"/>
            <a:ext cx="13762003" cy="1865126"/>
          </a:xfrm>
          <a:prstGeom prst="rect">
            <a:avLst/>
          </a:prstGeom>
          <a:solidFill>
            <a:srgbClr val="CCC0D9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216249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2800"/>
              <a:buFont typeface="SimSun"/>
              <a:buNone/>
            </a:pPr>
            <a:r>
              <a:rPr lang="en-US" sz="2800" b="1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Huān</a:t>
            </a:r>
            <a:r>
              <a:rPr lang="en-US" sz="2800" b="1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2800" b="1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huān</a:t>
            </a:r>
            <a:r>
              <a:rPr lang="en-US" sz="2800" b="1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 </a:t>
            </a:r>
            <a:r>
              <a:rPr lang="en-US" sz="2800" b="1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Wǒ</a:t>
            </a:r>
            <a:r>
              <a:rPr lang="en-US" sz="2800" b="1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 </a:t>
            </a:r>
            <a:r>
              <a:rPr lang="en-US" sz="2800" b="1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yào</a:t>
            </a:r>
            <a:r>
              <a:rPr lang="en-US" sz="2800" b="1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2800" b="1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qù</a:t>
            </a:r>
            <a:r>
              <a:rPr lang="en-US" sz="2800" b="1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 </a:t>
            </a:r>
            <a:r>
              <a:rPr lang="en-US" sz="2800" b="1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yóujú</a:t>
            </a:r>
            <a:r>
              <a:rPr lang="en-US" sz="2800" b="1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,</a:t>
            </a:r>
            <a:r>
              <a:rPr lang="en-US" sz="2800" b="1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shùnbiàn</a:t>
            </a:r>
            <a:r>
              <a:rPr lang="en-US" sz="2800" b="1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2800" b="1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qù</a:t>
            </a:r>
            <a:r>
              <a:rPr lang="en-US" sz="2800" b="1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2800" b="1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yínhánɡ</a:t>
            </a:r>
            <a:r>
              <a:rPr lang="en-US" sz="2800" b="1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2800" b="1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huàn</a:t>
            </a:r>
            <a:r>
              <a:rPr lang="en-US" sz="2800" b="1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2800" b="1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qián</a:t>
            </a:r>
            <a:r>
              <a:rPr lang="en-US" sz="2800" b="1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. </a:t>
            </a:r>
            <a:endParaRPr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marL="0" marR="0" lvl="0" indent="0" algn="l" rtl="0">
              <a:lnSpc>
                <a:spcPct val="137613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4400"/>
              <a:buFont typeface="Calibri"/>
              <a:buNone/>
            </a:pPr>
            <a:r>
              <a:rPr lang="en-US" sz="4400" b="1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欢 </a:t>
            </a:r>
            <a:r>
              <a:rPr lang="en-US" sz="4400" b="1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欢：我要去</a:t>
            </a:r>
            <a:r>
              <a:rPr lang="en-US" sz="4400" b="1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</a:t>
            </a:r>
            <a:r>
              <a:rPr lang="en-US" sz="4400" b="1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邮局，顺便</a:t>
            </a:r>
            <a:r>
              <a:rPr lang="en-US" sz="4400" b="1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</a:t>
            </a:r>
            <a:r>
              <a:rPr lang="en-US" sz="4400" b="1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去银行</a:t>
            </a:r>
            <a:r>
              <a:rPr lang="en-US" sz="4400" b="1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换 钱。</a:t>
            </a:r>
            <a:endParaRPr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pic>
        <p:nvPicPr>
          <p:cNvPr id="978" name="Google Shape;978;p44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 rot="469439">
            <a:off x="15316705" y="4013311"/>
            <a:ext cx="2738296" cy="2874851"/>
          </a:xfrm>
          <a:prstGeom prst="rect">
            <a:avLst/>
          </a:prstGeom>
          <a:noFill/>
          <a:ln>
            <a:noFill/>
          </a:ln>
        </p:spPr>
      </p:pic>
      <p:pic>
        <p:nvPicPr>
          <p:cNvPr id="979" name="Google Shape;979;p44" descr="A person wearing a red shirt&#10;&#10;Description automatically generated with low confidence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15493823" y="4234801"/>
            <a:ext cx="2384060" cy="2384060"/>
          </a:xfrm>
          <a:prstGeom prst="rect">
            <a:avLst/>
          </a:prstGeom>
          <a:noFill/>
          <a:ln>
            <a:noFill/>
          </a:ln>
        </p:spPr>
      </p:pic>
      <p:pic>
        <p:nvPicPr>
          <p:cNvPr id="980" name="Google Shape;980;p44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 rot="-548903">
            <a:off x="16895759" y="6004586"/>
            <a:ext cx="1362131" cy="1446278"/>
          </a:xfrm>
          <a:prstGeom prst="rect">
            <a:avLst/>
          </a:prstGeom>
          <a:noFill/>
          <a:ln>
            <a:noFill/>
          </a:ln>
        </p:spPr>
      </p:pic>
      <p:sp>
        <p:nvSpPr>
          <p:cNvPr id="981" name="Google Shape;981;p44"/>
          <p:cNvSpPr/>
          <p:nvPr/>
        </p:nvSpPr>
        <p:spPr>
          <a:xfrm>
            <a:off x="1768264" y="7541256"/>
            <a:ext cx="11157478" cy="1941860"/>
          </a:xfrm>
          <a:custGeom>
            <a:avLst/>
            <a:gdLst/>
            <a:ahLst/>
            <a:cxnLst/>
            <a:rect l="l" t="t" r="r" b="b"/>
            <a:pathLst>
              <a:path w="8047623" h="5748858" extrusionOk="0">
                <a:moveTo>
                  <a:pt x="7419845" y="5694380"/>
                </a:moveTo>
                <a:cubicBezTo>
                  <a:pt x="7419845" y="5694380"/>
                  <a:pt x="6688970" y="5748858"/>
                  <a:pt x="5633256" y="5746236"/>
                </a:cubicBezTo>
                <a:cubicBezTo>
                  <a:pt x="3101516" y="5744074"/>
                  <a:pt x="1057074" y="5736249"/>
                  <a:pt x="1057074" y="5736249"/>
                </a:cubicBezTo>
                <a:cubicBezTo>
                  <a:pt x="812932" y="5727415"/>
                  <a:pt x="449110" y="5706185"/>
                  <a:pt x="282371" y="5648007"/>
                </a:cubicBezTo>
                <a:cubicBezTo>
                  <a:pt x="4469" y="5551044"/>
                  <a:pt x="0" y="5377765"/>
                  <a:pt x="0" y="4376960"/>
                </a:cubicBezTo>
                <a:lnTo>
                  <a:pt x="0" y="4376913"/>
                </a:lnTo>
                <a:cubicBezTo>
                  <a:pt x="8536" y="491230"/>
                  <a:pt x="0" y="345608"/>
                  <a:pt x="77597" y="223930"/>
                </a:cubicBezTo>
                <a:cubicBezTo>
                  <a:pt x="217372" y="4759"/>
                  <a:pt x="519255" y="4073"/>
                  <a:pt x="937909" y="4073"/>
                </a:cubicBezTo>
                <a:cubicBezTo>
                  <a:pt x="937909" y="4073"/>
                  <a:pt x="2039222" y="15681"/>
                  <a:pt x="4699719" y="7673"/>
                </a:cubicBezTo>
                <a:cubicBezTo>
                  <a:pt x="6470043" y="0"/>
                  <a:pt x="7186776" y="6979"/>
                  <a:pt x="7186776" y="6979"/>
                </a:cubicBezTo>
                <a:cubicBezTo>
                  <a:pt x="7555084" y="14458"/>
                  <a:pt x="7693344" y="42638"/>
                  <a:pt x="7891083" y="165219"/>
                </a:cubicBezTo>
                <a:cubicBezTo>
                  <a:pt x="8042101" y="258836"/>
                  <a:pt x="8047623" y="476157"/>
                  <a:pt x="8038482" y="4376913"/>
                </a:cubicBezTo>
                <a:lnTo>
                  <a:pt x="8038482" y="4376960"/>
                </a:lnTo>
                <a:cubicBezTo>
                  <a:pt x="8038481" y="5495730"/>
                  <a:pt x="7995697" y="5644318"/>
                  <a:pt x="7419845" y="5694380"/>
                </a:cubicBezTo>
                <a:close/>
              </a:path>
            </a:pathLst>
          </a:custGeom>
          <a:solidFill>
            <a:srgbClr val="FFF3E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982" name="Google Shape;982;p44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 rot="-452987">
            <a:off x="798481" y="7319515"/>
            <a:ext cx="2344556" cy="2410291"/>
          </a:xfrm>
          <a:prstGeom prst="rect">
            <a:avLst/>
          </a:prstGeom>
          <a:noFill/>
          <a:ln>
            <a:noFill/>
          </a:ln>
        </p:spPr>
      </p:pic>
      <p:pic>
        <p:nvPicPr>
          <p:cNvPr id="983" name="Google Shape;983;p44" descr="A picture containing doll&#10;&#10;Description automatically generated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43706" y="7343006"/>
            <a:ext cx="2207027" cy="2207027"/>
          </a:xfrm>
          <a:prstGeom prst="rect">
            <a:avLst/>
          </a:prstGeom>
          <a:noFill/>
          <a:ln>
            <a:noFill/>
          </a:ln>
        </p:spPr>
      </p:pic>
      <p:pic>
        <p:nvPicPr>
          <p:cNvPr id="984" name="Google Shape;984;p44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 rot="-772345">
            <a:off x="456689" y="8454892"/>
            <a:ext cx="774034" cy="1630138"/>
          </a:xfrm>
          <a:prstGeom prst="rect">
            <a:avLst/>
          </a:prstGeom>
          <a:noFill/>
          <a:ln>
            <a:noFill/>
          </a:ln>
        </p:spPr>
      </p:pic>
      <p:sp>
        <p:nvSpPr>
          <p:cNvPr id="985" name="Google Shape;985;p44"/>
          <p:cNvSpPr txBox="1"/>
          <p:nvPr/>
        </p:nvSpPr>
        <p:spPr>
          <a:xfrm>
            <a:off x="3671925" y="7758710"/>
            <a:ext cx="10976060" cy="1529073"/>
          </a:xfrm>
          <a:prstGeom prst="rect">
            <a:avLst/>
          </a:prstGeom>
          <a:solidFill>
            <a:srgbClr val="E5DFEC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7613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2800"/>
              <a:buFont typeface="SimSun"/>
              <a:buNone/>
            </a:pPr>
            <a:r>
              <a:rPr lang="en-US" sz="2800" b="1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Pínɡ</a:t>
            </a:r>
            <a:r>
              <a:rPr lang="en-US" sz="2800" b="1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2800" b="1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pínɡ</a:t>
            </a:r>
            <a:r>
              <a:rPr lang="en-US" sz="2800" b="1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 </a:t>
            </a:r>
            <a:r>
              <a:rPr lang="en-US" sz="2800" b="1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Nǐ</a:t>
            </a:r>
            <a:r>
              <a:rPr lang="en-US" sz="2800" b="1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2800" b="1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yào</a:t>
            </a:r>
            <a:r>
              <a:rPr lang="en-US" sz="2800" b="1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2800" b="1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zuò</a:t>
            </a:r>
            <a:r>
              <a:rPr lang="en-US" sz="2800" b="1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2800" b="1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chē</a:t>
            </a:r>
            <a:r>
              <a:rPr lang="en-US" sz="2800" b="1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2800" b="1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qù</a:t>
            </a:r>
            <a:r>
              <a:rPr lang="en-US" sz="2800" b="1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 </a:t>
            </a:r>
            <a:r>
              <a:rPr lang="en-US" sz="2800" b="1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háishì</a:t>
            </a:r>
            <a:r>
              <a:rPr lang="en-US" sz="2800" b="1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2800" b="1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qí</a:t>
            </a:r>
            <a:r>
              <a:rPr lang="en-US" sz="2800" b="1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2800" b="1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chē</a:t>
            </a:r>
            <a:r>
              <a:rPr lang="en-US" sz="2800" b="1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 </a:t>
            </a:r>
            <a:r>
              <a:rPr lang="en-US" sz="2800" b="1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qù</a:t>
            </a:r>
            <a:r>
              <a:rPr lang="en-US" sz="2800" b="1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?</a:t>
            </a:r>
          </a:p>
          <a:p>
            <a:pPr marL="0" marR="0" lvl="0" indent="0" algn="l" rtl="0">
              <a:lnSpc>
                <a:spcPct val="137613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2800"/>
              <a:buFont typeface="SimSun"/>
              <a:buNone/>
            </a:pPr>
            <a:r>
              <a:rPr lang="en-US" sz="4400" b="1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平平：你</a:t>
            </a:r>
            <a:r>
              <a:rPr lang="en-US" sz="4400" b="1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</a:t>
            </a:r>
            <a:r>
              <a:rPr lang="en-US" sz="4400" b="1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要坐车</a:t>
            </a:r>
            <a:r>
              <a:rPr lang="en-US" sz="4400" b="1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去 </a:t>
            </a:r>
            <a:r>
              <a:rPr lang="en-US" sz="4400" b="1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还是骑</a:t>
            </a:r>
            <a:r>
              <a:rPr lang="en-US" sz="4400" b="1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车 去？</a:t>
            </a:r>
            <a:endParaRPr sz="4400" b="1" i="0" u="none" strike="noStrike" cap="none" dirty="0">
              <a:solidFill>
                <a:srgbClr val="2E2F30"/>
              </a:solidFill>
              <a:latin typeface="SimSun" panose="02010600030101010101" pitchFamily="2" charset="-122"/>
              <a:ea typeface="SimSun" panose="02010600030101010101" pitchFamily="2" charset="-122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ADBCD"/>
        </a:solidFill>
        <a:effectLst/>
      </p:bgPr>
    </p:bg>
    <p:spTree>
      <p:nvGrpSpPr>
        <p:cNvPr id="1" name="Shape 9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0" name="Google Shape;990;p45"/>
          <p:cNvPicPr preferRelativeResize="0"/>
          <p:nvPr/>
        </p:nvPicPr>
        <p:blipFill rotWithShape="1">
          <a:blip r:embed="rId3">
            <a:alphaModFix amt="19999"/>
          </a:blip>
          <a:srcRect b="43786"/>
          <a:stretch/>
        </p:blipFill>
        <p:spPr>
          <a:xfrm>
            <a:off x="0" y="407387"/>
            <a:ext cx="18288000" cy="10280393"/>
          </a:xfrm>
          <a:prstGeom prst="rect">
            <a:avLst/>
          </a:prstGeom>
          <a:noFill/>
          <a:ln>
            <a:noFill/>
          </a:ln>
        </p:spPr>
      </p:pic>
      <p:pic>
        <p:nvPicPr>
          <p:cNvPr id="991" name="Google Shape;991;p4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3069688" y="273195"/>
            <a:ext cx="5029200" cy="1514132"/>
          </a:xfrm>
          <a:prstGeom prst="rect">
            <a:avLst/>
          </a:prstGeom>
          <a:noFill/>
          <a:ln>
            <a:noFill/>
          </a:ln>
        </p:spPr>
      </p:pic>
      <p:sp>
        <p:nvSpPr>
          <p:cNvPr id="992" name="Google Shape;992;p45"/>
          <p:cNvSpPr txBox="1"/>
          <p:nvPr/>
        </p:nvSpPr>
        <p:spPr>
          <a:xfrm>
            <a:off x="13069688" y="478425"/>
            <a:ext cx="5029200" cy="1058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lang="en-US" sz="60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会话（二）</a:t>
            </a:r>
            <a:endParaRPr/>
          </a:p>
        </p:txBody>
      </p:sp>
      <p:sp>
        <p:nvSpPr>
          <p:cNvPr id="993" name="Google Shape;993;p45"/>
          <p:cNvSpPr/>
          <p:nvPr/>
        </p:nvSpPr>
        <p:spPr>
          <a:xfrm>
            <a:off x="1849333" y="2083395"/>
            <a:ext cx="12333662" cy="1941860"/>
          </a:xfrm>
          <a:custGeom>
            <a:avLst/>
            <a:gdLst/>
            <a:ahLst/>
            <a:cxnLst/>
            <a:rect l="l" t="t" r="r" b="b"/>
            <a:pathLst>
              <a:path w="8047623" h="5748858" extrusionOk="0">
                <a:moveTo>
                  <a:pt x="7419845" y="5694380"/>
                </a:moveTo>
                <a:cubicBezTo>
                  <a:pt x="7419845" y="5694380"/>
                  <a:pt x="6688970" y="5748858"/>
                  <a:pt x="5633256" y="5746236"/>
                </a:cubicBezTo>
                <a:cubicBezTo>
                  <a:pt x="3101516" y="5744074"/>
                  <a:pt x="1057074" y="5736249"/>
                  <a:pt x="1057074" y="5736249"/>
                </a:cubicBezTo>
                <a:cubicBezTo>
                  <a:pt x="812932" y="5727415"/>
                  <a:pt x="449110" y="5706185"/>
                  <a:pt x="282371" y="5648007"/>
                </a:cubicBezTo>
                <a:cubicBezTo>
                  <a:pt x="4469" y="5551044"/>
                  <a:pt x="0" y="5377765"/>
                  <a:pt x="0" y="4376960"/>
                </a:cubicBezTo>
                <a:lnTo>
                  <a:pt x="0" y="4376913"/>
                </a:lnTo>
                <a:cubicBezTo>
                  <a:pt x="8536" y="491230"/>
                  <a:pt x="0" y="345608"/>
                  <a:pt x="77597" y="223930"/>
                </a:cubicBezTo>
                <a:cubicBezTo>
                  <a:pt x="217372" y="4759"/>
                  <a:pt x="519255" y="4073"/>
                  <a:pt x="937909" y="4073"/>
                </a:cubicBezTo>
                <a:cubicBezTo>
                  <a:pt x="937909" y="4073"/>
                  <a:pt x="2039222" y="15681"/>
                  <a:pt x="4699719" y="7673"/>
                </a:cubicBezTo>
                <a:cubicBezTo>
                  <a:pt x="6470043" y="0"/>
                  <a:pt x="7186776" y="6979"/>
                  <a:pt x="7186776" y="6979"/>
                </a:cubicBezTo>
                <a:cubicBezTo>
                  <a:pt x="7555084" y="14458"/>
                  <a:pt x="7693344" y="42638"/>
                  <a:pt x="7891083" y="165219"/>
                </a:cubicBezTo>
                <a:cubicBezTo>
                  <a:pt x="8042101" y="258836"/>
                  <a:pt x="8047623" y="476157"/>
                  <a:pt x="8038482" y="4376913"/>
                </a:cubicBezTo>
                <a:lnTo>
                  <a:pt x="8038482" y="4376960"/>
                </a:lnTo>
                <a:cubicBezTo>
                  <a:pt x="8038481" y="5495730"/>
                  <a:pt x="7995697" y="5644318"/>
                  <a:pt x="7419845" y="5694380"/>
                </a:cubicBezTo>
                <a:close/>
              </a:path>
            </a:pathLst>
          </a:custGeom>
          <a:solidFill>
            <a:srgbClr val="FFF3E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4" name="Google Shape;994;p45"/>
          <p:cNvSpPr/>
          <p:nvPr/>
        </p:nvSpPr>
        <p:spPr>
          <a:xfrm>
            <a:off x="2723161" y="4393617"/>
            <a:ext cx="8561238" cy="1977992"/>
          </a:xfrm>
          <a:custGeom>
            <a:avLst/>
            <a:gdLst/>
            <a:ahLst/>
            <a:cxnLst/>
            <a:rect l="l" t="t" r="r" b="b"/>
            <a:pathLst>
              <a:path w="8047623" h="5748858" extrusionOk="0">
                <a:moveTo>
                  <a:pt x="7419845" y="5694380"/>
                </a:moveTo>
                <a:cubicBezTo>
                  <a:pt x="7419845" y="5694380"/>
                  <a:pt x="6688970" y="5748858"/>
                  <a:pt x="5633256" y="5746236"/>
                </a:cubicBezTo>
                <a:cubicBezTo>
                  <a:pt x="3101516" y="5744074"/>
                  <a:pt x="1057074" y="5736249"/>
                  <a:pt x="1057074" y="5736249"/>
                </a:cubicBezTo>
                <a:cubicBezTo>
                  <a:pt x="812932" y="5727415"/>
                  <a:pt x="449110" y="5706185"/>
                  <a:pt x="282371" y="5648007"/>
                </a:cubicBezTo>
                <a:cubicBezTo>
                  <a:pt x="4469" y="5551044"/>
                  <a:pt x="0" y="5377765"/>
                  <a:pt x="0" y="4376960"/>
                </a:cubicBezTo>
                <a:lnTo>
                  <a:pt x="0" y="4376913"/>
                </a:lnTo>
                <a:cubicBezTo>
                  <a:pt x="8536" y="491230"/>
                  <a:pt x="0" y="345608"/>
                  <a:pt x="77597" y="223930"/>
                </a:cubicBezTo>
                <a:cubicBezTo>
                  <a:pt x="217372" y="4759"/>
                  <a:pt x="519255" y="4073"/>
                  <a:pt x="937909" y="4073"/>
                </a:cubicBezTo>
                <a:cubicBezTo>
                  <a:pt x="937909" y="4073"/>
                  <a:pt x="2039222" y="15681"/>
                  <a:pt x="4699719" y="7673"/>
                </a:cubicBezTo>
                <a:cubicBezTo>
                  <a:pt x="6470043" y="0"/>
                  <a:pt x="7186776" y="6979"/>
                  <a:pt x="7186776" y="6979"/>
                </a:cubicBezTo>
                <a:cubicBezTo>
                  <a:pt x="7555084" y="14458"/>
                  <a:pt x="7693344" y="42638"/>
                  <a:pt x="7891083" y="165219"/>
                </a:cubicBezTo>
                <a:cubicBezTo>
                  <a:pt x="8042101" y="258836"/>
                  <a:pt x="8047623" y="476157"/>
                  <a:pt x="8038482" y="4376913"/>
                </a:cubicBezTo>
                <a:lnTo>
                  <a:pt x="8038482" y="4376960"/>
                </a:lnTo>
                <a:cubicBezTo>
                  <a:pt x="8038481" y="5495730"/>
                  <a:pt x="7995697" y="5644318"/>
                  <a:pt x="7419845" y="5694380"/>
                </a:cubicBezTo>
                <a:close/>
              </a:path>
            </a:pathLst>
          </a:custGeom>
          <a:solidFill>
            <a:srgbClr val="FFF3E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995" name="Google Shape;995;p4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-2317294">
            <a:off x="12711245" y="360219"/>
            <a:ext cx="1960683" cy="641678"/>
          </a:xfrm>
          <a:prstGeom prst="rect">
            <a:avLst/>
          </a:prstGeom>
          <a:noFill/>
          <a:ln>
            <a:noFill/>
          </a:ln>
        </p:spPr>
      </p:pic>
      <p:pic>
        <p:nvPicPr>
          <p:cNvPr id="996" name="Google Shape;996;p45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7037685" y="-53434"/>
            <a:ext cx="1061203" cy="1061203"/>
          </a:xfrm>
          <a:prstGeom prst="rect">
            <a:avLst/>
          </a:prstGeom>
          <a:noFill/>
          <a:ln>
            <a:noFill/>
          </a:ln>
        </p:spPr>
      </p:pic>
      <p:sp>
        <p:nvSpPr>
          <p:cNvPr id="997" name="Google Shape;997;p45"/>
          <p:cNvSpPr txBox="1"/>
          <p:nvPr/>
        </p:nvSpPr>
        <p:spPr>
          <a:xfrm>
            <a:off x="3388112" y="2277794"/>
            <a:ext cx="12703296" cy="1865126"/>
          </a:xfrm>
          <a:prstGeom prst="rect">
            <a:avLst/>
          </a:prstGeom>
          <a:solidFill>
            <a:srgbClr val="CCC0D9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216249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2800"/>
              <a:buFont typeface="SimSun"/>
              <a:buNone/>
            </a:pPr>
            <a:r>
              <a:rPr lang="en-US" sz="2800" b="1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Huān</a:t>
            </a:r>
            <a:r>
              <a:rPr lang="en-US" sz="2800" b="1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2800" b="1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huān</a:t>
            </a:r>
            <a:r>
              <a:rPr lang="en-US" sz="2800" b="1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 </a:t>
            </a:r>
            <a:r>
              <a:rPr lang="en-US" sz="2800" b="1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Wǒ</a:t>
            </a:r>
            <a:r>
              <a:rPr lang="en-US" sz="2800" b="1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 </a:t>
            </a:r>
            <a:r>
              <a:rPr lang="en-US" sz="2800" b="1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zuò</a:t>
            </a:r>
            <a:r>
              <a:rPr lang="en-US" sz="2800" b="1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2800" b="1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chē</a:t>
            </a:r>
            <a:r>
              <a:rPr lang="en-US" sz="2800" b="1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2800" b="1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qù</a:t>
            </a:r>
            <a:r>
              <a:rPr lang="en-US" sz="2800" b="1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.   </a:t>
            </a:r>
            <a:r>
              <a:rPr lang="en-US" sz="2800" b="1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Nǐ</a:t>
            </a:r>
            <a:r>
              <a:rPr lang="en-US" sz="2800" b="1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2800" b="1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péi</a:t>
            </a:r>
            <a:r>
              <a:rPr lang="en-US" sz="2800" b="1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 </a:t>
            </a:r>
            <a:r>
              <a:rPr lang="en-US" sz="2800" b="1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wǒ</a:t>
            </a:r>
            <a:r>
              <a:rPr lang="en-US" sz="2800" b="1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  </a:t>
            </a:r>
            <a:r>
              <a:rPr lang="en-US" sz="2800" b="1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yìqǐ</a:t>
            </a:r>
            <a:r>
              <a:rPr lang="en-US" sz="2800" b="1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2800" b="1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qù</a:t>
            </a:r>
            <a:r>
              <a:rPr lang="en-US" sz="2800" b="1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 </a:t>
            </a:r>
            <a:r>
              <a:rPr lang="en-US" sz="2800" b="1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bɑ</a:t>
            </a:r>
            <a:r>
              <a:rPr lang="en-US" sz="2800" b="1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. </a:t>
            </a:r>
            <a:endParaRPr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marL="0" marR="0" lvl="0" indent="0" algn="l" rtl="0">
              <a:lnSpc>
                <a:spcPct val="137613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4400"/>
              <a:buFont typeface="Calibri"/>
              <a:buNone/>
            </a:pPr>
            <a:r>
              <a:rPr lang="en-US" sz="4400" b="1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欢欢：我</a:t>
            </a:r>
            <a:r>
              <a:rPr lang="en-US" sz="4400" b="1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坐 车 </a:t>
            </a:r>
            <a:r>
              <a:rPr lang="en-US" sz="4400" b="1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去。你陪我</a:t>
            </a:r>
            <a:r>
              <a:rPr lang="en-US" sz="4400" b="1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</a:t>
            </a:r>
            <a:r>
              <a:rPr lang="en-US" sz="4400" b="1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一起去吧</a:t>
            </a:r>
            <a:r>
              <a:rPr lang="en-US" sz="4400" b="1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。</a:t>
            </a:r>
            <a:endParaRPr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998" name="Google Shape;998;p45"/>
          <p:cNvSpPr/>
          <p:nvPr/>
        </p:nvSpPr>
        <p:spPr>
          <a:xfrm>
            <a:off x="7010400" y="7541256"/>
            <a:ext cx="7626056" cy="1941860"/>
          </a:xfrm>
          <a:custGeom>
            <a:avLst/>
            <a:gdLst/>
            <a:ahLst/>
            <a:cxnLst/>
            <a:rect l="l" t="t" r="r" b="b"/>
            <a:pathLst>
              <a:path w="8047623" h="5748858" extrusionOk="0">
                <a:moveTo>
                  <a:pt x="7419845" y="5694380"/>
                </a:moveTo>
                <a:cubicBezTo>
                  <a:pt x="7419845" y="5694380"/>
                  <a:pt x="6688970" y="5748858"/>
                  <a:pt x="5633256" y="5746236"/>
                </a:cubicBezTo>
                <a:cubicBezTo>
                  <a:pt x="3101516" y="5744074"/>
                  <a:pt x="1057074" y="5736249"/>
                  <a:pt x="1057074" y="5736249"/>
                </a:cubicBezTo>
                <a:cubicBezTo>
                  <a:pt x="812932" y="5727415"/>
                  <a:pt x="449110" y="5706185"/>
                  <a:pt x="282371" y="5648007"/>
                </a:cubicBezTo>
                <a:cubicBezTo>
                  <a:pt x="4469" y="5551044"/>
                  <a:pt x="0" y="5377765"/>
                  <a:pt x="0" y="4376960"/>
                </a:cubicBezTo>
                <a:lnTo>
                  <a:pt x="0" y="4376913"/>
                </a:lnTo>
                <a:cubicBezTo>
                  <a:pt x="8536" y="491230"/>
                  <a:pt x="0" y="345608"/>
                  <a:pt x="77597" y="223930"/>
                </a:cubicBezTo>
                <a:cubicBezTo>
                  <a:pt x="217372" y="4759"/>
                  <a:pt x="519255" y="4073"/>
                  <a:pt x="937909" y="4073"/>
                </a:cubicBezTo>
                <a:cubicBezTo>
                  <a:pt x="937909" y="4073"/>
                  <a:pt x="2039222" y="15681"/>
                  <a:pt x="4699719" y="7673"/>
                </a:cubicBezTo>
                <a:cubicBezTo>
                  <a:pt x="6470043" y="0"/>
                  <a:pt x="7186776" y="6979"/>
                  <a:pt x="7186776" y="6979"/>
                </a:cubicBezTo>
                <a:cubicBezTo>
                  <a:pt x="7555084" y="14458"/>
                  <a:pt x="7693344" y="42638"/>
                  <a:pt x="7891083" y="165219"/>
                </a:cubicBezTo>
                <a:cubicBezTo>
                  <a:pt x="8042101" y="258836"/>
                  <a:pt x="8047623" y="476157"/>
                  <a:pt x="8038482" y="4376913"/>
                </a:cubicBezTo>
                <a:lnTo>
                  <a:pt x="8038482" y="4376960"/>
                </a:lnTo>
                <a:cubicBezTo>
                  <a:pt x="8038481" y="5495730"/>
                  <a:pt x="7995697" y="5644318"/>
                  <a:pt x="7419845" y="5694380"/>
                </a:cubicBezTo>
                <a:close/>
              </a:path>
            </a:pathLst>
          </a:custGeom>
          <a:solidFill>
            <a:srgbClr val="FFF3E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9" name="Google Shape;999;p45"/>
          <p:cNvSpPr txBox="1"/>
          <p:nvPr/>
        </p:nvSpPr>
        <p:spPr>
          <a:xfrm>
            <a:off x="6842767" y="7535804"/>
            <a:ext cx="8068959" cy="1865126"/>
          </a:xfrm>
          <a:prstGeom prst="rect">
            <a:avLst/>
          </a:prstGeom>
          <a:solidFill>
            <a:srgbClr val="E5DFEC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216249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2800"/>
              <a:buFont typeface="SimSun"/>
              <a:buNone/>
            </a:pPr>
            <a:r>
              <a:rPr lang="en-US" sz="2800" b="1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Fúwùyuán</a:t>
            </a:r>
            <a:r>
              <a:rPr lang="en-US" sz="2800" b="1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  </a:t>
            </a:r>
            <a:r>
              <a:rPr lang="en-US" sz="2800" b="1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Nín</a:t>
            </a:r>
            <a:r>
              <a:rPr lang="en-US" sz="2800" b="1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2800" b="1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yào</a:t>
            </a:r>
            <a:r>
              <a:rPr lang="en-US" sz="2800" b="1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2800" b="1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huàn</a:t>
            </a:r>
            <a:r>
              <a:rPr lang="en-US" sz="2800" b="1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2800" b="1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shénme</a:t>
            </a:r>
            <a:r>
              <a:rPr lang="en-US" sz="2800" b="1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2800" b="1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qián</a:t>
            </a:r>
            <a:r>
              <a:rPr lang="en-US" sz="2800" b="1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?</a:t>
            </a:r>
            <a:endParaRPr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marL="0" marR="0" lvl="0" indent="0" algn="l" rtl="0">
              <a:lnSpc>
                <a:spcPct val="137613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4400"/>
              <a:buFont typeface="Calibri"/>
              <a:buNone/>
            </a:pPr>
            <a:r>
              <a:rPr lang="en-US" sz="4400" b="1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服务员:您要</a:t>
            </a:r>
            <a:r>
              <a:rPr lang="en-US" sz="4400" b="1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换  </a:t>
            </a:r>
            <a:r>
              <a:rPr lang="en-US" sz="4400" b="1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什么</a:t>
            </a:r>
            <a:r>
              <a:rPr lang="en-US" sz="4400" b="1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钱？</a:t>
            </a:r>
            <a:endParaRPr sz="4400" b="1" i="0" u="none" strike="noStrike" cap="none" dirty="0">
              <a:solidFill>
                <a:srgbClr val="2E2F30"/>
              </a:solidFill>
              <a:latin typeface="SimSun" panose="02010600030101010101" pitchFamily="2" charset="-122"/>
              <a:ea typeface="SimSun" panose="02010600030101010101" pitchFamily="2" charset="-122"/>
              <a:cs typeface="Calibri"/>
              <a:sym typeface="Calibri"/>
            </a:endParaRPr>
          </a:p>
        </p:txBody>
      </p:sp>
      <p:pic>
        <p:nvPicPr>
          <p:cNvPr id="1000" name="Google Shape;1000;p45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 rot="469439">
            <a:off x="473184" y="1170717"/>
            <a:ext cx="2738296" cy="28748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1" name="Google Shape;1001;p45" descr="A person wearing a red shirt&#10;&#10;Description automatically generated with low confidence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12412" y="1360132"/>
            <a:ext cx="2384060" cy="23840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2" name="Google Shape;1002;p45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 rot="-548903">
            <a:off x="2014723" y="2996858"/>
            <a:ext cx="1362131" cy="1446278"/>
          </a:xfrm>
          <a:prstGeom prst="rect">
            <a:avLst/>
          </a:prstGeom>
          <a:noFill/>
          <a:ln>
            <a:noFill/>
          </a:ln>
        </p:spPr>
      </p:pic>
      <p:sp>
        <p:nvSpPr>
          <p:cNvPr id="1003" name="Google Shape;1003;p45"/>
          <p:cNvSpPr txBox="1"/>
          <p:nvPr/>
        </p:nvSpPr>
        <p:spPr>
          <a:xfrm>
            <a:off x="3444558" y="4629137"/>
            <a:ext cx="8103402" cy="1865126"/>
          </a:xfrm>
          <a:prstGeom prst="rect">
            <a:avLst/>
          </a:prstGeom>
          <a:solidFill>
            <a:srgbClr val="CCC0D9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216249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2800"/>
              <a:buFont typeface="SimSun"/>
              <a:buNone/>
            </a:pPr>
            <a:r>
              <a:rPr lang="en-US" sz="2800" b="1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Huān</a:t>
            </a:r>
            <a:r>
              <a:rPr lang="en-US" sz="2800" b="1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2800" b="1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huān</a:t>
            </a:r>
            <a:r>
              <a:rPr lang="en-US" sz="2800" b="1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 </a:t>
            </a:r>
            <a:r>
              <a:rPr lang="en-US" sz="2800" b="1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Nǐhǎo</a:t>
            </a:r>
            <a:r>
              <a:rPr lang="en-US" sz="2800" b="1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!   </a:t>
            </a:r>
            <a:r>
              <a:rPr lang="en-US" sz="2800" b="1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wǒ</a:t>
            </a:r>
            <a:r>
              <a:rPr lang="en-US" sz="2800" b="1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2800" b="1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yào</a:t>
            </a:r>
            <a:r>
              <a:rPr lang="en-US" sz="2800" b="1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2800" b="1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huàn</a:t>
            </a:r>
            <a:r>
              <a:rPr lang="en-US" sz="2800" b="1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2800" b="1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qián</a:t>
            </a:r>
            <a:r>
              <a:rPr lang="en-US" sz="2800" b="1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. </a:t>
            </a:r>
            <a:endParaRPr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marL="0" marR="0" lvl="0" indent="0" algn="l" rtl="0">
              <a:lnSpc>
                <a:spcPct val="137613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4400"/>
              <a:buFont typeface="Calibri"/>
              <a:buNone/>
            </a:pPr>
            <a:r>
              <a:rPr lang="en-US" sz="4400" b="1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欢欢：你好</a:t>
            </a:r>
            <a:r>
              <a:rPr lang="en-US" sz="4400" b="1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！ </a:t>
            </a:r>
            <a:r>
              <a:rPr lang="en-US" sz="4400" b="1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我要换</a:t>
            </a:r>
            <a:r>
              <a:rPr lang="en-US" sz="4400" b="1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钱。</a:t>
            </a:r>
            <a:endParaRPr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pic>
        <p:nvPicPr>
          <p:cNvPr id="1004" name="Google Shape;1004;p45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 rot="-485786">
            <a:off x="13833918" y="7053701"/>
            <a:ext cx="2980100" cy="244850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5" name="Google Shape;1005;p45" descr="A person in a suit&#10;&#10;Description automatically generated with medium confidence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14118804" y="6856044"/>
            <a:ext cx="2627071" cy="262707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6" name="Google Shape;1006;p45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 rot="-404314">
            <a:off x="16098939" y="8330860"/>
            <a:ext cx="1353129" cy="11853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ADBCD"/>
        </a:solidFill>
        <a:effectLst/>
      </p:bgPr>
    </p:bg>
    <p:spTree>
      <p:nvGrpSpPr>
        <p:cNvPr id="1" name="Shape 10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2" name="Google Shape;1012;p46"/>
          <p:cNvPicPr preferRelativeResize="0"/>
          <p:nvPr/>
        </p:nvPicPr>
        <p:blipFill rotWithShape="1">
          <a:blip r:embed="rId3">
            <a:alphaModFix amt="19999"/>
          </a:blip>
          <a:srcRect b="43786"/>
          <a:stretch/>
        </p:blipFill>
        <p:spPr>
          <a:xfrm>
            <a:off x="0" y="336025"/>
            <a:ext cx="18288000" cy="1028039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3" name="Google Shape;1013;p4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3069688" y="273195"/>
            <a:ext cx="5029200" cy="1514132"/>
          </a:xfrm>
          <a:prstGeom prst="rect">
            <a:avLst/>
          </a:prstGeom>
          <a:noFill/>
          <a:ln>
            <a:noFill/>
          </a:ln>
        </p:spPr>
      </p:pic>
      <p:sp>
        <p:nvSpPr>
          <p:cNvPr id="1014" name="Google Shape;1014;p46"/>
          <p:cNvSpPr txBox="1"/>
          <p:nvPr/>
        </p:nvSpPr>
        <p:spPr>
          <a:xfrm>
            <a:off x="13069688" y="478425"/>
            <a:ext cx="5029200" cy="1058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lang="en-US" sz="60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会话（二）</a:t>
            </a:r>
            <a:endParaRPr/>
          </a:p>
        </p:txBody>
      </p:sp>
      <p:sp>
        <p:nvSpPr>
          <p:cNvPr id="1015" name="Google Shape;1015;p46"/>
          <p:cNvSpPr/>
          <p:nvPr/>
        </p:nvSpPr>
        <p:spPr>
          <a:xfrm>
            <a:off x="1849333" y="2083395"/>
            <a:ext cx="15689126" cy="1941860"/>
          </a:xfrm>
          <a:custGeom>
            <a:avLst/>
            <a:gdLst/>
            <a:ahLst/>
            <a:cxnLst/>
            <a:rect l="l" t="t" r="r" b="b"/>
            <a:pathLst>
              <a:path w="8047623" h="5748858" extrusionOk="0">
                <a:moveTo>
                  <a:pt x="7419845" y="5694380"/>
                </a:moveTo>
                <a:cubicBezTo>
                  <a:pt x="7419845" y="5694380"/>
                  <a:pt x="6688970" y="5748858"/>
                  <a:pt x="5633256" y="5746236"/>
                </a:cubicBezTo>
                <a:cubicBezTo>
                  <a:pt x="3101516" y="5744074"/>
                  <a:pt x="1057074" y="5736249"/>
                  <a:pt x="1057074" y="5736249"/>
                </a:cubicBezTo>
                <a:cubicBezTo>
                  <a:pt x="812932" y="5727415"/>
                  <a:pt x="449110" y="5706185"/>
                  <a:pt x="282371" y="5648007"/>
                </a:cubicBezTo>
                <a:cubicBezTo>
                  <a:pt x="4469" y="5551044"/>
                  <a:pt x="0" y="5377765"/>
                  <a:pt x="0" y="4376960"/>
                </a:cubicBezTo>
                <a:lnTo>
                  <a:pt x="0" y="4376913"/>
                </a:lnTo>
                <a:cubicBezTo>
                  <a:pt x="8536" y="491230"/>
                  <a:pt x="0" y="345608"/>
                  <a:pt x="77597" y="223930"/>
                </a:cubicBezTo>
                <a:cubicBezTo>
                  <a:pt x="217372" y="4759"/>
                  <a:pt x="519255" y="4073"/>
                  <a:pt x="937909" y="4073"/>
                </a:cubicBezTo>
                <a:cubicBezTo>
                  <a:pt x="937909" y="4073"/>
                  <a:pt x="2039222" y="15681"/>
                  <a:pt x="4699719" y="7673"/>
                </a:cubicBezTo>
                <a:cubicBezTo>
                  <a:pt x="6470043" y="0"/>
                  <a:pt x="7186776" y="6979"/>
                  <a:pt x="7186776" y="6979"/>
                </a:cubicBezTo>
                <a:cubicBezTo>
                  <a:pt x="7555084" y="14458"/>
                  <a:pt x="7693344" y="42638"/>
                  <a:pt x="7891083" y="165219"/>
                </a:cubicBezTo>
                <a:cubicBezTo>
                  <a:pt x="8042101" y="258836"/>
                  <a:pt x="8047623" y="476157"/>
                  <a:pt x="8038482" y="4376913"/>
                </a:cubicBezTo>
                <a:lnTo>
                  <a:pt x="8038482" y="4376960"/>
                </a:lnTo>
                <a:cubicBezTo>
                  <a:pt x="8038481" y="5495730"/>
                  <a:pt x="7995697" y="5644318"/>
                  <a:pt x="7419845" y="5694380"/>
                </a:cubicBezTo>
                <a:close/>
              </a:path>
            </a:pathLst>
          </a:custGeom>
          <a:solidFill>
            <a:srgbClr val="FFF3E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016" name="Google Shape;1016;p4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-2317294">
            <a:off x="12711245" y="360219"/>
            <a:ext cx="1960683" cy="6416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7" name="Google Shape;1017;p46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7037685" y="-53434"/>
            <a:ext cx="1061203" cy="1061203"/>
          </a:xfrm>
          <a:prstGeom prst="rect">
            <a:avLst/>
          </a:prstGeom>
          <a:noFill/>
          <a:ln>
            <a:noFill/>
          </a:ln>
        </p:spPr>
      </p:pic>
      <p:sp>
        <p:nvSpPr>
          <p:cNvPr id="1018" name="Google Shape;1018;p46"/>
          <p:cNvSpPr txBox="1"/>
          <p:nvPr/>
        </p:nvSpPr>
        <p:spPr>
          <a:xfrm>
            <a:off x="3200400" y="2277794"/>
            <a:ext cx="14205857" cy="1647246"/>
          </a:xfrm>
          <a:prstGeom prst="rect">
            <a:avLst/>
          </a:prstGeom>
          <a:solidFill>
            <a:srgbClr val="CCC0D9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216249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2800"/>
              <a:buFont typeface="SimSun"/>
              <a:buNone/>
            </a:pPr>
            <a:r>
              <a:rPr lang="en-US" sz="2400" b="1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Huān</a:t>
            </a:r>
            <a:r>
              <a:rPr lang="en-US" sz="2400" b="1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2400" b="1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huān</a:t>
            </a:r>
            <a:r>
              <a:rPr lang="en-US" sz="2400" b="1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 </a:t>
            </a:r>
            <a:r>
              <a:rPr lang="en-US" sz="2400" b="1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Wǒ</a:t>
            </a:r>
            <a:r>
              <a:rPr lang="en-US" sz="2400" b="1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 </a:t>
            </a:r>
            <a:r>
              <a:rPr lang="en-US" sz="2400" b="1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yào</a:t>
            </a:r>
            <a:r>
              <a:rPr lang="en-US" sz="2400" b="1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2400" b="1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huàn</a:t>
            </a:r>
            <a:r>
              <a:rPr lang="en-US" sz="2400" b="1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2400" b="1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rénmínbì</a:t>
            </a:r>
            <a:r>
              <a:rPr lang="en-US" sz="2400" b="1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. </a:t>
            </a:r>
            <a:r>
              <a:rPr lang="en-US" sz="2400" b="1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Jīntiān</a:t>
            </a:r>
            <a:r>
              <a:rPr lang="en-US" sz="2400" b="1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2400" b="1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yì</a:t>
            </a:r>
            <a:r>
              <a:rPr lang="en-US" sz="2400" b="1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2400" b="1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Měiyuán</a:t>
            </a:r>
            <a:r>
              <a:rPr lang="en-US" sz="2400" b="1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2400" b="1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huàn</a:t>
            </a:r>
            <a:r>
              <a:rPr lang="en-US" sz="2400" b="1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2400" b="1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duōshǎo</a:t>
            </a:r>
            <a:r>
              <a:rPr lang="en-US" sz="2400" b="1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2400" b="1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Rénmínbì</a:t>
            </a:r>
            <a:r>
              <a:rPr lang="en-US" sz="2400" b="1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？  </a:t>
            </a:r>
            <a:endParaRPr sz="1200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marL="0" marR="0" lvl="0" indent="0" algn="l" rtl="0">
              <a:lnSpc>
                <a:spcPct val="137613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4400"/>
              <a:buFont typeface="Calibri"/>
              <a:buNone/>
            </a:pPr>
            <a:r>
              <a:rPr lang="en-US" sz="4000" b="1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欢欢：我</a:t>
            </a:r>
            <a:r>
              <a:rPr lang="en-US" sz="4000" b="1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</a:t>
            </a:r>
            <a:r>
              <a:rPr lang="en-US" sz="4000" b="1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要换人民币。今天一美元</a:t>
            </a:r>
            <a:r>
              <a:rPr lang="en-US" sz="4000" b="1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</a:t>
            </a:r>
            <a:r>
              <a:rPr lang="en-US" sz="4000" b="1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换多少</a:t>
            </a:r>
            <a:r>
              <a:rPr lang="en-US" sz="4000" b="1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</a:t>
            </a:r>
            <a:r>
              <a:rPr lang="en-US" sz="4000" b="1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人民币</a:t>
            </a:r>
            <a:r>
              <a:rPr lang="en-US" sz="4000" b="1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？</a:t>
            </a:r>
            <a:endParaRPr sz="120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1019" name="Google Shape;1019;p46"/>
          <p:cNvSpPr/>
          <p:nvPr/>
        </p:nvSpPr>
        <p:spPr>
          <a:xfrm>
            <a:off x="3394412" y="4761912"/>
            <a:ext cx="12104812" cy="1941860"/>
          </a:xfrm>
          <a:custGeom>
            <a:avLst/>
            <a:gdLst/>
            <a:ahLst/>
            <a:cxnLst/>
            <a:rect l="l" t="t" r="r" b="b"/>
            <a:pathLst>
              <a:path w="8047623" h="5748858" extrusionOk="0">
                <a:moveTo>
                  <a:pt x="7419845" y="5694380"/>
                </a:moveTo>
                <a:cubicBezTo>
                  <a:pt x="7419845" y="5694380"/>
                  <a:pt x="6688970" y="5748858"/>
                  <a:pt x="5633256" y="5746236"/>
                </a:cubicBezTo>
                <a:cubicBezTo>
                  <a:pt x="3101516" y="5744074"/>
                  <a:pt x="1057074" y="5736249"/>
                  <a:pt x="1057074" y="5736249"/>
                </a:cubicBezTo>
                <a:cubicBezTo>
                  <a:pt x="812932" y="5727415"/>
                  <a:pt x="449110" y="5706185"/>
                  <a:pt x="282371" y="5648007"/>
                </a:cubicBezTo>
                <a:cubicBezTo>
                  <a:pt x="4469" y="5551044"/>
                  <a:pt x="0" y="5377765"/>
                  <a:pt x="0" y="4376960"/>
                </a:cubicBezTo>
                <a:lnTo>
                  <a:pt x="0" y="4376913"/>
                </a:lnTo>
                <a:cubicBezTo>
                  <a:pt x="8536" y="491230"/>
                  <a:pt x="0" y="345608"/>
                  <a:pt x="77597" y="223930"/>
                </a:cubicBezTo>
                <a:cubicBezTo>
                  <a:pt x="217372" y="4759"/>
                  <a:pt x="519255" y="4073"/>
                  <a:pt x="937909" y="4073"/>
                </a:cubicBezTo>
                <a:cubicBezTo>
                  <a:pt x="937909" y="4073"/>
                  <a:pt x="2039222" y="15681"/>
                  <a:pt x="4699719" y="7673"/>
                </a:cubicBezTo>
                <a:cubicBezTo>
                  <a:pt x="6470043" y="0"/>
                  <a:pt x="7186776" y="6979"/>
                  <a:pt x="7186776" y="6979"/>
                </a:cubicBezTo>
                <a:cubicBezTo>
                  <a:pt x="7555084" y="14458"/>
                  <a:pt x="7693344" y="42638"/>
                  <a:pt x="7891083" y="165219"/>
                </a:cubicBezTo>
                <a:cubicBezTo>
                  <a:pt x="8042101" y="258836"/>
                  <a:pt x="8047623" y="476157"/>
                  <a:pt x="8038482" y="4376913"/>
                </a:cubicBezTo>
                <a:lnTo>
                  <a:pt x="8038482" y="4376960"/>
                </a:lnTo>
                <a:cubicBezTo>
                  <a:pt x="8038481" y="5495730"/>
                  <a:pt x="7995697" y="5644318"/>
                  <a:pt x="7419845" y="5694380"/>
                </a:cubicBezTo>
                <a:close/>
              </a:path>
            </a:pathLst>
          </a:custGeom>
          <a:solidFill>
            <a:srgbClr val="FFF3E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0" name="Google Shape;1020;p46"/>
          <p:cNvSpPr txBox="1"/>
          <p:nvPr/>
        </p:nvSpPr>
        <p:spPr>
          <a:xfrm>
            <a:off x="4162781" y="4951069"/>
            <a:ext cx="10924819" cy="1444113"/>
          </a:xfrm>
          <a:prstGeom prst="rect">
            <a:avLst/>
          </a:prstGeom>
          <a:solidFill>
            <a:srgbClr val="E5DFEC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7613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2800"/>
              <a:buFont typeface="SimSun"/>
              <a:buNone/>
            </a:pPr>
            <a:r>
              <a:rPr lang="en-US" sz="2800" b="1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Fúwùyuán</a:t>
            </a:r>
            <a:r>
              <a:rPr lang="en-US" sz="2800" b="1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2800" b="1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Yì</a:t>
            </a:r>
            <a:r>
              <a:rPr lang="en-US" sz="2800" b="1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2800" b="1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Měiyuán</a:t>
            </a:r>
            <a:r>
              <a:rPr lang="en-US" sz="2800" b="1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2800" b="1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huàn</a:t>
            </a:r>
            <a:r>
              <a:rPr lang="en-US" sz="2800" b="1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2800" b="1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liù</a:t>
            </a:r>
            <a:r>
              <a:rPr lang="en-US" sz="2800" b="1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2800" b="1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kuài,Nín</a:t>
            </a:r>
            <a:r>
              <a:rPr lang="en-US" sz="2800" b="1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2800" b="1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yào</a:t>
            </a:r>
            <a:r>
              <a:rPr lang="en-US" sz="2800" b="1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2800" b="1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huàn</a:t>
            </a:r>
            <a:r>
              <a:rPr lang="en-US" sz="2800" b="1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2800" b="1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duōshǎo</a:t>
            </a:r>
            <a:r>
              <a:rPr lang="en-US" sz="2800" b="1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?</a:t>
            </a:r>
          </a:p>
          <a:p>
            <a:pPr marL="0" marR="0" lvl="0" indent="0" algn="l" rtl="0">
              <a:lnSpc>
                <a:spcPct val="137613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2800"/>
              <a:buFont typeface="SimSun"/>
              <a:buNone/>
            </a:pPr>
            <a:r>
              <a:rPr lang="en-US" sz="4000" b="1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服务员:一</a:t>
            </a:r>
            <a:r>
              <a:rPr lang="en-US" sz="4000" b="1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</a:t>
            </a:r>
            <a:r>
              <a:rPr lang="en-US" sz="4000" b="1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美元</a:t>
            </a:r>
            <a:r>
              <a:rPr lang="en-US" sz="4000" b="1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换  六 </a:t>
            </a:r>
            <a:r>
              <a:rPr lang="en-US" sz="4000" b="1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块，您</a:t>
            </a:r>
            <a:r>
              <a:rPr lang="en-US" sz="4000" b="1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要 换 </a:t>
            </a:r>
            <a:r>
              <a:rPr lang="en-US" sz="4000" b="1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多少</a:t>
            </a:r>
            <a:r>
              <a:rPr lang="en-US" sz="4000" b="1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？ </a:t>
            </a:r>
            <a:endParaRPr sz="4400" b="1" i="0" u="none" strike="noStrike" cap="none" dirty="0">
              <a:solidFill>
                <a:srgbClr val="2E2F30"/>
              </a:solidFill>
              <a:latin typeface="SimSun" panose="02010600030101010101" pitchFamily="2" charset="-122"/>
              <a:ea typeface="SimSun" panose="02010600030101010101" pitchFamily="2" charset="-122"/>
              <a:cs typeface="Calibri"/>
              <a:sym typeface="Calibri"/>
            </a:endParaRPr>
          </a:p>
        </p:txBody>
      </p:sp>
      <p:pic>
        <p:nvPicPr>
          <p:cNvPr id="1021" name="Google Shape;1021;p46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 rot="469439">
            <a:off x="473184" y="1170717"/>
            <a:ext cx="2738296" cy="28748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2" name="Google Shape;1022;p46" descr="A person wearing a red shirt&#10;&#10;Description automatically generated with low confidence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12412" y="1360132"/>
            <a:ext cx="2384060" cy="23840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3" name="Google Shape;1023;p46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 rot="-548903">
            <a:off x="2014723" y="2996858"/>
            <a:ext cx="1362131" cy="14462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4" name="Google Shape;1024;p46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 rot="-485786">
            <a:off x="14693129" y="4274357"/>
            <a:ext cx="2980100" cy="244850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5" name="Google Shape;1025;p46" descr="A person in a suit&#10;&#10;Description automatically generated with medium confidence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14978015" y="4076700"/>
            <a:ext cx="2627071" cy="262707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6" name="Google Shape;1026;p46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 rot="-404314">
            <a:off x="16680890" y="5551516"/>
            <a:ext cx="1353129" cy="1185335"/>
          </a:xfrm>
          <a:prstGeom prst="rect">
            <a:avLst/>
          </a:prstGeom>
          <a:noFill/>
          <a:ln>
            <a:noFill/>
          </a:ln>
        </p:spPr>
      </p:pic>
      <p:sp>
        <p:nvSpPr>
          <p:cNvPr id="1027" name="Google Shape;1027;p46"/>
          <p:cNvSpPr/>
          <p:nvPr/>
        </p:nvSpPr>
        <p:spPr>
          <a:xfrm>
            <a:off x="1892273" y="7510140"/>
            <a:ext cx="6952449" cy="1941860"/>
          </a:xfrm>
          <a:custGeom>
            <a:avLst/>
            <a:gdLst/>
            <a:ahLst/>
            <a:cxnLst/>
            <a:rect l="l" t="t" r="r" b="b"/>
            <a:pathLst>
              <a:path w="8047623" h="5748858" extrusionOk="0">
                <a:moveTo>
                  <a:pt x="7419845" y="5694380"/>
                </a:moveTo>
                <a:cubicBezTo>
                  <a:pt x="7419845" y="5694380"/>
                  <a:pt x="6688970" y="5748858"/>
                  <a:pt x="5633256" y="5746236"/>
                </a:cubicBezTo>
                <a:cubicBezTo>
                  <a:pt x="3101516" y="5744074"/>
                  <a:pt x="1057074" y="5736249"/>
                  <a:pt x="1057074" y="5736249"/>
                </a:cubicBezTo>
                <a:cubicBezTo>
                  <a:pt x="812932" y="5727415"/>
                  <a:pt x="449110" y="5706185"/>
                  <a:pt x="282371" y="5648007"/>
                </a:cubicBezTo>
                <a:cubicBezTo>
                  <a:pt x="4469" y="5551044"/>
                  <a:pt x="0" y="5377765"/>
                  <a:pt x="0" y="4376960"/>
                </a:cubicBezTo>
                <a:lnTo>
                  <a:pt x="0" y="4376913"/>
                </a:lnTo>
                <a:cubicBezTo>
                  <a:pt x="8536" y="491230"/>
                  <a:pt x="0" y="345608"/>
                  <a:pt x="77597" y="223930"/>
                </a:cubicBezTo>
                <a:cubicBezTo>
                  <a:pt x="217372" y="4759"/>
                  <a:pt x="519255" y="4073"/>
                  <a:pt x="937909" y="4073"/>
                </a:cubicBezTo>
                <a:cubicBezTo>
                  <a:pt x="937909" y="4073"/>
                  <a:pt x="2039222" y="15681"/>
                  <a:pt x="4699719" y="7673"/>
                </a:cubicBezTo>
                <a:cubicBezTo>
                  <a:pt x="6470043" y="0"/>
                  <a:pt x="7186776" y="6979"/>
                  <a:pt x="7186776" y="6979"/>
                </a:cubicBezTo>
                <a:cubicBezTo>
                  <a:pt x="7555084" y="14458"/>
                  <a:pt x="7693344" y="42638"/>
                  <a:pt x="7891083" y="165219"/>
                </a:cubicBezTo>
                <a:cubicBezTo>
                  <a:pt x="8042101" y="258836"/>
                  <a:pt x="8047623" y="476157"/>
                  <a:pt x="8038482" y="4376913"/>
                </a:cubicBezTo>
                <a:lnTo>
                  <a:pt x="8038482" y="4376960"/>
                </a:lnTo>
                <a:cubicBezTo>
                  <a:pt x="8038481" y="5495730"/>
                  <a:pt x="7995697" y="5644318"/>
                  <a:pt x="7419845" y="5694380"/>
                </a:cubicBezTo>
                <a:close/>
              </a:path>
            </a:pathLst>
          </a:custGeom>
          <a:solidFill>
            <a:srgbClr val="FFF3E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8" name="Google Shape;1028;p46"/>
          <p:cNvSpPr txBox="1"/>
          <p:nvPr/>
        </p:nvSpPr>
        <p:spPr>
          <a:xfrm>
            <a:off x="3483164" y="7683532"/>
            <a:ext cx="5660836" cy="1732205"/>
          </a:xfrm>
          <a:prstGeom prst="rect">
            <a:avLst/>
          </a:prstGeom>
          <a:solidFill>
            <a:srgbClr val="CCC0D9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216249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2800"/>
              <a:buFont typeface="SimSun"/>
              <a:buNone/>
            </a:pPr>
            <a:r>
              <a:rPr lang="en-US" sz="2400" b="1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Huān</a:t>
            </a:r>
            <a:r>
              <a:rPr lang="en-US" sz="2400" b="1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2400" b="1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huān</a:t>
            </a:r>
            <a:r>
              <a:rPr lang="en-US" sz="2400" b="1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 </a:t>
            </a:r>
            <a:r>
              <a:rPr lang="en-US" sz="2400" b="1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Wǔbǎi</a:t>
            </a:r>
            <a:r>
              <a:rPr lang="en-US" sz="2400" b="1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2400" b="1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Měiyuán</a:t>
            </a:r>
            <a:r>
              <a:rPr lang="en-US" sz="2400" b="1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. </a:t>
            </a:r>
            <a:endParaRPr sz="1200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marL="0" marR="0" lvl="0" indent="0" algn="l" rtl="0">
              <a:lnSpc>
                <a:spcPct val="137613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4400"/>
              <a:buFont typeface="Calibri"/>
              <a:buNone/>
            </a:pPr>
            <a:r>
              <a:rPr lang="en-US" sz="4000" b="1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欢</a:t>
            </a:r>
            <a:r>
              <a:rPr lang="en-US" sz="4000" b="1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 </a:t>
            </a:r>
            <a:r>
              <a:rPr lang="en-US" sz="4000" b="1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欢：五百</a:t>
            </a:r>
            <a:r>
              <a:rPr lang="en-US" sz="4000" b="1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</a:t>
            </a:r>
            <a:r>
              <a:rPr lang="en-US" sz="4000" b="1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美元</a:t>
            </a:r>
            <a:r>
              <a:rPr lang="en-US" sz="4400" b="1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。</a:t>
            </a:r>
            <a:endParaRPr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pic>
        <p:nvPicPr>
          <p:cNvPr id="1029" name="Google Shape;1029;p46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 rot="469439">
            <a:off x="516123" y="6597462"/>
            <a:ext cx="2738296" cy="28748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0" name="Google Shape;1030;p46" descr="A person wearing a red shirt&#10;&#10;Description automatically generated with low confidence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55351" y="6786877"/>
            <a:ext cx="2384060" cy="23840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1" name="Google Shape;1031;p46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 rot="-548903">
            <a:off x="2070874" y="8447798"/>
            <a:ext cx="1362131" cy="14462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ADBCD"/>
        </a:solidFill>
        <a:effectLst/>
      </p:bgPr>
    </p:bg>
    <p:spTree>
      <p:nvGrpSpPr>
        <p:cNvPr id="1" name="Shape 10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7" name="Google Shape;1037;p47"/>
          <p:cNvSpPr/>
          <p:nvPr/>
        </p:nvSpPr>
        <p:spPr>
          <a:xfrm>
            <a:off x="2981540" y="7403940"/>
            <a:ext cx="6952449" cy="1941860"/>
          </a:xfrm>
          <a:custGeom>
            <a:avLst/>
            <a:gdLst/>
            <a:ahLst/>
            <a:cxnLst/>
            <a:rect l="l" t="t" r="r" b="b"/>
            <a:pathLst>
              <a:path w="8047623" h="5748858" extrusionOk="0">
                <a:moveTo>
                  <a:pt x="7419845" y="5694380"/>
                </a:moveTo>
                <a:cubicBezTo>
                  <a:pt x="7419845" y="5694380"/>
                  <a:pt x="6688970" y="5748858"/>
                  <a:pt x="5633256" y="5746236"/>
                </a:cubicBezTo>
                <a:cubicBezTo>
                  <a:pt x="3101516" y="5744074"/>
                  <a:pt x="1057074" y="5736249"/>
                  <a:pt x="1057074" y="5736249"/>
                </a:cubicBezTo>
                <a:cubicBezTo>
                  <a:pt x="812932" y="5727415"/>
                  <a:pt x="449110" y="5706185"/>
                  <a:pt x="282371" y="5648007"/>
                </a:cubicBezTo>
                <a:cubicBezTo>
                  <a:pt x="4469" y="5551044"/>
                  <a:pt x="0" y="5377765"/>
                  <a:pt x="0" y="4376960"/>
                </a:cubicBezTo>
                <a:lnTo>
                  <a:pt x="0" y="4376913"/>
                </a:lnTo>
                <a:cubicBezTo>
                  <a:pt x="8536" y="491230"/>
                  <a:pt x="0" y="345608"/>
                  <a:pt x="77597" y="223930"/>
                </a:cubicBezTo>
                <a:cubicBezTo>
                  <a:pt x="217372" y="4759"/>
                  <a:pt x="519255" y="4073"/>
                  <a:pt x="937909" y="4073"/>
                </a:cubicBezTo>
                <a:cubicBezTo>
                  <a:pt x="937909" y="4073"/>
                  <a:pt x="2039222" y="15681"/>
                  <a:pt x="4699719" y="7673"/>
                </a:cubicBezTo>
                <a:cubicBezTo>
                  <a:pt x="6470043" y="0"/>
                  <a:pt x="7186776" y="6979"/>
                  <a:pt x="7186776" y="6979"/>
                </a:cubicBezTo>
                <a:cubicBezTo>
                  <a:pt x="7555084" y="14458"/>
                  <a:pt x="7693344" y="42638"/>
                  <a:pt x="7891083" y="165219"/>
                </a:cubicBezTo>
                <a:cubicBezTo>
                  <a:pt x="8042101" y="258836"/>
                  <a:pt x="8047623" y="476157"/>
                  <a:pt x="8038482" y="4376913"/>
                </a:cubicBezTo>
                <a:lnTo>
                  <a:pt x="8038482" y="4376960"/>
                </a:lnTo>
                <a:cubicBezTo>
                  <a:pt x="8038481" y="5495730"/>
                  <a:pt x="7995697" y="5644318"/>
                  <a:pt x="7419845" y="5694380"/>
                </a:cubicBezTo>
                <a:close/>
              </a:path>
            </a:pathLst>
          </a:custGeom>
          <a:solidFill>
            <a:srgbClr val="FFF3E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038" name="Google Shape;1038;p47"/>
          <p:cNvPicPr preferRelativeResize="0"/>
          <p:nvPr/>
        </p:nvPicPr>
        <p:blipFill rotWithShape="1">
          <a:blip r:embed="rId3">
            <a:alphaModFix amt="19999"/>
          </a:blip>
          <a:srcRect b="43786"/>
          <a:stretch/>
        </p:blipFill>
        <p:spPr>
          <a:xfrm>
            <a:off x="0" y="-74740"/>
            <a:ext cx="18288000" cy="1028039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9" name="Google Shape;1039;p4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3069688" y="273195"/>
            <a:ext cx="5029200" cy="1514132"/>
          </a:xfrm>
          <a:prstGeom prst="rect">
            <a:avLst/>
          </a:prstGeom>
          <a:noFill/>
          <a:ln>
            <a:noFill/>
          </a:ln>
        </p:spPr>
      </p:pic>
      <p:sp>
        <p:nvSpPr>
          <p:cNvPr id="1040" name="Google Shape;1040;p47"/>
          <p:cNvSpPr txBox="1"/>
          <p:nvPr/>
        </p:nvSpPr>
        <p:spPr>
          <a:xfrm>
            <a:off x="13069688" y="478425"/>
            <a:ext cx="5029200" cy="1058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lang="en-US" sz="60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会话（二）</a:t>
            </a:r>
            <a:endParaRPr/>
          </a:p>
        </p:txBody>
      </p:sp>
      <p:sp>
        <p:nvSpPr>
          <p:cNvPr id="1041" name="Google Shape;1041;p47"/>
          <p:cNvSpPr/>
          <p:nvPr/>
        </p:nvSpPr>
        <p:spPr>
          <a:xfrm>
            <a:off x="1849333" y="2083395"/>
            <a:ext cx="14850260" cy="1941860"/>
          </a:xfrm>
          <a:custGeom>
            <a:avLst/>
            <a:gdLst/>
            <a:ahLst/>
            <a:cxnLst/>
            <a:rect l="l" t="t" r="r" b="b"/>
            <a:pathLst>
              <a:path w="8047623" h="5748858" extrusionOk="0">
                <a:moveTo>
                  <a:pt x="7419845" y="5694380"/>
                </a:moveTo>
                <a:cubicBezTo>
                  <a:pt x="7419845" y="5694380"/>
                  <a:pt x="6688970" y="5748858"/>
                  <a:pt x="5633256" y="5746236"/>
                </a:cubicBezTo>
                <a:cubicBezTo>
                  <a:pt x="3101516" y="5744074"/>
                  <a:pt x="1057074" y="5736249"/>
                  <a:pt x="1057074" y="5736249"/>
                </a:cubicBezTo>
                <a:cubicBezTo>
                  <a:pt x="812932" y="5727415"/>
                  <a:pt x="449110" y="5706185"/>
                  <a:pt x="282371" y="5648007"/>
                </a:cubicBezTo>
                <a:cubicBezTo>
                  <a:pt x="4469" y="5551044"/>
                  <a:pt x="0" y="5377765"/>
                  <a:pt x="0" y="4376960"/>
                </a:cubicBezTo>
                <a:lnTo>
                  <a:pt x="0" y="4376913"/>
                </a:lnTo>
                <a:cubicBezTo>
                  <a:pt x="8536" y="491230"/>
                  <a:pt x="0" y="345608"/>
                  <a:pt x="77597" y="223930"/>
                </a:cubicBezTo>
                <a:cubicBezTo>
                  <a:pt x="217372" y="4759"/>
                  <a:pt x="519255" y="4073"/>
                  <a:pt x="937909" y="4073"/>
                </a:cubicBezTo>
                <a:cubicBezTo>
                  <a:pt x="937909" y="4073"/>
                  <a:pt x="2039222" y="15681"/>
                  <a:pt x="4699719" y="7673"/>
                </a:cubicBezTo>
                <a:cubicBezTo>
                  <a:pt x="6470043" y="0"/>
                  <a:pt x="7186776" y="6979"/>
                  <a:pt x="7186776" y="6979"/>
                </a:cubicBezTo>
                <a:cubicBezTo>
                  <a:pt x="7555084" y="14458"/>
                  <a:pt x="7693344" y="42638"/>
                  <a:pt x="7891083" y="165219"/>
                </a:cubicBezTo>
                <a:cubicBezTo>
                  <a:pt x="8042101" y="258836"/>
                  <a:pt x="8047623" y="476157"/>
                  <a:pt x="8038482" y="4376913"/>
                </a:cubicBezTo>
                <a:lnTo>
                  <a:pt x="8038482" y="4376960"/>
                </a:lnTo>
                <a:cubicBezTo>
                  <a:pt x="8038481" y="5495730"/>
                  <a:pt x="7995697" y="5644318"/>
                  <a:pt x="7419845" y="5694380"/>
                </a:cubicBezTo>
                <a:close/>
              </a:path>
            </a:pathLst>
          </a:custGeom>
          <a:solidFill>
            <a:srgbClr val="FFF3E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042" name="Google Shape;1042;p47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-2317294">
            <a:off x="12711245" y="360219"/>
            <a:ext cx="1960683" cy="6416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3" name="Google Shape;1043;p47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7037685" y="-53434"/>
            <a:ext cx="1061203" cy="1061203"/>
          </a:xfrm>
          <a:prstGeom prst="rect">
            <a:avLst/>
          </a:prstGeom>
          <a:noFill/>
          <a:ln>
            <a:noFill/>
          </a:ln>
        </p:spPr>
      </p:pic>
      <p:sp>
        <p:nvSpPr>
          <p:cNvPr id="1044" name="Google Shape;1044;p47"/>
          <p:cNvSpPr/>
          <p:nvPr/>
        </p:nvSpPr>
        <p:spPr>
          <a:xfrm>
            <a:off x="9144000" y="4802694"/>
            <a:ext cx="6350654" cy="1941860"/>
          </a:xfrm>
          <a:custGeom>
            <a:avLst/>
            <a:gdLst/>
            <a:ahLst/>
            <a:cxnLst/>
            <a:rect l="l" t="t" r="r" b="b"/>
            <a:pathLst>
              <a:path w="8047623" h="5748858" extrusionOk="0">
                <a:moveTo>
                  <a:pt x="7419845" y="5694380"/>
                </a:moveTo>
                <a:cubicBezTo>
                  <a:pt x="7419845" y="5694380"/>
                  <a:pt x="6688970" y="5748858"/>
                  <a:pt x="5633256" y="5746236"/>
                </a:cubicBezTo>
                <a:cubicBezTo>
                  <a:pt x="3101516" y="5744074"/>
                  <a:pt x="1057074" y="5736249"/>
                  <a:pt x="1057074" y="5736249"/>
                </a:cubicBezTo>
                <a:cubicBezTo>
                  <a:pt x="812932" y="5727415"/>
                  <a:pt x="449110" y="5706185"/>
                  <a:pt x="282371" y="5648007"/>
                </a:cubicBezTo>
                <a:cubicBezTo>
                  <a:pt x="4469" y="5551044"/>
                  <a:pt x="0" y="5377765"/>
                  <a:pt x="0" y="4376960"/>
                </a:cubicBezTo>
                <a:lnTo>
                  <a:pt x="0" y="4376913"/>
                </a:lnTo>
                <a:cubicBezTo>
                  <a:pt x="8536" y="491230"/>
                  <a:pt x="0" y="345608"/>
                  <a:pt x="77597" y="223930"/>
                </a:cubicBezTo>
                <a:cubicBezTo>
                  <a:pt x="217372" y="4759"/>
                  <a:pt x="519255" y="4073"/>
                  <a:pt x="937909" y="4073"/>
                </a:cubicBezTo>
                <a:cubicBezTo>
                  <a:pt x="937909" y="4073"/>
                  <a:pt x="2039222" y="15681"/>
                  <a:pt x="4699719" y="7673"/>
                </a:cubicBezTo>
                <a:cubicBezTo>
                  <a:pt x="6470043" y="0"/>
                  <a:pt x="7186776" y="6979"/>
                  <a:pt x="7186776" y="6979"/>
                </a:cubicBezTo>
                <a:cubicBezTo>
                  <a:pt x="7555084" y="14458"/>
                  <a:pt x="7693344" y="42638"/>
                  <a:pt x="7891083" y="165219"/>
                </a:cubicBezTo>
                <a:cubicBezTo>
                  <a:pt x="8042101" y="258836"/>
                  <a:pt x="8047623" y="476157"/>
                  <a:pt x="8038482" y="4376913"/>
                </a:cubicBezTo>
                <a:lnTo>
                  <a:pt x="8038482" y="4376960"/>
                </a:lnTo>
                <a:cubicBezTo>
                  <a:pt x="8038481" y="5495730"/>
                  <a:pt x="7995697" y="5644318"/>
                  <a:pt x="7419845" y="5694380"/>
                </a:cubicBezTo>
                <a:close/>
              </a:path>
            </a:pathLst>
          </a:custGeom>
          <a:solidFill>
            <a:srgbClr val="FFF3E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5" name="Google Shape;1045;p47"/>
          <p:cNvSpPr txBox="1"/>
          <p:nvPr/>
        </p:nvSpPr>
        <p:spPr>
          <a:xfrm>
            <a:off x="3500473" y="2249754"/>
            <a:ext cx="14251730" cy="1529073"/>
          </a:xfrm>
          <a:prstGeom prst="rect">
            <a:avLst/>
          </a:prstGeom>
          <a:solidFill>
            <a:srgbClr val="E5DFEC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7613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2800"/>
              <a:buFont typeface="SimSun"/>
              <a:buNone/>
            </a:pPr>
            <a:r>
              <a:rPr lang="en-US" sz="2800" b="1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Fúwùyuán</a:t>
            </a:r>
            <a:r>
              <a:rPr lang="en-US" sz="2800" b="1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  </a:t>
            </a:r>
            <a:r>
              <a:rPr lang="en-US" sz="2800" b="1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Qǐnɡ</a:t>
            </a:r>
            <a:r>
              <a:rPr lang="en-US" sz="2800" b="1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2800" b="1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shāo</a:t>
            </a:r>
            <a:r>
              <a:rPr lang="en-US" sz="2800" b="1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2800" b="1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děnɡ</a:t>
            </a:r>
            <a:r>
              <a:rPr lang="en-US" sz="2800" b="1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. </a:t>
            </a:r>
            <a:r>
              <a:rPr lang="en-US" sz="2800" b="1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Zhè</a:t>
            </a:r>
            <a:r>
              <a:rPr lang="en-US" sz="2800" b="1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2800" b="1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shì</a:t>
            </a:r>
            <a:r>
              <a:rPr lang="en-US" sz="2800" b="1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2800" b="1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sān</a:t>
            </a:r>
            <a:r>
              <a:rPr lang="en-US" sz="2800" b="1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2800" b="1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qiān</a:t>
            </a:r>
            <a:r>
              <a:rPr lang="en-US" sz="2800" b="1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 </a:t>
            </a:r>
            <a:r>
              <a:rPr lang="en-US" sz="2800" b="1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Rénmínbì</a:t>
            </a:r>
            <a:r>
              <a:rPr lang="en-US" sz="2800" b="1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.  </a:t>
            </a:r>
            <a:r>
              <a:rPr lang="en-US" sz="2800" b="1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Qǐnɡ</a:t>
            </a:r>
            <a:r>
              <a:rPr lang="en-US" sz="2800" b="1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2800" b="1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shǔshu</a:t>
            </a:r>
            <a:r>
              <a:rPr lang="en-US" sz="2800" b="1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.</a:t>
            </a:r>
          </a:p>
          <a:p>
            <a:pPr marL="0" marR="0" lvl="0" indent="0" algn="l" rtl="0">
              <a:lnSpc>
                <a:spcPct val="137613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2800"/>
              <a:buFont typeface="SimSun"/>
              <a:buNone/>
            </a:pPr>
            <a:r>
              <a:rPr lang="en-US" sz="4400" b="1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服务员</a:t>
            </a:r>
            <a:r>
              <a:rPr lang="en-US" sz="4400" b="1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: </a:t>
            </a:r>
            <a:r>
              <a:rPr lang="en-US" sz="4400" b="1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请稍</a:t>
            </a:r>
            <a:r>
              <a:rPr lang="en-US" sz="4400" b="1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</a:t>
            </a:r>
            <a:r>
              <a:rPr lang="en-US" sz="4400" b="1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等。这</a:t>
            </a:r>
            <a:r>
              <a:rPr lang="en-US" sz="4400" b="1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是 </a:t>
            </a:r>
            <a:r>
              <a:rPr lang="en-US" sz="4400" b="1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三千</a:t>
            </a:r>
            <a:r>
              <a:rPr lang="en-US" sz="4400" b="1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</a:t>
            </a:r>
            <a:r>
              <a:rPr lang="en-US" sz="4400" b="1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人民币。请</a:t>
            </a:r>
            <a:r>
              <a:rPr lang="en-US" sz="4400" b="1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</a:t>
            </a:r>
            <a:r>
              <a:rPr lang="en-US" sz="4400" b="1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数数</a:t>
            </a:r>
            <a:r>
              <a:rPr lang="en-US" sz="4400" b="1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。</a:t>
            </a:r>
            <a:endParaRPr sz="4400" b="1" i="0" u="none" strike="noStrike" cap="none" dirty="0">
              <a:solidFill>
                <a:srgbClr val="2E2F30"/>
              </a:solidFill>
              <a:latin typeface="SimSun" panose="02010600030101010101" pitchFamily="2" charset="-122"/>
              <a:ea typeface="SimSun" panose="02010600030101010101" pitchFamily="2" charset="-122"/>
              <a:cs typeface="Calibri"/>
              <a:sym typeface="Calibri"/>
            </a:endParaRPr>
          </a:p>
        </p:txBody>
      </p:sp>
      <p:pic>
        <p:nvPicPr>
          <p:cNvPr id="1046" name="Google Shape;1046;p47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 rot="-485786">
            <a:off x="282621" y="6901429"/>
            <a:ext cx="2980100" cy="244850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7" name="Google Shape;1047;p47" descr="A person in a suit&#10;&#10;Description automatically generated with medium confidence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67507" y="6703772"/>
            <a:ext cx="2627071" cy="262707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8" name="Google Shape;1048;p47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 rot="-404314">
            <a:off x="2270382" y="8178588"/>
            <a:ext cx="1353129" cy="1185335"/>
          </a:xfrm>
          <a:prstGeom prst="rect">
            <a:avLst/>
          </a:prstGeom>
          <a:noFill/>
          <a:ln>
            <a:noFill/>
          </a:ln>
        </p:spPr>
      </p:pic>
      <p:sp>
        <p:nvSpPr>
          <p:cNvPr id="1049" name="Google Shape;1049;p47"/>
          <p:cNvSpPr txBox="1"/>
          <p:nvPr/>
        </p:nvSpPr>
        <p:spPr>
          <a:xfrm>
            <a:off x="9274463" y="5049314"/>
            <a:ext cx="7277851" cy="1934971"/>
          </a:xfrm>
          <a:prstGeom prst="rect">
            <a:avLst/>
          </a:prstGeom>
          <a:solidFill>
            <a:srgbClr val="CCC0D9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216249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2800"/>
              <a:buFont typeface="SimSun"/>
              <a:buNone/>
            </a:pPr>
            <a:r>
              <a:rPr lang="en-US" sz="2800" b="1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Huān</a:t>
            </a:r>
            <a:r>
              <a:rPr lang="en-US" sz="2800" b="1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2800" b="1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huān</a:t>
            </a:r>
            <a:r>
              <a:rPr lang="en-US" sz="2800" b="1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 </a:t>
            </a:r>
            <a:r>
              <a:rPr lang="en-US" sz="2800" b="1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Duì</a:t>
            </a:r>
            <a:r>
              <a:rPr lang="en-US" sz="2800" b="1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de.   </a:t>
            </a:r>
            <a:r>
              <a:rPr lang="en-US" sz="2800" b="1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Xièxie</a:t>
            </a:r>
            <a:r>
              <a:rPr lang="en-US" sz="2800" b="1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! </a:t>
            </a:r>
            <a:endParaRPr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marL="0" marR="0" lvl="0" indent="0" algn="l" rtl="0">
              <a:lnSpc>
                <a:spcPct val="137613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4400"/>
              <a:buFont typeface="Calibri"/>
              <a:buNone/>
            </a:pPr>
            <a:r>
              <a:rPr lang="en-US" sz="4400" b="1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欢欢：对</a:t>
            </a:r>
            <a:r>
              <a:rPr lang="en-US" sz="4400" b="1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</a:t>
            </a:r>
            <a:r>
              <a:rPr lang="en-US" sz="4400" b="1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的。谢谢</a:t>
            </a:r>
            <a:r>
              <a:rPr lang="en-US" sz="4400" b="1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！</a:t>
            </a:r>
            <a:endParaRPr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pic>
        <p:nvPicPr>
          <p:cNvPr id="1050" name="Google Shape;1050;p47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 rot="469439">
            <a:off x="14988204" y="4093119"/>
            <a:ext cx="2738296" cy="28748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1" name="Google Shape;1051;p47" descr="A person wearing a red shirt&#10;&#10;Description automatically generated with low confidence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15127432" y="4282534"/>
            <a:ext cx="2384060" cy="23840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2" name="Google Shape;1052;p47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 rot="-548903">
            <a:off x="16542955" y="5943455"/>
            <a:ext cx="1362131" cy="14462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3" name="Google Shape;1053;p47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 rot="-485786">
            <a:off x="250911" y="1497498"/>
            <a:ext cx="2980100" cy="244850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4" name="Google Shape;1054;p47" descr="A person in a suit&#10;&#10;Description automatically generated with medium confidence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35797" y="1299841"/>
            <a:ext cx="2627071" cy="262707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5" name="Google Shape;1055;p47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 rot="-404314">
            <a:off x="1945913" y="2883031"/>
            <a:ext cx="1353129" cy="1185335"/>
          </a:xfrm>
          <a:prstGeom prst="rect">
            <a:avLst/>
          </a:prstGeom>
          <a:noFill/>
          <a:ln>
            <a:noFill/>
          </a:ln>
        </p:spPr>
      </p:pic>
      <p:sp>
        <p:nvSpPr>
          <p:cNvPr id="1056" name="Google Shape;1056;p47"/>
          <p:cNvSpPr txBox="1"/>
          <p:nvPr/>
        </p:nvSpPr>
        <p:spPr>
          <a:xfrm>
            <a:off x="3706075" y="7757172"/>
            <a:ext cx="6052005" cy="1934971"/>
          </a:xfrm>
          <a:prstGeom prst="rect">
            <a:avLst/>
          </a:prstGeom>
          <a:solidFill>
            <a:srgbClr val="E5DFEC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216249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2800"/>
              <a:buFont typeface="SimSun"/>
              <a:buNone/>
            </a:pPr>
            <a:r>
              <a:rPr lang="en-US" sz="2800" b="1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Fúwùyuán</a:t>
            </a:r>
            <a:r>
              <a:rPr lang="en-US" sz="2800" b="1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  </a:t>
            </a:r>
            <a:r>
              <a:rPr lang="en-US" sz="2800" b="1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Bú</a:t>
            </a:r>
            <a:r>
              <a:rPr lang="en-US" sz="2800" b="1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 </a:t>
            </a:r>
            <a:r>
              <a:rPr lang="en-US" sz="2800" b="1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kè</a:t>
            </a:r>
            <a:r>
              <a:rPr lang="en-US" sz="2800" b="1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 qi!</a:t>
            </a:r>
            <a:endParaRPr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marL="0" marR="0" lvl="0" indent="0" algn="l" rtl="0">
              <a:lnSpc>
                <a:spcPct val="137613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4400"/>
              <a:buFont typeface="Calibri"/>
              <a:buNone/>
            </a:pPr>
            <a:r>
              <a:rPr lang="en-US" sz="4400" b="1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服务员:不客气</a:t>
            </a:r>
            <a:r>
              <a:rPr lang="en-US" sz="4400" b="1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！ </a:t>
            </a:r>
            <a:endParaRPr sz="4400" b="1" i="0" u="none" strike="noStrike" cap="none" dirty="0">
              <a:solidFill>
                <a:srgbClr val="2E2F30"/>
              </a:solidFill>
              <a:latin typeface="SimSun" panose="02010600030101010101" pitchFamily="2" charset="-122"/>
              <a:ea typeface="SimSun" panose="02010600030101010101" pitchFamily="2" charset="-122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CCEE9"/>
        </a:solidFill>
        <a:effectLst/>
      </p:bgPr>
    </p:bg>
    <p:spTree>
      <p:nvGrpSpPr>
        <p:cNvPr id="1" name="Shape 10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1" name="Google Shape;1061;p48"/>
          <p:cNvPicPr preferRelativeResize="0"/>
          <p:nvPr/>
        </p:nvPicPr>
        <p:blipFill rotWithShape="1">
          <a:blip r:embed="rId3">
            <a:alphaModFix amt="19999"/>
          </a:blip>
          <a:srcRect b="43786"/>
          <a:stretch/>
        </p:blipFill>
        <p:spPr>
          <a:xfrm>
            <a:off x="0" y="6607"/>
            <a:ext cx="18288000" cy="1028039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62" name="Google Shape;1062;p48"/>
          <p:cNvGrpSpPr/>
          <p:nvPr/>
        </p:nvGrpSpPr>
        <p:grpSpPr>
          <a:xfrm>
            <a:off x="1594156" y="725578"/>
            <a:ext cx="15784561" cy="9068387"/>
            <a:chOff x="-6989" y="0"/>
            <a:chExt cx="18249771" cy="12091182"/>
          </a:xfrm>
        </p:grpSpPr>
        <p:sp>
          <p:nvSpPr>
            <p:cNvPr id="1063" name="Google Shape;1063;p48"/>
            <p:cNvSpPr/>
            <p:nvPr/>
          </p:nvSpPr>
          <p:spPr>
            <a:xfrm>
              <a:off x="-6989" y="281638"/>
              <a:ext cx="17931505" cy="11809544"/>
            </a:xfrm>
            <a:custGeom>
              <a:avLst/>
              <a:gdLst/>
              <a:ahLst/>
              <a:cxnLst/>
              <a:rect l="l" t="t" r="r" b="b"/>
              <a:pathLst>
                <a:path w="10809882" h="7119301" extrusionOk="0">
                  <a:moveTo>
                    <a:pt x="278431" y="16918"/>
                  </a:moveTo>
                  <a:cubicBezTo>
                    <a:pt x="278431" y="16918"/>
                    <a:pt x="604014" y="12258"/>
                    <a:pt x="1062558" y="12454"/>
                  </a:cubicBezTo>
                  <a:cubicBezTo>
                    <a:pt x="8804229" y="12671"/>
                    <a:pt x="10535814" y="0"/>
                    <a:pt x="10535814" y="0"/>
                  </a:cubicBezTo>
                  <a:cubicBezTo>
                    <a:pt x="10603278" y="0"/>
                    <a:pt x="10679215" y="0"/>
                    <a:pt x="10757988" y="85073"/>
                  </a:cubicBezTo>
                  <a:cubicBezTo>
                    <a:pt x="10800966" y="131488"/>
                    <a:pt x="10802035" y="240224"/>
                    <a:pt x="10802439" y="320281"/>
                  </a:cubicBezTo>
                  <a:cubicBezTo>
                    <a:pt x="10802439" y="320281"/>
                    <a:pt x="10800735" y="5267917"/>
                    <a:pt x="10800735" y="6356717"/>
                  </a:cubicBezTo>
                  <a:cubicBezTo>
                    <a:pt x="10800735" y="6570876"/>
                    <a:pt x="10809883" y="6870054"/>
                    <a:pt x="10809883" y="6870054"/>
                  </a:cubicBezTo>
                  <a:cubicBezTo>
                    <a:pt x="10809883" y="6998723"/>
                    <a:pt x="10805713" y="7119301"/>
                    <a:pt x="10552875" y="7111167"/>
                  </a:cubicBezTo>
                  <a:cubicBezTo>
                    <a:pt x="10552875" y="7111167"/>
                    <a:pt x="10176403" y="7090868"/>
                    <a:pt x="9081481" y="7098467"/>
                  </a:cubicBezTo>
                  <a:cubicBezTo>
                    <a:pt x="2545013" y="7106601"/>
                    <a:pt x="304023" y="7119301"/>
                    <a:pt x="304023" y="7119301"/>
                  </a:cubicBezTo>
                  <a:cubicBezTo>
                    <a:pt x="132548" y="7119301"/>
                    <a:pt x="4213" y="7018231"/>
                    <a:pt x="8532" y="6815685"/>
                  </a:cubicBezTo>
                  <a:cubicBezTo>
                    <a:pt x="8532" y="6815685"/>
                    <a:pt x="9630" y="6317143"/>
                    <a:pt x="4815" y="1670849"/>
                  </a:cubicBezTo>
                  <a:cubicBezTo>
                    <a:pt x="0" y="663668"/>
                    <a:pt x="25592" y="330596"/>
                    <a:pt x="25592" y="330596"/>
                  </a:cubicBezTo>
                  <a:cubicBezTo>
                    <a:pt x="27224" y="150571"/>
                    <a:pt x="143504" y="16918"/>
                    <a:pt x="278431" y="16918"/>
                  </a:cubicBezTo>
                  <a:close/>
                </a:path>
              </a:pathLst>
            </a:custGeom>
            <a:solidFill>
              <a:srgbClr val="2F3A6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4" name="Google Shape;1064;p48"/>
            <p:cNvSpPr/>
            <p:nvPr/>
          </p:nvSpPr>
          <p:spPr>
            <a:xfrm>
              <a:off x="329481" y="0"/>
              <a:ext cx="17913301" cy="11727398"/>
            </a:xfrm>
            <a:custGeom>
              <a:avLst/>
              <a:gdLst/>
              <a:ahLst/>
              <a:cxnLst/>
              <a:rect l="l" t="t" r="r" b="b"/>
              <a:pathLst>
                <a:path w="10825342" h="7087086" extrusionOk="0">
                  <a:moveTo>
                    <a:pt x="278431" y="16918"/>
                  </a:moveTo>
                  <a:cubicBezTo>
                    <a:pt x="278431" y="16918"/>
                    <a:pt x="604014" y="12258"/>
                    <a:pt x="1062834" y="12454"/>
                  </a:cubicBezTo>
                  <a:cubicBezTo>
                    <a:pt x="8817733" y="12671"/>
                    <a:pt x="10551274" y="0"/>
                    <a:pt x="10551274" y="0"/>
                  </a:cubicBezTo>
                  <a:cubicBezTo>
                    <a:pt x="10618737" y="0"/>
                    <a:pt x="10694674" y="0"/>
                    <a:pt x="10773448" y="85073"/>
                  </a:cubicBezTo>
                  <a:cubicBezTo>
                    <a:pt x="10816426" y="131488"/>
                    <a:pt x="10817494" y="240224"/>
                    <a:pt x="10817899" y="320281"/>
                  </a:cubicBezTo>
                  <a:cubicBezTo>
                    <a:pt x="10817899" y="320281"/>
                    <a:pt x="10816195" y="5241263"/>
                    <a:pt x="10816195" y="6324502"/>
                  </a:cubicBezTo>
                  <a:cubicBezTo>
                    <a:pt x="10816195" y="6538661"/>
                    <a:pt x="10825342" y="6837839"/>
                    <a:pt x="10825342" y="6837839"/>
                  </a:cubicBezTo>
                  <a:cubicBezTo>
                    <a:pt x="10825342" y="6966508"/>
                    <a:pt x="10821173" y="7087086"/>
                    <a:pt x="10568335" y="7078952"/>
                  </a:cubicBezTo>
                  <a:cubicBezTo>
                    <a:pt x="10568335" y="7078952"/>
                    <a:pt x="10191862" y="7058653"/>
                    <a:pt x="9095459" y="7066252"/>
                  </a:cubicBezTo>
                  <a:cubicBezTo>
                    <a:pt x="2547822" y="7074386"/>
                    <a:pt x="304023" y="7087086"/>
                    <a:pt x="304023" y="7087086"/>
                  </a:cubicBezTo>
                  <a:cubicBezTo>
                    <a:pt x="132548" y="7087086"/>
                    <a:pt x="4213" y="6986016"/>
                    <a:pt x="8532" y="6783470"/>
                  </a:cubicBezTo>
                  <a:cubicBezTo>
                    <a:pt x="8532" y="6783470"/>
                    <a:pt x="9630" y="6284928"/>
                    <a:pt x="4815" y="1666310"/>
                  </a:cubicBezTo>
                  <a:cubicBezTo>
                    <a:pt x="0" y="663668"/>
                    <a:pt x="25592" y="330596"/>
                    <a:pt x="25592" y="330596"/>
                  </a:cubicBezTo>
                  <a:cubicBezTo>
                    <a:pt x="27224" y="150571"/>
                    <a:pt x="143504" y="16918"/>
                    <a:pt x="278431" y="16918"/>
                  </a:cubicBezTo>
                  <a:close/>
                </a:path>
              </a:pathLst>
            </a:custGeom>
            <a:solidFill>
              <a:srgbClr val="FFF3E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065" name="Google Shape;1065;p4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-8762934">
            <a:off x="895850" y="8771304"/>
            <a:ext cx="2348424" cy="768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6" name="Google Shape;1066;p4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-720983">
            <a:off x="1024724" y="5276327"/>
            <a:ext cx="1794567" cy="3087917"/>
          </a:xfrm>
          <a:prstGeom prst="rect">
            <a:avLst/>
          </a:prstGeom>
          <a:noFill/>
          <a:ln>
            <a:noFill/>
          </a:ln>
        </p:spPr>
      </p:pic>
      <p:sp>
        <p:nvSpPr>
          <p:cNvPr id="1067" name="Google Shape;1067;p48"/>
          <p:cNvSpPr txBox="1"/>
          <p:nvPr/>
        </p:nvSpPr>
        <p:spPr>
          <a:xfrm>
            <a:off x="7832035" y="959666"/>
            <a:ext cx="5284402" cy="1875823"/>
          </a:xfrm>
          <a:prstGeom prst="rect">
            <a:avLst/>
          </a:prstGeom>
          <a:solidFill>
            <a:srgbClr val="FBD4B4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96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5046"/>
              <a:buFont typeface="Calibri"/>
              <a:buNone/>
            </a:pPr>
            <a:r>
              <a:rPr lang="en-US" sz="5046" b="1" i="0" u="none" strike="noStrike" cap="none" dirty="0" err="1">
                <a:solidFill>
                  <a:srgbClr val="2E2F30"/>
                </a:solidFill>
                <a:latin typeface="Calibri"/>
                <a:ea typeface="Calibri"/>
                <a:cs typeface="Calibri"/>
                <a:sym typeface="Calibri"/>
              </a:rPr>
              <a:t>拼音练习</a:t>
            </a:r>
            <a:r>
              <a:rPr lang="en-US" sz="5046" b="1" i="0" u="none" strike="noStrike" cap="none" dirty="0">
                <a:solidFill>
                  <a:srgbClr val="2E2F3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5046" b="1" i="0" u="none" strike="noStrike" cap="none" dirty="0">
              <a:solidFill>
                <a:srgbClr val="2E2F3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19996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5046"/>
              <a:buFont typeface="Calibri"/>
              <a:buNone/>
            </a:pPr>
            <a:r>
              <a:rPr lang="en-US" sz="5046" b="1" i="0" u="none" strike="noStrike" cap="none" dirty="0">
                <a:solidFill>
                  <a:srgbClr val="2E2F30"/>
                </a:solidFill>
                <a:latin typeface="Calibri"/>
                <a:ea typeface="Calibri"/>
                <a:cs typeface="Calibri"/>
                <a:sym typeface="Calibri"/>
              </a:rPr>
              <a:t>Pinyin practice</a:t>
            </a:r>
            <a:endParaRPr sz="5046" b="1" i="0" u="none" strike="noStrike" cap="none" dirty="0">
              <a:solidFill>
                <a:srgbClr val="2E2F3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69" name="Google Shape;1069;p48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 rot="553163">
            <a:off x="16911101" y="5537478"/>
            <a:ext cx="2406129" cy="319820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0" name="Google Shape;1070;p48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 flipH="1">
            <a:off x="324266" y="-56853"/>
            <a:ext cx="4776761" cy="4511385"/>
          </a:xfrm>
          <a:prstGeom prst="rect">
            <a:avLst/>
          </a:prstGeom>
          <a:noFill/>
          <a:ln>
            <a:noFill/>
          </a:ln>
        </p:spPr>
      </p:pic>
      <p:sp>
        <p:nvSpPr>
          <p:cNvPr id="1071" name="Google Shape;1071;p48"/>
          <p:cNvSpPr txBox="1"/>
          <p:nvPr/>
        </p:nvSpPr>
        <p:spPr>
          <a:xfrm>
            <a:off x="684873" y="1612657"/>
            <a:ext cx="4019222" cy="744948"/>
          </a:xfrm>
          <a:prstGeom prst="rect">
            <a:avLst/>
          </a:prstGeom>
          <a:solidFill>
            <a:srgbClr val="E5DFEC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96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5046"/>
              <a:buFont typeface="Calibri"/>
              <a:buNone/>
            </a:pPr>
            <a:r>
              <a:rPr lang="en-US" sz="5046" b="1" i="0" u="none" strike="noStrike" cap="none">
                <a:solidFill>
                  <a:srgbClr val="2E2F30"/>
                </a:solidFill>
                <a:latin typeface="Calibri"/>
                <a:ea typeface="Calibri"/>
                <a:cs typeface="Calibri"/>
                <a:sym typeface="Calibri"/>
              </a:rPr>
              <a:t>练习Exercises</a:t>
            </a:r>
            <a:endParaRPr sz="5046" b="1" i="0" u="none" strike="noStrike" cap="none">
              <a:solidFill>
                <a:srgbClr val="2E2F3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CF00ED02-B17D-DE82-EA2D-5A41074EDE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8629309"/>
              </p:ext>
            </p:extLst>
          </p:nvPr>
        </p:nvGraphicFramePr>
        <p:xfrm>
          <a:off x="3079554" y="3115385"/>
          <a:ext cx="14023889" cy="5384900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{2D5ABB26-0587-4C30-8999-92F81FD0307C}</a:tableStyleId>
              </a:tblPr>
              <a:tblGrid>
                <a:gridCol w="3586167">
                  <a:extLst>
                    <a:ext uri="{9D8B030D-6E8A-4147-A177-3AD203B41FA5}">
                      <a16:colId xmlns:a16="http://schemas.microsoft.com/office/drawing/2014/main" val="250008912"/>
                    </a:ext>
                  </a:extLst>
                </a:gridCol>
                <a:gridCol w="3471015">
                  <a:extLst>
                    <a:ext uri="{9D8B030D-6E8A-4147-A177-3AD203B41FA5}">
                      <a16:colId xmlns:a16="http://schemas.microsoft.com/office/drawing/2014/main" val="1038364017"/>
                    </a:ext>
                  </a:extLst>
                </a:gridCol>
                <a:gridCol w="3498981">
                  <a:extLst>
                    <a:ext uri="{9D8B030D-6E8A-4147-A177-3AD203B41FA5}">
                      <a16:colId xmlns:a16="http://schemas.microsoft.com/office/drawing/2014/main" val="2002213204"/>
                    </a:ext>
                  </a:extLst>
                </a:gridCol>
                <a:gridCol w="3467726">
                  <a:extLst>
                    <a:ext uri="{9D8B030D-6E8A-4147-A177-3AD203B41FA5}">
                      <a16:colId xmlns:a16="http://schemas.microsoft.com/office/drawing/2014/main" val="2927603753"/>
                    </a:ext>
                  </a:extLst>
                </a:gridCol>
              </a:tblGrid>
              <a:tr h="1290593">
                <a:tc>
                  <a:txBody>
                    <a:bodyPr/>
                    <a:lstStyle/>
                    <a:p>
                      <a:pPr marL="67945" algn="ctr">
                        <a:spcBef>
                          <a:spcPts val="5"/>
                        </a:spcBef>
                        <a:spcAft>
                          <a:spcPts val="0"/>
                        </a:spcAft>
                      </a:pPr>
                      <a:r>
                        <a:rPr lang="en-US" sz="3600">
                          <a:effectLst/>
                        </a:rPr>
                        <a:t>zhǐbì</a:t>
                      </a:r>
                    </a:p>
                    <a:p>
                      <a:pPr marL="67945" algn="ctr">
                        <a:spcBef>
                          <a:spcPts val="5"/>
                        </a:spcBef>
                        <a:spcAft>
                          <a:spcPts val="0"/>
                        </a:spcAft>
                      </a:pPr>
                      <a:r>
                        <a:rPr lang="zh-CN" sz="3600">
                          <a:effectLst/>
                        </a:rPr>
                        <a:t>纸币 </a:t>
                      </a:r>
                      <a:endParaRPr lang="en-US" sz="3600">
                        <a:effectLst/>
                        <a:latin typeface="+mn-ea"/>
                        <a:ea typeface="+mn-ea"/>
                        <a:cs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67945" algn="ctr">
                        <a:spcBef>
                          <a:spcPts val="5"/>
                        </a:spcBef>
                        <a:spcAft>
                          <a:spcPts val="0"/>
                        </a:spcAft>
                      </a:pPr>
                      <a:r>
                        <a:rPr lang="en-US" sz="3600">
                          <a:effectLst/>
                        </a:rPr>
                        <a:t>yìnɡbì </a:t>
                      </a:r>
                    </a:p>
                    <a:p>
                      <a:pPr marL="67945" algn="ctr">
                        <a:spcBef>
                          <a:spcPts val="5"/>
                        </a:spcBef>
                        <a:spcAft>
                          <a:spcPts val="0"/>
                        </a:spcAft>
                      </a:pPr>
                      <a:r>
                        <a:rPr lang="zh-CN" sz="3600">
                          <a:effectLst/>
                        </a:rPr>
                        <a:t>硬币</a:t>
                      </a:r>
                      <a:endParaRPr lang="en-US" sz="3600">
                        <a:effectLst/>
                        <a:latin typeface="+mn-ea"/>
                        <a:ea typeface="+mn-ea"/>
                        <a:cs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67945" algn="ctr">
                        <a:spcBef>
                          <a:spcPts val="5"/>
                        </a:spcBef>
                        <a:spcAft>
                          <a:spcPts val="0"/>
                        </a:spcAft>
                      </a:pPr>
                      <a:r>
                        <a:rPr lang="en-US" sz="3600">
                          <a:effectLst/>
                        </a:rPr>
                        <a:t>huìlǜ </a:t>
                      </a:r>
                    </a:p>
                    <a:p>
                      <a:pPr marL="67945" algn="ctr">
                        <a:spcBef>
                          <a:spcPts val="5"/>
                        </a:spcBef>
                        <a:spcAft>
                          <a:spcPts val="0"/>
                        </a:spcAft>
                      </a:pPr>
                      <a:r>
                        <a:rPr lang="zh-CN" sz="3600">
                          <a:effectLst/>
                        </a:rPr>
                        <a:t>汇率</a:t>
                      </a:r>
                      <a:endParaRPr lang="en-US" sz="3600">
                        <a:effectLst/>
                        <a:latin typeface="+mn-ea"/>
                        <a:ea typeface="+mn-ea"/>
                        <a:cs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66040" algn="ctr">
                        <a:spcBef>
                          <a:spcPts val="5"/>
                        </a:spcBef>
                        <a:spcAft>
                          <a:spcPts val="0"/>
                        </a:spcAft>
                      </a:pPr>
                      <a:r>
                        <a:rPr lang="en-US" sz="3600" spc="5">
                          <a:effectLst/>
                        </a:rPr>
                        <a:t>yīn</a:t>
                      </a:r>
                      <a:r>
                        <a:rPr lang="en-US" sz="3600" spc="-10">
                          <a:effectLst/>
                        </a:rPr>
                        <a:t>ɡ</a:t>
                      </a:r>
                      <a:r>
                        <a:rPr lang="en-US" sz="3600">
                          <a:effectLst/>
                        </a:rPr>
                        <a:t>bàn</a:t>
                      </a:r>
                      <a:r>
                        <a:rPr lang="en-US" sz="3600" spc="-10">
                          <a:effectLst/>
                        </a:rPr>
                        <a:t>ɡ</a:t>
                      </a:r>
                      <a:r>
                        <a:rPr lang="en-US" sz="3600">
                          <a:effectLst/>
                        </a:rPr>
                        <a:t> </a:t>
                      </a:r>
                    </a:p>
                    <a:p>
                      <a:pPr marL="66040" algn="ctr">
                        <a:spcBef>
                          <a:spcPts val="5"/>
                        </a:spcBef>
                        <a:spcAft>
                          <a:spcPts val="0"/>
                        </a:spcAft>
                      </a:pPr>
                      <a:r>
                        <a:rPr lang="zh-CN" sz="3600">
                          <a:effectLst/>
                        </a:rPr>
                        <a:t>英镑</a:t>
                      </a:r>
                      <a:endParaRPr lang="en-US" sz="3600">
                        <a:effectLst/>
                        <a:latin typeface="+mn-ea"/>
                        <a:ea typeface="+mn-ea"/>
                        <a:cs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273834252"/>
                  </a:ext>
                </a:extLst>
              </a:tr>
              <a:tr h="1451918">
                <a:tc>
                  <a:txBody>
                    <a:bodyPr/>
                    <a:lstStyle/>
                    <a:p>
                      <a:pPr marL="67945" algn="ctr">
                        <a:spcBef>
                          <a:spcPts val="15"/>
                        </a:spcBef>
                        <a:spcAft>
                          <a:spcPts val="0"/>
                        </a:spcAft>
                      </a:pPr>
                      <a:r>
                        <a:rPr lang="en-US" sz="3600" spc="5">
                          <a:effectLst/>
                        </a:rPr>
                        <a:t>m</a:t>
                      </a:r>
                      <a:r>
                        <a:rPr lang="en-US" sz="3600">
                          <a:effectLst/>
                        </a:rPr>
                        <a:t>ěi</a:t>
                      </a:r>
                      <a:r>
                        <a:rPr lang="en-US" sz="3600" spc="-10">
                          <a:effectLst/>
                        </a:rPr>
                        <a:t>y</a:t>
                      </a:r>
                      <a:r>
                        <a:rPr lang="en-US" sz="3600">
                          <a:effectLst/>
                        </a:rPr>
                        <a:t>uán </a:t>
                      </a:r>
                    </a:p>
                    <a:p>
                      <a:pPr marL="67945" algn="ctr">
                        <a:spcBef>
                          <a:spcPts val="15"/>
                        </a:spcBef>
                        <a:spcAft>
                          <a:spcPts val="0"/>
                        </a:spcAft>
                      </a:pPr>
                      <a:r>
                        <a:rPr lang="zh-CN" sz="3600">
                          <a:effectLst/>
                        </a:rPr>
                        <a:t>美元</a:t>
                      </a:r>
                      <a:endParaRPr lang="en-US" sz="3600">
                        <a:effectLst/>
                        <a:latin typeface="+mn-ea"/>
                        <a:ea typeface="+mn-ea"/>
                        <a:cs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67945" algn="ctr">
                        <a:spcBef>
                          <a:spcPts val="15"/>
                        </a:spcBef>
                        <a:spcAft>
                          <a:spcPts val="0"/>
                        </a:spcAft>
                      </a:pPr>
                      <a:r>
                        <a:rPr lang="en-US" sz="3600" dirty="0" err="1">
                          <a:effectLst/>
                        </a:rPr>
                        <a:t>ōuy</a:t>
                      </a:r>
                      <a:r>
                        <a:rPr lang="en-US" sz="3600" spc="-10" dirty="0" err="1">
                          <a:effectLst/>
                        </a:rPr>
                        <a:t>u</a:t>
                      </a:r>
                      <a:r>
                        <a:rPr lang="en-US" sz="3600" dirty="0" err="1">
                          <a:effectLst/>
                        </a:rPr>
                        <a:t>án</a:t>
                      </a:r>
                      <a:r>
                        <a:rPr lang="en-US" sz="3600" dirty="0">
                          <a:effectLst/>
                        </a:rPr>
                        <a:t> </a:t>
                      </a:r>
                    </a:p>
                    <a:p>
                      <a:pPr marL="67945" algn="ctr">
                        <a:spcBef>
                          <a:spcPts val="15"/>
                        </a:spcBef>
                        <a:spcAft>
                          <a:spcPts val="0"/>
                        </a:spcAft>
                      </a:pPr>
                      <a:r>
                        <a:rPr lang="zh-CN" sz="3600" dirty="0">
                          <a:effectLst/>
                        </a:rPr>
                        <a:t>欧元</a:t>
                      </a:r>
                      <a:endParaRPr lang="en-US" sz="3600" dirty="0">
                        <a:effectLst/>
                        <a:latin typeface="+mn-ea"/>
                        <a:ea typeface="+mn-ea"/>
                        <a:cs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67945" algn="ctr">
                        <a:spcBef>
                          <a:spcPts val="15"/>
                        </a:spcBef>
                        <a:spcAft>
                          <a:spcPts val="0"/>
                        </a:spcAft>
                      </a:pPr>
                      <a:r>
                        <a:rPr lang="en-US" sz="3600" spc="5">
                          <a:effectLst/>
                        </a:rPr>
                        <a:t>tà</a:t>
                      </a:r>
                      <a:r>
                        <a:rPr lang="en-US" sz="3600">
                          <a:effectLst/>
                        </a:rPr>
                        <a:t>i</a:t>
                      </a:r>
                      <a:r>
                        <a:rPr lang="en-US" sz="3600" spc="-10">
                          <a:effectLst/>
                        </a:rPr>
                        <a:t> </a:t>
                      </a:r>
                      <a:r>
                        <a:rPr lang="en-US" sz="3600">
                          <a:effectLst/>
                        </a:rPr>
                        <a:t>zhū </a:t>
                      </a:r>
                    </a:p>
                    <a:p>
                      <a:pPr marL="67945" algn="ctr">
                        <a:spcBef>
                          <a:spcPts val="15"/>
                        </a:spcBef>
                        <a:spcAft>
                          <a:spcPts val="0"/>
                        </a:spcAft>
                      </a:pPr>
                      <a:r>
                        <a:rPr lang="zh-CN" sz="3600">
                          <a:effectLst/>
                        </a:rPr>
                        <a:t>泰铢</a:t>
                      </a:r>
                      <a:endParaRPr lang="en-US" sz="3600">
                        <a:effectLst/>
                        <a:latin typeface="+mn-ea"/>
                        <a:ea typeface="+mn-ea"/>
                        <a:cs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66040" algn="ctr">
                        <a:spcBef>
                          <a:spcPts val="15"/>
                        </a:spcBef>
                        <a:spcAft>
                          <a:spcPts val="0"/>
                        </a:spcAft>
                      </a:pPr>
                      <a:r>
                        <a:rPr lang="en-US" sz="3600" spc="5">
                          <a:effectLst/>
                        </a:rPr>
                        <a:t>r</a:t>
                      </a:r>
                      <a:r>
                        <a:rPr lang="en-US" sz="3600">
                          <a:effectLst/>
                        </a:rPr>
                        <a:t>ì </a:t>
                      </a:r>
                      <a:r>
                        <a:rPr lang="en-US" sz="3600" spc="-10">
                          <a:effectLst/>
                        </a:rPr>
                        <a:t>y</a:t>
                      </a:r>
                      <a:r>
                        <a:rPr lang="en-US" sz="3600">
                          <a:effectLst/>
                        </a:rPr>
                        <a:t>uán </a:t>
                      </a:r>
                    </a:p>
                    <a:p>
                      <a:pPr marL="66040" algn="ctr">
                        <a:spcBef>
                          <a:spcPts val="15"/>
                        </a:spcBef>
                        <a:spcAft>
                          <a:spcPts val="0"/>
                        </a:spcAft>
                      </a:pPr>
                      <a:r>
                        <a:rPr lang="zh-CN" sz="3600">
                          <a:effectLst/>
                        </a:rPr>
                        <a:t>日元</a:t>
                      </a:r>
                      <a:endParaRPr lang="en-US" sz="3600">
                        <a:effectLst/>
                        <a:latin typeface="+mn-ea"/>
                        <a:ea typeface="+mn-ea"/>
                        <a:cs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207853498"/>
                  </a:ext>
                </a:extLst>
              </a:tr>
              <a:tr h="1351796">
                <a:tc>
                  <a:txBody>
                    <a:bodyPr/>
                    <a:lstStyle/>
                    <a:p>
                      <a:pPr marL="67945" algn="ctr">
                        <a:spcBef>
                          <a:spcPts val="5"/>
                        </a:spcBef>
                        <a:spcAft>
                          <a:spcPts val="0"/>
                        </a:spcAft>
                      </a:pPr>
                      <a:r>
                        <a:rPr lang="en-US" sz="3600">
                          <a:effectLst/>
                        </a:rPr>
                        <a:t>kēxué kè </a:t>
                      </a:r>
                    </a:p>
                    <a:p>
                      <a:pPr marL="67945" algn="ctr">
                        <a:spcBef>
                          <a:spcPts val="5"/>
                        </a:spcBef>
                        <a:spcAft>
                          <a:spcPts val="0"/>
                        </a:spcAft>
                      </a:pPr>
                      <a:r>
                        <a:rPr lang="zh-CN" sz="3600">
                          <a:effectLst/>
                        </a:rPr>
                        <a:t>科学</a:t>
                      </a:r>
                      <a:r>
                        <a:rPr lang="en-US" sz="3600">
                          <a:effectLst/>
                        </a:rPr>
                        <a:t>  </a:t>
                      </a:r>
                      <a:r>
                        <a:rPr lang="zh-CN" sz="3600">
                          <a:effectLst/>
                        </a:rPr>
                        <a:t>课</a:t>
                      </a:r>
                      <a:endParaRPr lang="en-US" sz="3600">
                        <a:effectLst/>
                        <a:latin typeface="+mn-ea"/>
                        <a:ea typeface="+mn-ea"/>
                        <a:cs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67945" algn="ctr">
                        <a:spcBef>
                          <a:spcPts val="5"/>
                        </a:spcBef>
                        <a:spcAft>
                          <a:spcPts val="0"/>
                        </a:spcAft>
                      </a:pPr>
                      <a:r>
                        <a:rPr lang="en-US" sz="3600">
                          <a:effectLst/>
                        </a:rPr>
                        <a:t>shùxué kè </a:t>
                      </a:r>
                    </a:p>
                    <a:p>
                      <a:pPr marL="67945" algn="ctr">
                        <a:spcBef>
                          <a:spcPts val="5"/>
                        </a:spcBef>
                        <a:spcAft>
                          <a:spcPts val="0"/>
                        </a:spcAft>
                      </a:pPr>
                      <a:r>
                        <a:rPr lang="zh-CN" sz="3600">
                          <a:effectLst/>
                        </a:rPr>
                        <a:t>数学</a:t>
                      </a:r>
                      <a:r>
                        <a:rPr lang="en-US" sz="3600">
                          <a:effectLst/>
                        </a:rPr>
                        <a:t>  </a:t>
                      </a:r>
                      <a:r>
                        <a:rPr lang="zh-CN" sz="3600">
                          <a:effectLst/>
                        </a:rPr>
                        <a:t>课</a:t>
                      </a:r>
                      <a:endParaRPr lang="en-US" sz="3600">
                        <a:effectLst/>
                        <a:latin typeface="+mn-ea"/>
                        <a:ea typeface="+mn-ea"/>
                        <a:cs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67945" algn="ctr">
                        <a:spcBef>
                          <a:spcPts val="5"/>
                        </a:spcBef>
                        <a:spcAft>
                          <a:spcPts val="0"/>
                        </a:spcAft>
                      </a:pPr>
                      <a:r>
                        <a:rPr lang="en-US" sz="3600">
                          <a:effectLst/>
                        </a:rPr>
                        <a:t>yīnɡyǔ kè </a:t>
                      </a:r>
                    </a:p>
                    <a:p>
                      <a:pPr marL="67945" algn="ctr">
                        <a:spcBef>
                          <a:spcPts val="5"/>
                        </a:spcBef>
                        <a:spcAft>
                          <a:spcPts val="0"/>
                        </a:spcAft>
                      </a:pPr>
                      <a:r>
                        <a:rPr lang="zh-CN" sz="3600">
                          <a:effectLst/>
                        </a:rPr>
                        <a:t>英语 课</a:t>
                      </a:r>
                      <a:endParaRPr lang="en-US" sz="3600">
                        <a:effectLst/>
                        <a:latin typeface="+mn-ea"/>
                        <a:ea typeface="+mn-ea"/>
                        <a:cs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66040" algn="ctr">
                        <a:spcBef>
                          <a:spcPts val="5"/>
                        </a:spcBef>
                        <a:spcAft>
                          <a:spcPts val="0"/>
                        </a:spcAft>
                      </a:pPr>
                      <a:r>
                        <a:rPr lang="en-US" sz="3600" spc="5">
                          <a:effectLst/>
                        </a:rPr>
                        <a:t>tà</a:t>
                      </a:r>
                      <a:r>
                        <a:rPr lang="en-US" sz="3600">
                          <a:effectLst/>
                        </a:rPr>
                        <a:t>i</a:t>
                      </a:r>
                      <a:r>
                        <a:rPr lang="en-US" sz="3600" spc="-10">
                          <a:effectLst/>
                        </a:rPr>
                        <a:t>y</a:t>
                      </a:r>
                      <a:r>
                        <a:rPr lang="en-US" sz="3600">
                          <a:effectLst/>
                        </a:rPr>
                        <a:t>ǔ </a:t>
                      </a:r>
                      <a:r>
                        <a:rPr lang="en-US" sz="3600" spc="-10">
                          <a:effectLst/>
                        </a:rPr>
                        <a:t>k</a:t>
                      </a:r>
                      <a:r>
                        <a:rPr lang="en-US" sz="3600">
                          <a:effectLst/>
                        </a:rPr>
                        <a:t>è </a:t>
                      </a:r>
                    </a:p>
                    <a:p>
                      <a:pPr marL="66040" algn="ctr">
                        <a:spcBef>
                          <a:spcPts val="5"/>
                        </a:spcBef>
                        <a:spcAft>
                          <a:spcPts val="0"/>
                        </a:spcAft>
                      </a:pPr>
                      <a:r>
                        <a:rPr lang="zh-CN" sz="3600">
                          <a:effectLst/>
                        </a:rPr>
                        <a:t>泰语 课</a:t>
                      </a:r>
                      <a:endParaRPr lang="en-US" sz="3600">
                        <a:effectLst/>
                        <a:latin typeface="+mn-ea"/>
                        <a:ea typeface="+mn-ea"/>
                        <a:cs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147399829"/>
                  </a:ext>
                </a:extLst>
              </a:tr>
              <a:tr h="1290593">
                <a:tc>
                  <a:txBody>
                    <a:bodyPr/>
                    <a:lstStyle/>
                    <a:p>
                      <a:pPr marL="67945" algn="ctr">
                        <a:spcBef>
                          <a:spcPts val="5"/>
                        </a:spcBef>
                        <a:spcAft>
                          <a:spcPts val="0"/>
                        </a:spcAft>
                      </a:pPr>
                      <a:r>
                        <a:rPr lang="en-US" sz="3600" spc="5" dirty="0" err="1">
                          <a:effectLst/>
                        </a:rPr>
                        <a:t>d</a:t>
                      </a:r>
                      <a:r>
                        <a:rPr lang="en-US" sz="3600" dirty="0" err="1">
                          <a:effectLst/>
                        </a:rPr>
                        <a:t>ià</a:t>
                      </a:r>
                      <a:r>
                        <a:rPr lang="en-US" sz="3600" spc="-10" dirty="0" err="1">
                          <a:effectLst/>
                        </a:rPr>
                        <a:t>n</a:t>
                      </a:r>
                      <a:r>
                        <a:rPr lang="en-US" sz="3600" dirty="0" err="1">
                          <a:effectLst/>
                        </a:rPr>
                        <a:t>nǎ</a:t>
                      </a:r>
                      <a:r>
                        <a:rPr lang="en-US" sz="3600" spc="-10" dirty="0" err="1">
                          <a:effectLst/>
                        </a:rPr>
                        <a:t>o</a:t>
                      </a:r>
                      <a:r>
                        <a:rPr lang="en-US" sz="3600" dirty="0">
                          <a:effectLst/>
                        </a:rPr>
                        <a:t> </a:t>
                      </a:r>
                      <a:r>
                        <a:rPr lang="en-US" sz="3600" dirty="0" err="1">
                          <a:effectLst/>
                        </a:rPr>
                        <a:t>kè</a:t>
                      </a:r>
                      <a:endParaRPr lang="en-US" sz="3600" dirty="0">
                        <a:effectLst/>
                      </a:endParaRPr>
                    </a:p>
                    <a:p>
                      <a:pPr marL="67945" algn="ctr">
                        <a:spcBef>
                          <a:spcPts val="5"/>
                        </a:spcBef>
                        <a:spcAft>
                          <a:spcPts val="0"/>
                        </a:spcAft>
                      </a:pPr>
                      <a:r>
                        <a:rPr lang="zh-CN" sz="3600" dirty="0">
                          <a:effectLst/>
                        </a:rPr>
                        <a:t>电脑</a:t>
                      </a:r>
                      <a:r>
                        <a:rPr lang="en-US" sz="3600" dirty="0">
                          <a:effectLst/>
                        </a:rPr>
                        <a:t>   </a:t>
                      </a:r>
                      <a:r>
                        <a:rPr lang="zh-CN" sz="3600" dirty="0">
                          <a:effectLst/>
                        </a:rPr>
                        <a:t>课 </a:t>
                      </a:r>
                      <a:endParaRPr lang="en-US" sz="3600" dirty="0">
                        <a:effectLst/>
                        <a:latin typeface="+mn-ea"/>
                        <a:ea typeface="+mn-ea"/>
                        <a:cs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64770" algn="ctr">
                        <a:spcBef>
                          <a:spcPts val="5"/>
                        </a:spcBef>
                        <a:spcAft>
                          <a:spcPts val="0"/>
                        </a:spcAft>
                      </a:pPr>
                      <a:r>
                        <a:rPr lang="en-US" sz="3600" dirty="0" err="1">
                          <a:effectLst/>
                        </a:rPr>
                        <a:t>shèhuì</a:t>
                      </a:r>
                      <a:r>
                        <a:rPr lang="en-US" sz="3600" dirty="0">
                          <a:effectLst/>
                        </a:rPr>
                        <a:t> </a:t>
                      </a:r>
                      <a:r>
                        <a:rPr lang="en-US" sz="3600" dirty="0" err="1">
                          <a:effectLst/>
                        </a:rPr>
                        <a:t>kè</a:t>
                      </a:r>
                      <a:r>
                        <a:rPr lang="en-US" sz="3600" dirty="0">
                          <a:effectLst/>
                        </a:rPr>
                        <a:t> </a:t>
                      </a:r>
                    </a:p>
                    <a:p>
                      <a:pPr marL="64770" algn="ctr">
                        <a:spcBef>
                          <a:spcPts val="5"/>
                        </a:spcBef>
                        <a:spcAft>
                          <a:spcPts val="0"/>
                        </a:spcAft>
                      </a:pPr>
                      <a:r>
                        <a:rPr lang="zh-CN" sz="3600" dirty="0">
                          <a:effectLst/>
                        </a:rPr>
                        <a:t>社会</a:t>
                      </a:r>
                      <a:r>
                        <a:rPr lang="en-US" sz="3600" dirty="0">
                          <a:effectLst/>
                        </a:rPr>
                        <a:t>  </a:t>
                      </a:r>
                      <a:r>
                        <a:rPr lang="zh-CN" sz="3600" dirty="0">
                          <a:effectLst/>
                        </a:rPr>
                        <a:t>课</a:t>
                      </a:r>
                      <a:endParaRPr lang="en-US" sz="3600" dirty="0">
                        <a:effectLst/>
                        <a:latin typeface="+mn-ea"/>
                        <a:ea typeface="+mn-ea"/>
                        <a:cs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67945" algn="ctr">
                        <a:spcBef>
                          <a:spcPts val="5"/>
                        </a:spcBef>
                        <a:spcAft>
                          <a:spcPts val="0"/>
                        </a:spcAft>
                      </a:pPr>
                      <a:r>
                        <a:rPr lang="en-US" sz="3600">
                          <a:effectLst/>
                        </a:rPr>
                        <a:t>lìshǐ kè</a:t>
                      </a:r>
                    </a:p>
                    <a:p>
                      <a:pPr marL="67945" algn="ctr">
                        <a:spcBef>
                          <a:spcPts val="5"/>
                        </a:spcBef>
                        <a:spcAft>
                          <a:spcPts val="0"/>
                        </a:spcAft>
                      </a:pPr>
                      <a:r>
                        <a:rPr lang="zh-CN" sz="3600">
                          <a:effectLst/>
                        </a:rPr>
                        <a:t>历史 课 </a:t>
                      </a:r>
                      <a:endParaRPr lang="en-US" sz="3600">
                        <a:effectLst/>
                        <a:latin typeface="+mn-ea"/>
                        <a:ea typeface="+mn-ea"/>
                        <a:cs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73660" algn="ctr">
                        <a:spcBef>
                          <a:spcPts val="5"/>
                        </a:spcBef>
                        <a:spcAft>
                          <a:spcPts val="0"/>
                        </a:spcAft>
                      </a:pPr>
                      <a:r>
                        <a:rPr lang="en-US" sz="3600" spc="5" dirty="0" err="1">
                          <a:effectLst/>
                        </a:rPr>
                        <a:t>w</a:t>
                      </a:r>
                      <a:r>
                        <a:rPr lang="en-US" sz="3600" dirty="0" err="1">
                          <a:effectLst/>
                        </a:rPr>
                        <a:t>én</a:t>
                      </a:r>
                      <a:r>
                        <a:rPr lang="en-US" sz="3600" spc="-10" dirty="0" err="1">
                          <a:effectLst/>
                        </a:rPr>
                        <a:t>h</a:t>
                      </a:r>
                      <a:r>
                        <a:rPr lang="en-US" sz="3600" dirty="0" err="1">
                          <a:effectLst/>
                        </a:rPr>
                        <a:t>uà</a:t>
                      </a:r>
                      <a:r>
                        <a:rPr lang="en-US" sz="3600" spc="-10" dirty="0">
                          <a:effectLst/>
                        </a:rPr>
                        <a:t> </a:t>
                      </a:r>
                      <a:r>
                        <a:rPr lang="en-US" sz="3600" dirty="0" err="1">
                          <a:effectLst/>
                        </a:rPr>
                        <a:t>kè</a:t>
                      </a:r>
                      <a:r>
                        <a:rPr lang="en-US" sz="3600" dirty="0">
                          <a:effectLst/>
                        </a:rPr>
                        <a:t> </a:t>
                      </a:r>
                    </a:p>
                    <a:p>
                      <a:pPr marL="73660" algn="ctr">
                        <a:spcBef>
                          <a:spcPts val="5"/>
                        </a:spcBef>
                        <a:spcAft>
                          <a:spcPts val="0"/>
                        </a:spcAft>
                      </a:pPr>
                      <a:r>
                        <a:rPr lang="zh-CN" sz="3600" dirty="0">
                          <a:effectLst/>
                        </a:rPr>
                        <a:t>文化 课</a:t>
                      </a:r>
                      <a:endParaRPr lang="en-US" sz="3600" dirty="0">
                        <a:effectLst/>
                        <a:latin typeface="+mn-ea"/>
                        <a:ea typeface="+mn-ea"/>
                        <a:cs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46010279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CCEE9"/>
        </a:solidFill>
        <a:effectLst/>
      </p:bgPr>
    </p:bg>
    <p:spTree>
      <p:nvGrpSpPr>
        <p:cNvPr id="1" name="Shape 10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6" name="Google Shape;1076;p49"/>
          <p:cNvPicPr preferRelativeResize="0"/>
          <p:nvPr/>
        </p:nvPicPr>
        <p:blipFill rotWithShape="1">
          <a:blip r:embed="rId3">
            <a:alphaModFix amt="19999"/>
          </a:blip>
          <a:srcRect b="43786"/>
          <a:stretch/>
        </p:blipFill>
        <p:spPr>
          <a:xfrm>
            <a:off x="0" y="6607"/>
            <a:ext cx="18288000" cy="1028039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77" name="Google Shape;1077;p49"/>
          <p:cNvGrpSpPr/>
          <p:nvPr/>
        </p:nvGrpSpPr>
        <p:grpSpPr>
          <a:xfrm>
            <a:off x="1594156" y="725578"/>
            <a:ext cx="15784561" cy="9068387"/>
            <a:chOff x="-6989" y="0"/>
            <a:chExt cx="18249771" cy="12091182"/>
          </a:xfrm>
        </p:grpSpPr>
        <p:sp>
          <p:nvSpPr>
            <p:cNvPr id="1078" name="Google Shape;1078;p49"/>
            <p:cNvSpPr/>
            <p:nvPr/>
          </p:nvSpPr>
          <p:spPr>
            <a:xfrm>
              <a:off x="-6989" y="281638"/>
              <a:ext cx="17931505" cy="11809544"/>
            </a:xfrm>
            <a:custGeom>
              <a:avLst/>
              <a:gdLst/>
              <a:ahLst/>
              <a:cxnLst/>
              <a:rect l="l" t="t" r="r" b="b"/>
              <a:pathLst>
                <a:path w="10809882" h="7119301" extrusionOk="0">
                  <a:moveTo>
                    <a:pt x="278431" y="16918"/>
                  </a:moveTo>
                  <a:cubicBezTo>
                    <a:pt x="278431" y="16918"/>
                    <a:pt x="604014" y="12258"/>
                    <a:pt x="1062558" y="12454"/>
                  </a:cubicBezTo>
                  <a:cubicBezTo>
                    <a:pt x="8804229" y="12671"/>
                    <a:pt x="10535814" y="0"/>
                    <a:pt x="10535814" y="0"/>
                  </a:cubicBezTo>
                  <a:cubicBezTo>
                    <a:pt x="10603278" y="0"/>
                    <a:pt x="10679215" y="0"/>
                    <a:pt x="10757988" y="85073"/>
                  </a:cubicBezTo>
                  <a:cubicBezTo>
                    <a:pt x="10800966" y="131488"/>
                    <a:pt x="10802035" y="240224"/>
                    <a:pt x="10802439" y="320281"/>
                  </a:cubicBezTo>
                  <a:cubicBezTo>
                    <a:pt x="10802439" y="320281"/>
                    <a:pt x="10800735" y="5267917"/>
                    <a:pt x="10800735" y="6356717"/>
                  </a:cubicBezTo>
                  <a:cubicBezTo>
                    <a:pt x="10800735" y="6570876"/>
                    <a:pt x="10809883" y="6870054"/>
                    <a:pt x="10809883" y="6870054"/>
                  </a:cubicBezTo>
                  <a:cubicBezTo>
                    <a:pt x="10809883" y="6998723"/>
                    <a:pt x="10805713" y="7119301"/>
                    <a:pt x="10552875" y="7111167"/>
                  </a:cubicBezTo>
                  <a:cubicBezTo>
                    <a:pt x="10552875" y="7111167"/>
                    <a:pt x="10176403" y="7090868"/>
                    <a:pt x="9081481" y="7098467"/>
                  </a:cubicBezTo>
                  <a:cubicBezTo>
                    <a:pt x="2545013" y="7106601"/>
                    <a:pt x="304023" y="7119301"/>
                    <a:pt x="304023" y="7119301"/>
                  </a:cubicBezTo>
                  <a:cubicBezTo>
                    <a:pt x="132548" y="7119301"/>
                    <a:pt x="4213" y="7018231"/>
                    <a:pt x="8532" y="6815685"/>
                  </a:cubicBezTo>
                  <a:cubicBezTo>
                    <a:pt x="8532" y="6815685"/>
                    <a:pt x="9630" y="6317143"/>
                    <a:pt x="4815" y="1670849"/>
                  </a:cubicBezTo>
                  <a:cubicBezTo>
                    <a:pt x="0" y="663668"/>
                    <a:pt x="25592" y="330596"/>
                    <a:pt x="25592" y="330596"/>
                  </a:cubicBezTo>
                  <a:cubicBezTo>
                    <a:pt x="27224" y="150571"/>
                    <a:pt x="143504" y="16918"/>
                    <a:pt x="278431" y="16918"/>
                  </a:cubicBezTo>
                  <a:close/>
                </a:path>
              </a:pathLst>
            </a:custGeom>
            <a:solidFill>
              <a:srgbClr val="2F3A6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9" name="Google Shape;1079;p49"/>
            <p:cNvSpPr/>
            <p:nvPr/>
          </p:nvSpPr>
          <p:spPr>
            <a:xfrm>
              <a:off x="329481" y="0"/>
              <a:ext cx="17913301" cy="11727398"/>
            </a:xfrm>
            <a:custGeom>
              <a:avLst/>
              <a:gdLst/>
              <a:ahLst/>
              <a:cxnLst/>
              <a:rect l="l" t="t" r="r" b="b"/>
              <a:pathLst>
                <a:path w="10825342" h="7087086" extrusionOk="0">
                  <a:moveTo>
                    <a:pt x="278431" y="16918"/>
                  </a:moveTo>
                  <a:cubicBezTo>
                    <a:pt x="278431" y="16918"/>
                    <a:pt x="604014" y="12258"/>
                    <a:pt x="1062834" y="12454"/>
                  </a:cubicBezTo>
                  <a:cubicBezTo>
                    <a:pt x="8817733" y="12671"/>
                    <a:pt x="10551274" y="0"/>
                    <a:pt x="10551274" y="0"/>
                  </a:cubicBezTo>
                  <a:cubicBezTo>
                    <a:pt x="10618737" y="0"/>
                    <a:pt x="10694674" y="0"/>
                    <a:pt x="10773448" y="85073"/>
                  </a:cubicBezTo>
                  <a:cubicBezTo>
                    <a:pt x="10816426" y="131488"/>
                    <a:pt x="10817494" y="240224"/>
                    <a:pt x="10817899" y="320281"/>
                  </a:cubicBezTo>
                  <a:cubicBezTo>
                    <a:pt x="10817899" y="320281"/>
                    <a:pt x="10816195" y="5241263"/>
                    <a:pt x="10816195" y="6324502"/>
                  </a:cubicBezTo>
                  <a:cubicBezTo>
                    <a:pt x="10816195" y="6538661"/>
                    <a:pt x="10825342" y="6837839"/>
                    <a:pt x="10825342" y="6837839"/>
                  </a:cubicBezTo>
                  <a:cubicBezTo>
                    <a:pt x="10825342" y="6966508"/>
                    <a:pt x="10821173" y="7087086"/>
                    <a:pt x="10568335" y="7078952"/>
                  </a:cubicBezTo>
                  <a:cubicBezTo>
                    <a:pt x="10568335" y="7078952"/>
                    <a:pt x="10191862" y="7058653"/>
                    <a:pt x="9095459" y="7066252"/>
                  </a:cubicBezTo>
                  <a:cubicBezTo>
                    <a:pt x="2547822" y="7074386"/>
                    <a:pt x="304023" y="7087086"/>
                    <a:pt x="304023" y="7087086"/>
                  </a:cubicBezTo>
                  <a:cubicBezTo>
                    <a:pt x="132548" y="7087086"/>
                    <a:pt x="4213" y="6986016"/>
                    <a:pt x="8532" y="6783470"/>
                  </a:cubicBezTo>
                  <a:cubicBezTo>
                    <a:pt x="8532" y="6783470"/>
                    <a:pt x="9630" y="6284928"/>
                    <a:pt x="4815" y="1666310"/>
                  </a:cubicBezTo>
                  <a:cubicBezTo>
                    <a:pt x="0" y="663668"/>
                    <a:pt x="25592" y="330596"/>
                    <a:pt x="25592" y="330596"/>
                  </a:cubicBezTo>
                  <a:cubicBezTo>
                    <a:pt x="27224" y="150571"/>
                    <a:pt x="143504" y="16918"/>
                    <a:pt x="278431" y="16918"/>
                  </a:cubicBezTo>
                  <a:close/>
                </a:path>
              </a:pathLst>
            </a:custGeom>
            <a:solidFill>
              <a:srgbClr val="FFF3E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080" name="Google Shape;1080;p4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-8762934">
            <a:off x="895850" y="8771304"/>
            <a:ext cx="2348424" cy="768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1" name="Google Shape;1081;p49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-720983">
            <a:off x="1024724" y="5276327"/>
            <a:ext cx="1794567" cy="30879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2" name="Google Shape;1082;p49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 rot="553163">
            <a:off x="16253913" y="6158716"/>
            <a:ext cx="1874366" cy="249139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3" name="Google Shape;1083;p49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 flipH="1">
            <a:off x="381847" y="-148751"/>
            <a:ext cx="4378081" cy="4134854"/>
          </a:xfrm>
          <a:prstGeom prst="rect">
            <a:avLst/>
          </a:prstGeom>
          <a:noFill/>
          <a:ln>
            <a:noFill/>
          </a:ln>
        </p:spPr>
      </p:pic>
      <p:sp>
        <p:nvSpPr>
          <p:cNvPr id="1084" name="Google Shape;1084;p49"/>
          <p:cNvSpPr txBox="1"/>
          <p:nvPr/>
        </p:nvSpPr>
        <p:spPr>
          <a:xfrm>
            <a:off x="561276" y="1350552"/>
            <a:ext cx="4019222" cy="744948"/>
          </a:xfrm>
          <a:prstGeom prst="rect">
            <a:avLst/>
          </a:prstGeom>
          <a:solidFill>
            <a:srgbClr val="E5DFEC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96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5046"/>
              <a:buFont typeface="Calibri"/>
              <a:buNone/>
            </a:pPr>
            <a:r>
              <a:rPr lang="en-US" sz="5046" b="1" i="0" u="none" strike="noStrike" cap="none">
                <a:solidFill>
                  <a:srgbClr val="2E2F30"/>
                </a:solidFill>
                <a:latin typeface="Calibri"/>
                <a:ea typeface="Calibri"/>
                <a:cs typeface="Calibri"/>
                <a:sym typeface="Calibri"/>
              </a:rPr>
              <a:t>练习Exercises</a:t>
            </a:r>
            <a:endParaRPr sz="5046" b="1" i="0" u="none" strike="noStrike" cap="none">
              <a:solidFill>
                <a:srgbClr val="2E2F3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5" name="Google Shape;1085;p49"/>
          <p:cNvSpPr txBox="1"/>
          <p:nvPr/>
        </p:nvSpPr>
        <p:spPr>
          <a:xfrm>
            <a:off x="6690386" y="936806"/>
            <a:ext cx="5173013" cy="931794"/>
          </a:xfrm>
          <a:prstGeom prst="rect">
            <a:avLst/>
          </a:prstGeom>
          <a:solidFill>
            <a:srgbClr val="FBD4B4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96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5046"/>
              <a:buFont typeface="Calibri"/>
              <a:buNone/>
            </a:pPr>
            <a:r>
              <a:rPr lang="en-US" sz="5046" b="1" i="0" u="none" strike="noStrike" cap="none">
                <a:solidFill>
                  <a:srgbClr val="2E2F30"/>
                </a:solidFill>
                <a:latin typeface="Calibri"/>
                <a:ea typeface="Calibri"/>
                <a:cs typeface="Calibri"/>
                <a:sym typeface="Calibri"/>
              </a:rPr>
              <a:t>替换 Substitutions</a:t>
            </a:r>
            <a:endParaRPr sz="5046" b="1" i="0" u="none" strike="noStrike" cap="none">
              <a:solidFill>
                <a:srgbClr val="2E2F3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6" name="Google Shape;1086;p49"/>
          <p:cNvSpPr/>
          <p:nvPr/>
        </p:nvSpPr>
        <p:spPr>
          <a:xfrm>
            <a:off x="6096000" y="2511790"/>
            <a:ext cx="7626056" cy="1941860"/>
          </a:xfrm>
          <a:custGeom>
            <a:avLst/>
            <a:gdLst/>
            <a:ahLst/>
            <a:cxnLst/>
            <a:rect l="l" t="t" r="r" b="b"/>
            <a:pathLst>
              <a:path w="8047623" h="5748858" extrusionOk="0">
                <a:moveTo>
                  <a:pt x="7419845" y="5694380"/>
                </a:moveTo>
                <a:cubicBezTo>
                  <a:pt x="7419845" y="5694380"/>
                  <a:pt x="6688970" y="5748858"/>
                  <a:pt x="5633256" y="5746236"/>
                </a:cubicBezTo>
                <a:cubicBezTo>
                  <a:pt x="3101516" y="5744074"/>
                  <a:pt x="1057074" y="5736249"/>
                  <a:pt x="1057074" y="5736249"/>
                </a:cubicBezTo>
                <a:cubicBezTo>
                  <a:pt x="812932" y="5727415"/>
                  <a:pt x="449110" y="5706185"/>
                  <a:pt x="282371" y="5648007"/>
                </a:cubicBezTo>
                <a:cubicBezTo>
                  <a:pt x="4469" y="5551044"/>
                  <a:pt x="0" y="5377765"/>
                  <a:pt x="0" y="4376960"/>
                </a:cubicBezTo>
                <a:lnTo>
                  <a:pt x="0" y="4376913"/>
                </a:lnTo>
                <a:cubicBezTo>
                  <a:pt x="8536" y="491230"/>
                  <a:pt x="0" y="345608"/>
                  <a:pt x="77597" y="223930"/>
                </a:cubicBezTo>
                <a:cubicBezTo>
                  <a:pt x="217372" y="4759"/>
                  <a:pt x="519255" y="4073"/>
                  <a:pt x="937909" y="4073"/>
                </a:cubicBezTo>
                <a:cubicBezTo>
                  <a:pt x="937909" y="4073"/>
                  <a:pt x="2039222" y="15681"/>
                  <a:pt x="4699719" y="7673"/>
                </a:cubicBezTo>
                <a:cubicBezTo>
                  <a:pt x="6470043" y="0"/>
                  <a:pt x="7186776" y="6979"/>
                  <a:pt x="7186776" y="6979"/>
                </a:cubicBezTo>
                <a:cubicBezTo>
                  <a:pt x="7555084" y="14458"/>
                  <a:pt x="7693344" y="42638"/>
                  <a:pt x="7891083" y="165219"/>
                </a:cubicBezTo>
                <a:cubicBezTo>
                  <a:pt x="8042101" y="258836"/>
                  <a:pt x="8047623" y="476157"/>
                  <a:pt x="8038482" y="4376913"/>
                </a:cubicBezTo>
                <a:lnTo>
                  <a:pt x="8038482" y="4376960"/>
                </a:lnTo>
                <a:cubicBezTo>
                  <a:pt x="8038481" y="5495730"/>
                  <a:pt x="7995697" y="5644318"/>
                  <a:pt x="7419845" y="5694380"/>
                </a:cubicBezTo>
                <a:close/>
              </a:path>
            </a:pathLst>
          </a:custGeom>
          <a:solidFill>
            <a:srgbClr val="EAF1D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7" name="Google Shape;1087;p49"/>
          <p:cNvSpPr txBox="1"/>
          <p:nvPr/>
        </p:nvSpPr>
        <p:spPr>
          <a:xfrm>
            <a:off x="6504345" y="2628097"/>
            <a:ext cx="7274511" cy="1865126"/>
          </a:xfrm>
          <a:prstGeom prst="rect">
            <a:avLst/>
          </a:prstGeom>
          <a:solidFill>
            <a:srgbClr val="E5DFEC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216249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2800"/>
              <a:buFont typeface="SimSun"/>
              <a:buNone/>
            </a:pPr>
            <a:r>
              <a:rPr lang="en-US" sz="2800" b="1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   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Nín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yào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 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huàn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shénme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qián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?</a:t>
            </a:r>
            <a:endParaRPr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marL="0" marR="0" lvl="0" indent="0" algn="l" rtl="0">
              <a:lnSpc>
                <a:spcPct val="137613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4400"/>
              <a:buFont typeface="Calibri"/>
              <a:buNone/>
            </a:pPr>
            <a:r>
              <a:rPr lang="en-US" sz="44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A: 您 要 换 </a:t>
            </a:r>
            <a:r>
              <a:rPr lang="en-US" sz="44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什么</a:t>
            </a:r>
            <a:r>
              <a:rPr lang="en-US" sz="44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钱？</a:t>
            </a:r>
            <a:endParaRPr sz="4400" b="0" i="0" u="none" strike="noStrike" cap="none" dirty="0">
              <a:solidFill>
                <a:srgbClr val="2E2F30"/>
              </a:solidFill>
              <a:latin typeface="SimSun" panose="02010600030101010101" pitchFamily="2" charset="-122"/>
              <a:ea typeface="SimSun" panose="02010600030101010101" pitchFamily="2" charset="-122"/>
              <a:cs typeface="Calibri"/>
              <a:sym typeface="Calibri"/>
            </a:endParaRPr>
          </a:p>
        </p:txBody>
      </p:sp>
      <p:pic>
        <p:nvPicPr>
          <p:cNvPr id="1088" name="Google Shape;1088;p49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 rot="-452987">
            <a:off x="3836729" y="2336481"/>
            <a:ext cx="2368383" cy="243478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9" name="Google Shape;1089;p49" descr="A person in a suit&#10;&#10;Description automatically generated with medium confidence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3928588" y="2247598"/>
            <a:ext cx="2274444" cy="227444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0" name="Google Shape;1090;p49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3465988" y="3884840"/>
            <a:ext cx="1450374" cy="1026145"/>
          </a:xfrm>
          <a:prstGeom prst="rect">
            <a:avLst/>
          </a:prstGeom>
          <a:noFill/>
          <a:ln>
            <a:noFill/>
          </a:ln>
        </p:spPr>
      </p:pic>
      <p:sp>
        <p:nvSpPr>
          <p:cNvPr id="1091" name="Google Shape;1091;p49"/>
          <p:cNvSpPr/>
          <p:nvPr/>
        </p:nvSpPr>
        <p:spPr>
          <a:xfrm>
            <a:off x="7091332" y="4635660"/>
            <a:ext cx="7626056" cy="1941860"/>
          </a:xfrm>
          <a:custGeom>
            <a:avLst/>
            <a:gdLst/>
            <a:ahLst/>
            <a:cxnLst/>
            <a:rect l="l" t="t" r="r" b="b"/>
            <a:pathLst>
              <a:path w="8047623" h="5748858" extrusionOk="0">
                <a:moveTo>
                  <a:pt x="7419845" y="5694380"/>
                </a:moveTo>
                <a:cubicBezTo>
                  <a:pt x="7419845" y="5694380"/>
                  <a:pt x="6688970" y="5748858"/>
                  <a:pt x="5633256" y="5746236"/>
                </a:cubicBezTo>
                <a:cubicBezTo>
                  <a:pt x="3101516" y="5744074"/>
                  <a:pt x="1057074" y="5736249"/>
                  <a:pt x="1057074" y="5736249"/>
                </a:cubicBezTo>
                <a:cubicBezTo>
                  <a:pt x="812932" y="5727415"/>
                  <a:pt x="449110" y="5706185"/>
                  <a:pt x="282371" y="5648007"/>
                </a:cubicBezTo>
                <a:cubicBezTo>
                  <a:pt x="4469" y="5551044"/>
                  <a:pt x="0" y="5377765"/>
                  <a:pt x="0" y="4376960"/>
                </a:cubicBezTo>
                <a:lnTo>
                  <a:pt x="0" y="4376913"/>
                </a:lnTo>
                <a:cubicBezTo>
                  <a:pt x="8536" y="491230"/>
                  <a:pt x="0" y="345608"/>
                  <a:pt x="77597" y="223930"/>
                </a:cubicBezTo>
                <a:cubicBezTo>
                  <a:pt x="217372" y="4759"/>
                  <a:pt x="519255" y="4073"/>
                  <a:pt x="937909" y="4073"/>
                </a:cubicBezTo>
                <a:cubicBezTo>
                  <a:pt x="937909" y="4073"/>
                  <a:pt x="2039222" y="15681"/>
                  <a:pt x="4699719" y="7673"/>
                </a:cubicBezTo>
                <a:cubicBezTo>
                  <a:pt x="6470043" y="0"/>
                  <a:pt x="7186776" y="6979"/>
                  <a:pt x="7186776" y="6979"/>
                </a:cubicBezTo>
                <a:cubicBezTo>
                  <a:pt x="7555084" y="14458"/>
                  <a:pt x="7693344" y="42638"/>
                  <a:pt x="7891083" y="165219"/>
                </a:cubicBezTo>
                <a:cubicBezTo>
                  <a:pt x="8042101" y="258836"/>
                  <a:pt x="8047623" y="476157"/>
                  <a:pt x="8038482" y="4376913"/>
                </a:cubicBezTo>
                <a:lnTo>
                  <a:pt x="8038482" y="4376960"/>
                </a:lnTo>
                <a:cubicBezTo>
                  <a:pt x="8038481" y="5495730"/>
                  <a:pt x="7995697" y="5644318"/>
                  <a:pt x="7419845" y="5694380"/>
                </a:cubicBezTo>
                <a:close/>
              </a:path>
            </a:pathLst>
          </a:custGeom>
          <a:solidFill>
            <a:srgbClr val="EAF1D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2" name="Google Shape;1092;p49"/>
          <p:cNvSpPr txBox="1"/>
          <p:nvPr/>
        </p:nvSpPr>
        <p:spPr>
          <a:xfrm>
            <a:off x="7124339" y="4832412"/>
            <a:ext cx="7274511" cy="1865126"/>
          </a:xfrm>
          <a:prstGeom prst="rect">
            <a:avLst/>
          </a:prstGeom>
          <a:solidFill>
            <a:srgbClr val="E5DFEC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216249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2800"/>
              <a:buFont typeface="SimSun"/>
              <a:buNone/>
            </a:pPr>
            <a:r>
              <a:rPr lang="en-US" sz="2800" b="1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   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Wǒ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 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yào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 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huàn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rénmínbì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.</a:t>
            </a:r>
            <a:endParaRPr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marL="0" marR="0" lvl="0" indent="0" algn="l" rtl="0">
              <a:lnSpc>
                <a:spcPct val="137613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4400"/>
              <a:buFont typeface="Calibri"/>
              <a:buNone/>
            </a:pPr>
            <a:r>
              <a:rPr lang="en-US" sz="44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B: 我 要 换 </a:t>
            </a:r>
            <a:r>
              <a:rPr lang="en-US" sz="4400" b="1" i="0" u="sng" strike="noStrike" cap="none" dirty="0" err="1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人民币</a:t>
            </a:r>
            <a:r>
              <a:rPr lang="en-US" sz="44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。</a:t>
            </a:r>
            <a:endParaRPr sz="4400" b="0" i="0" u="none" strike="noStrike" cap="none" dirty="0">
              <a:solidFill>
                <a:srgbClr val="2E2F30"/>
              </a:solidFill>
              <a:latin typeface="SimSun" panose="02010600030101010101" pitchFamily="2" charset="-122"/>
              <a:ea typeface="SimSun" panose="02010600030101010101" pitchFamily="2" charset="-122"/>
              <a:cs typeface="Calibri"/>
              <a:sym typeface="Calibri"/>
            </a:endParaRPr>
          </a:p>
        </p:txBody>
      </p:sp>
      <p:pic>
        <p:nvPicPr>
          <p:cNvPr id="1093" name="Google Shape;1093;p49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 rot="1157927">
            <a:off x="14132645" y="3883621"/>
            <a:ext cx="2368383" cy="243478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4" name="Google Shape;1094;p49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14243050" y="3884840"/>
            <a:ext cx="1984459" cy="19844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5" name="Google Shape;1095;p49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15630586" y="5421410"/>
            <a:ext cx="846212" cy="830826"/>
          </a:xfrm>
          <a:prstGeom prst="rect">
            <a:avLst/>
          </a:prstGeom>
          <a:noFill/>
          <a:ln>
            <a:noFill/>
          </a:ln>
        </p:spPr>
      </p:pic>
      <p:sp>
        <p:nvSpPr>
          <p:cNvPr id="1096" name="Google Shape;1096;p49"/>
          <p:cNvSpPr/>
          <p:nvPr/>
        </p:nvSpPr>
        <p:spPr>
          <a:xfrm>
            <a:off x="3276600" y="7020189"/>
            <a:ext cx="2251102" cy="1941860"/>
          </a:xfrm>
          <a:custGeom>
            <a:avLst/>
            <a:gdLst/>
            <a:ahLst/>
            <a:cxnLst/>
            <a:rect l="l" t="t" r="r" b="b"/>
            <a:pathLst>
              <a:path w="8047623" h="5748858" extrusionOk="0">
                <a:moveTo>
                  <a:pt x="7419845" y="5694380"/>
                </a:moveTo>
                <a:cubicBezTo>
                  <a:pt x="7419845" y="5694380"/>
                  <a:pt x="6688970" y="5748858"/>
                  <a:pt x="5633256" y="5746236"/>
                </a:cubicBezTo>
                <a:cubicBezTo>
                  <a:pt x="3101516" y="5744074"/>
                  <a:pt x="1057074" y="5736249"/>
                  <a:pt x="1057074" y="5736249"/>
                </a:cubicBezTo>
                <a:cubicBezTo>
                  <a:pt x="812932" y="5727415"/>
                  <a:pt x="449110" y="5706185"/>
                  <a:pt x="282371" y="5648007"/>
                </a:cubicBezTo>
                <a:cubicBezTo>
                  <a:pt x="4469" y="5551044"/>
                  <a:pt x="0" y="5377765"/>
                  <a:pt x="0" y="4376960"/>
                </a:cubicBezTo>
                <a:lnTo>
                  <a:pt x="0" y="4376913"/>
                </a:lnTo>
                <a:cubicBezTo>
                  <a:pt x="8536" y="491230"/>
                  <a:pt x="0" y="345608"/>
                  <a:pt x="77597" y="223930"/>
                </a:cubicBezTo>
                <a:cubicBezTo>
                  <a:pt x="217372" y="4759"/>
                  <a:pt x="519255" y="4073"/>
                  <a:pt x="937909" y="4073"/>
                </a:cubicBezTo>
                <a:cubicBezTo>
                  <a:pt x="937909" y="4073"/>
                  <a:pt x="2039222" y="15681"/>
                  <a:pt x="4699719" y="7673"/>
                </a:cubicBezTo>
                <a:cubicBezTo>
                  <a:pt x="6470043" y="0"/>
                  <a:pt x="7186776" y="6979"/>
                  <a:pt x="7186776" y="6979"/>
                </a:cubicBezTo>
                <a:cubicBezTo>
                  <a:pt x="7555084" y="14458"/>
                  <a:pt x="7693344" y="42638"/>
                  <a:pt x="7891083" y="165219"/>
                </a:cubicBezTo>
                <a:cubicBezTo>
                  <a:pt x="8042101" y="258836"/>
                  <a:pt x="8047623" y="476157"/>
                  <a:pt x="8038482" y="4376913"/>
                </a:cubicBezTo>
                <a:lnTo>
                  <a:pt x="8038482" y="4376960"/>
                </a:lnTo>
                <a:cubicBezTo>
                  <a:pt x="8038481" y="5495730"/>
                  <a:pt x="7995697" y="5644318"/>
                  <a:pt x="7419845" y="5694380"/>
                </a:cubicBezTo>
                <a:close/>
              </a:path>
            </a:pathLst>
          </a:custGeom>
          <a:solidFill>
            <a:srgbClr val="E5DFE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7" name="Google Shape;1097;p49"/>
          <p:cNvSpPr txBox="1"/>
          <p:nvPr/>
        </p:nvSpPr>
        <p:spPr>
          <a:xfrm>
            <a:off x="3461992" y="7216941"/>
            <a:ext cx="1793184" cy="1865126"/>
          </a:xfrm>
          <a:prstGeom prst="rect">
            <a:avLst/>
          </a:prstGeom>
          <a:solidFill>
            <a:srgbClr val="FDE9D8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216249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2800"/>
              <a:buFont typeface="SimSun"/>
              <a:buNone/>
            </a:pP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Měiyuán</a:t>
            </a:r>
            <a:endParaRPr dirty="0"/>
          </a:p>
          <a:p>
            <a:pPr marL="0" marR="0" lvl="0" indent="0" algn="ctr" rtl="0">
              <a:lnSpc>
                <a:spcPct val="137613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4400"/>
              <a:buFont typeface="Calibri"/>
              <a:buNone/>
            </a:pPr>
            <a:r>
              <a:rPr lang="en-US" sz="44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美元</a:t>
            </a:r>
            <a:endParaRPr sz="4400" b="0" i="0" u="none" strike="noStrike" cap="none" dirty="0">
              <a:solidFill>
                <a:srgbClr val="2E2F30"/>
              </a:solidFill>
              <a:latin typeface="SimSun" panose="02010600030101010101" pitchFamily="2" charset="-122"/>
              <a:ea typeface="SimSun" panose="02010600030101010101" pitchFamily="2" charset="-122"/>
              <a:cs typeface="Calibri"/>
              <a:sym typeface="Calibri"/>
            </a:endParaRPr>
          </a:p>
        </p:txBody>
      </p:sp>
      <p:sp>
        <p:nvSpPr>
          <p:cNvPr id="1098" name="Google Shape;1098;p49"/>
          <p:cNvSpPr/>
          <p:nvPr/>
        </p:nvSpPr>
        <p:spPr>
          <a:xfrm>
            <a:off x="6690386" y="7020189"/>
            <a:ext cx="2251102" cy="1941860"/>
          </a:xfrm>
          <a:custGeom>
            <a:avLst/>
            <a:gdLst/>
            <a:ahLst/>
            <a:cxnLst/>
            <a:rect l="l" t="t" r="r" b="b"/>
            <a:pathLst>
              <a:path w="8047623" h="5748858" extrusionOk="0">
                <a:moveTo>
                  <a:pt x="7419845" y="5694380"/>
                </a:moveTo>
                <a:cubicBezTo>
                  <a:pt x="7419845" y="5694380"/>
                  <a:pt x="6688970" y="5748858"/>
                  <a:pt x="5633256" y="5746236"/>
                </a:cubicBezTo>
                <a:cubicBezTo>
                  <a:pt x="3101516" y="5744074"/>
                  <a:pt x="1057074" y="5736249"/>
                  <a:pt x="1057074" y="5736249"/>
                </a:cubicBezTo>
                <a:cubicBezTo>
                  <a:pt x="812932" y="5727415"/>
                  <a:pt x="449110" y="5706185"/>
                  <a:pt x="282371" y="5648007"/>
                </a:cubicBezTo>
                <a:cubicBezTo>
                  <a:pt x="4469" y="5551044"/>
                  <a:pt x="0" y="5377765"/>
                  <a:pt x="0" y="4376960"/>
                </a:cubicBezTo>
                <a:lnTo>
                  <a:pt x="0" y="4376913"/>
                </a:lnTo>
                <a:cubicBezTo>
                  <a:pt x="8536" y="491230"/>
                  <a:pt x="0" y="345608"/>
                  <a:pt x="77597" y="223930"/>
                </a:cubicBezTo>
                <a:cubicBezTo>
                  <a:pt x="217372" y="4759"/>
                  <a:pt x="519255" y="4073"/>
                  <a:pt x="937909" y="4073"/>
                </a:cubicBezTo>
                <a:cubicBezTo>
                  <a:pt x="937909" y="4073"/>
                  <a:pt x="2039222" y="15681"/>
                  <a:pt x="4699719" y="7673"/>
                </a:cubicBezTo>
                <a:cubicBezTo>
                  <a:pt x="6470043" y="0"/>
                  <a:pt x="7186776" y="6979"/>
                  <a:pt x="7186776" y="6979"/>
                </a:cubicBezTo>
                <a:cubicBezTo>
                  <a:pt x="7555084" y="14458"/>
                  <a:pt x="7693344" y="42638"/>
                  <a:pt x="7891083" y="165219"/>
                </a:cubicBezTo>
                <a:cubicBezTo>
                  <a:pt x="8042101" y="258836"/>
                  <a:pt x="8047623" y="476157"/>
                  <a:pt x="8038482" y="4376913"/>
                </a:cubicBezTo>
                <a:lnTo>
                  <a:pt x="8038482" y="4376960"/>
                </a:lnTo>
                <a:cubicBezTo>
                  <a:pt x="8038481" y="5495730"/>
                  <a:pt x="7995697" y="5644318"/>
                  <a:pt x="7419845" y="5694380"/>
                </a:cubicBezTo>
                <a:close/>
              </a:path>
            </a:pathLst>
          </a:custGeom>
          <a:solidFill>
            <a:srgbClr val="E5DFE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9" name="Google Shape;1099;p49"/>
          <p:cNvSpPr txBox="1"/>
          <p:nvPr/>
        </p:nvSpPr>
        <p:spPr>
          <a:xfrm>
            <a:off x="6875778" y="7216941"/>
            <a:ext cx="1793184" cy="1865126"/>
          </a:xfrm>
          <a:prstGeom prst="rect">
            <a:avLst/>
          </a:prstGeom>
          <a:solidFill>
            <a:srgbClr val="FDE9D8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216249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2800"/>
              <a:buFont typeface="SimSun"/>
              <a:buNone/>
            </a:pP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Tàizhū</a:t>
            </a:r>
            <a:endParaRPr dirty="0"/>
          </a:p>
          <a:p>
            <a:pPr marL="0" marR="0" lvl="0" indent="0" algn="ctr" rtl="0">
              <a:lnSpc>
                <a:spcPct val="137613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4400"/>
              <a:buFont typeface="Calibri"/>
              <a:buNone/>
            </a:pPr>
            <a:r>
              <a:rPr lang="en-US" sz="44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泰铢</a:t>
            </a:r>
            <a:endParaRPr sz="4400" b="0" i="0" u="none" strike="noStrike" cap="none" dirty="0">
              <a:solidFill>
                <a:srgbClr val="2E2F30"/>
              </a:solidFill>
              <a:latin typeface="SimSun" panose="02010600030101010101" pitchFamily="2" charset="-122"/>
              <a:ea typeface="SimSun" panose="02010600030101010101" pitchFamily="2" charset="-122"/>
              <a:cs typeface="Calibri"/>
              <a:sym typeface="Calibri"/>
            </a:endParaRPr>
          </a:p>
        </p:txBody>
      </p:sp>
      <p:sp>
        <p:nvSpPr>
          <p:cNvPr id="1100" name="Google Shape;1100;p49"/>
          <p:cNvSpPr/>
          <p:nvPr/>
        </p:nvSpPr>
        <p:spPr>
          <a:xfrm>
            <a:off x="10163728" y="7020189"/>
            <a:ext cx="2251102" cy="1941860"/>
          </a:xfrm>
          <a:custGeom>
            <a:avLst/>
            <a:gdLst/>
            <a:ahLst/>
            <a:cxnLst/>
            <a:rect l="l" t="t" r="r" b="b"/>
            <a:pathLst>
              <a:path w="8047623" h="5748858" extrusionOk="0">
                <a:moveTo>
                  <a:pt x="7419845" y="5694380"/>
                </a:moveTo>
                <a:cubicBezTo>
                  <a:pt x="7419845" y="5694380"/>
                  <a:pt x="6688970" y="5748858"/>
                  <a:pt x="5633256" y="5746236"/>
                </a:cubicBezTo>
                <a:cubicBezTo>
                  <a:pt x="3101516" y="5744074"/>
                  <a:pt x="1057074" y="5736249"/>
                  <a:pt x="1057074" y="5736249"/>
                </a:cubicBezTo>
                <a:cubicBezTo>
                  <a:pt x="812932" y="5727415"/>
                  <a:pt x="449110" y="5706185"/>
                  <a:pt x="282371" y="5648007"/>
                </a:cubicBezTo>
                <a:cubicBezTo>
                  <a:pt x="4469" y="5551044"/>
                  <a:pt x="0" y="5377765"/>
                  <a:pt x="0" y="4376960"/>
                </a:cubicBezTo>
                <a:lnTo>
                  <a:pt x="0" y="4376913"/>
                </a:lnTo>
                <a:cubicBezTo>
                  <a:pt x="8536" y="491230"/>
                  <a:pt x="0" y="345608"/>
                  <a:pt x="77597" y="223930"/>
                </a:cubicBezTo>
                <a:cubicBezTo>
                  <a:pt x="217372" y="4759"/>
                  <a:pt x="519255" y="4073"/>
                  <a:pt x="937909" y="4073"/>
                </a:cubicBezTo>
                <a:cubicBezTo>
                  <a:pt x="937909" y="4073"/>
                  <a:pt x="2039222" y="15681"/>
                  <a:pt x="4699719" y="7673"/>
                </a:cubicBezTo>
                <a:cubicBezTo>
                  <a:pt x="6470043" y="0"/>
                  <a:pt x="7186776" y="6979"/>
                  <a:pt x="7186776" y="6979"/>
                </a:cubicBezTo>
                <a:cubicBezTo>
                  <a:pt x="7555084" y="14458"/>
                  <a:pt x="7693344" y="42638"/>
                  <a:pt x="7891083" y="165219"/>
                </a:cubicBezTo>
                <a:cubicBezTo>
                  <a:pt x="8042101" y="258836"/>
                  <a:pt x="8047623" y="476157"/>
                  <a:pt x="8038482" y="4376913"/>
                </a:cubicBezTo>
                <a:lnTo>
                  <a:pt x="8038482" y="4376960"/>
                </a:lnTo>
                <a:cubicBezTo>
                  <a:pt x="8038481" y="5495730"/>
                  <a:pt x="7995697" y="5644318"/>
                  <a:pt x="7419845" y="5694380"/>
                </a:cubicBezTo>
                <a:close/>
              </a:path>
            </a:pathLst>
          </a:custGeom>
          <a:solidFill>
            <a:srgbClr val="E5DFE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1" name="Google Shape;1101;p49"/>
          <p:cNvSpPr txBox="1"/>
          <p:nvPr/>
        </p:nvSpPr>
        <p:spPr>
          <a:xfrm>
            <a:off x="10349120" y="7216941"/>
            <a:ext cx="1793184" cy="1865126"/>
          </a:xfrm>
          <a:prstGeom prst="rect">
            <a:avLst/>
          </a:prstGeom>
          <a:solidFill>
            <a:srgbClr val="FDE9D8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216249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2800"/>
              <a:buFont typeface="SimSun"/>
              <a:buNone/>
            </a:pP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Ōuyuán</a:t>
            </a:r>
            <a:endParaRPr dirty="0"/>
          </a:p>
          <a:p>
            <a:pPr marL="0" marR="0" lvl="0" indent="0" algn="ctr" rtl="0">
              <a:lnSpc>
                <a:spcPct val="137613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4400"/>
              <a:buFont typeface="Calibri"/>
              <a:buNone/>
            </a:pPr>
            <a:r>
              <a:rPr lang="en-US" sz="44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欧元</a:t>
            </a:r>
            <a:endParaRPr sz="4400" b="0" i="0" u="none" strike="noStrike" cap="none" dirty="0">
              <a:solidFill>
                <a:srgbClr val="2E2F30"/>
              </a:solidFill>
              <a:latin typeface="SimSun" panose="02010600030101010101" pitchFamily="2" charset="-122"/>
              <a:ea typeface="SimSun" panose="02010600030101010101" pitchFamily="2" charset="-122"/>
              <a:cs typeface="Calibri"/>
              <a:sym typeface="Calibri"/>
            </a:endParaRPr>
          </a:p>
        </p:txBody>
      </p:sp>
      <p:sp>
        <p:nvSpPr>
          <p:cNvPr id="1102" name="Google Shape;1102;p49"/>
          <p:cNvSpPr/>
          <p:nvPr/>
        </p:nvSpPr>
        <p:spPr>
          <a:xfrm>
            <a:off x="13541851" y="7019563"/>
            <a:ext cx="2251102" cy="1941860"/>
          </a:xfrm>
          <a:custGeom>
            <a:avLst/>
            <a:gdLst/>
            <a:ahLst/>
            <a:cxnLst/>
            <a:rect l="l" t="t" r="r" b="b"/>
            <a:pathLst>
              <a:path w="8047623" h="5748858" extrusionOk="0">
                <a:moveTo>
                  <a:pt x="7419845" y="5694380"/>
                </a:moveTo>
                <a:cubicBezTo>
                  <a:pt x="7419845" y="5694380"/>
                  <a:pt x="6688970" y="5748858"/>
                  <a:pt x="5633256" y="5746236"/>
                </a:cubicBezTo>
                <a:cubicBezTo>
                  <a:pt x="3101516" y="5744074"/>
                  <a:pt x="1057074" y="5736249"/>
                  <a:pt x="1057074" y="5736249"/>
                </a:cubicBezTo>
                <a:cubicBezTo>
                  <a:pt x="812932" y="5727415"/>
                  <a:pt x="449110" y="5706185"/>
                  <a:pt x="282371" y="5648007"/>
                </a:cubicBezTo>
                <a:cubicBezTo>
                  <a:pt x="4469" y="5551044"/>
                  <a:pt x="0" y="5377765"/>
                  <a:pt x="0" y="4376960"/>
                </a:cubicBezTo>
                <a:lnTo>
                  <a:pt x="0" y="4376913"/>
                </a:lnTo>
                <a:cubicBezTo>
                  <a:pt x="8536" y="491230"/>
                  <a:pt x="0" y="345608"/>
                  <a:pt x="77597" y="223930"/>
                </a:cubicBezTo>
                <a:cubicBezTo>
                  <a:pt x="217372" y="4759"/>
                  <a:pt x="519255" y="4073"/>
                  <a:pt x="937909" y="4073"/>
                </a:cubicBezTo>
                <a:cubicBezTo>
                  <a:pt x="937909" y="4073"/>
                  <a:pt x="2039222" y="15681"/>
                  <a:pt x="4699719" y="7673"/>
                </a:cubicBezTo>
                <a:cubicBezTo>
                  <a:pt x="6470043" y="0"/>
                  <a:pt x="7186776" y="6979"/>
                  <a:pt x="7186776" y="6979"/>
                </a:cubicBezTo>
                <a:cubicBezTo>
                  <a:pt x="7555084" y="14458"/>
                  <a:pt x="7693344" y="42638"/>
                  <a:pt x="7891083" y="165219"/>
                </a:cubicBezTo>
                <a:cubicBezTo>
                  <a:pt x="8042101" y="258836"/>
                  <a:pt x="8047623" y="476157"/>
                  <a:pt x="8038482" y="4376913"/>
                </a:cubicBezTo>
                <a:lnTo>
                  <a:pt x="8038482" y="4376960"/>
                </a:lnTo>
                <a:cubicBezTo>
                  <a:pt x="8038481" y="5495730"/>
                  <a:pt x="7995697" y="5644318"/>
                  <a:pt x="7419845" y="5694380"/>
                </a:cubicBezTo>
                <a:close/>
              </a:path>
            </a:pathLst>
          </a:custGeom>
          <a:solidFill>
            <a:srgbClr val="E5DFE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3" name="Google Shape;1103;p49"/>
          <p:cNvSpPr txBox="1"/>
          <p:nvPr/>
        </p:nvSpPr>
        <p:spPr>
          <a:xfrm>
            <a:off x="13727243" y="7216315"/>
            <a:ext cx="1793184" cy="1865126"/>
          </a:xfrm>
          <a:prstGeom prst="rect">
            <a:avLst/>
          </a:prstGeom>
          <a:solidFill>
            <a:srgbClr val="FDE9D8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216249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2800"/>
              <a:buFont typeface="SimSun"/>
              <a:buNone/>
            </a:pP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Gǎnɡbì</a:t>
            </a:r>
            <a:endParaRPr dirty="0"/>
          </a:p>
          <a:p>
            <a:pPr marL="0" marR="0" lvl="0" indent="0" algn="ctr" rtl="0">
              <a:lnSpc>
                <a:spcPct val="137613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4400"/>
              <a:buFont typeface="Calibri"/>
              <a:buNone/>
            </a:pPr>
            <a:r>
              <a:rPr lang="en-US" sz="44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港币</a:t>
            </a:r>
            <a:endParaRPr sz="4400" b="0" i="0" u="none" strike="noStrike" cap="none" dirty="0">
              <a:solidFill>
                <a:srgbClr val="2E2F30"/>
              </a:solidFill>
              <a:latin typeface="SimSun" panose="02010600030101010101" pitchFamily="2" charset="-122"/>
              <a:ea typeface="SimSun" panose="02010600030101010101" pitchFamily="2" charset="-122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CCEE9"/>
        </a:solidFill>
        <a:effectLst/>
      </p:bgPr>
    </p:bg>
    <p:spTree>
      <p:nvGrpSpPr>
        <p:cNvPr id="1" name="Shape 1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8" name="Google Shape;1108;p50"/>
          <p:cNvPicPr preferRelativeResize="0"/>
          <p:nvPr/>
        </p:nvPicPr>
        <p:blipFill rotWithShape="1">
          <a:blip r:embed="rId3">
            <a:alphaModFix amt="19999"/>
          </a:blip>
          <a:srcRect b="43786"/>
          <a:stretch/>
        </p:blipFill>
        <p:spPr>
          <a:xfrm>
            <a:off x="0" y="6607"/>
            <a:ext cx="18288000" cy="1028039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09" name="Google Shape;1109;p50"/>
          <p:cNvGrpSpPr/>
          <p:nvPr/>
        </p:nvGrpSpPr>
        <p:grpSpPr>
          <a:xfrm>
            <a:off x="1594156" y="266700"/>
            <a:ext cx="15784561" cy="9787244"/>
            <a:chOff x="-6989" y="0"/>
            <a:chExt cx="18249771" cy="12091182"/>
          </a:xfrm>
        </p:grpSpPr>
        <p:sp>
          <p:nvSpPr>
            <p:cNvPr id="1110" name="Google Shape;1110;p50"/>
            <p:cNvSpPr/>
            <p:nvPr/>
          </p:nvSpPr>
          <p:spPr>
            <a:xfrm>
              <a:off x="-6989" y="281638"/>
              <a:ext cx="17931505" cy="11809544"/>
            </a:xfrm>
            <a:custGeom>
              <a:avLst/>
              <a:gdLst/>
              <a:ahLst/>
              <a:cxnLst/>
              <a:rect l="l" t="t" r="r" b="b"/>
              <a:pathLst>
                <a:path w="10809882" h="7119301" extrusionOk="0">
                  <a:moveTo>
                    <a:pt x="278431" y="16918"/>
                  </a:moveTo>
                  <a:cubicBezTo>
                    <a:pt x="278431" y="16918"/>
                    <a:pt x="604014" y="12258"/>
                    <a:pt x="1062558" y="12454"/>
                  </a:cubicBezTo>
                  <a:cubicBezTo>
                    <a:pt x="8804229" y="12671"/>
                    <a:pt x="10535814" y="0"/>
                    <a:pt x="10535814" y="0"/>
                  </a:cubicBezTo>
                  <a:cubicBezTo>
                    <a:pt x="10603278" y="0"/>
                    <a:pt x="10679215" y="0"/>
                    <a:pt x="10757988" y="85073"/>
                  </a:cubicBezTo>
                  <a:cubicBezTo>
                    <a:pt x="10800966" y="131488"/>
                    <a:pt x="10802035" y="240224"/>
                    <a:pt x="10802439" y="320281"/>
                  </a:cubicBezTo>
                  <a:cubicBezTo>
                    <a:pt x="10802439" y="320281"/>
                    <a:pt x="10800735" y="5267917"/>
                    <a:pt x="10800735" y="6356717"/>
                  </a:cubicBezTo>
                  <a:cubicBezTo>
                    <a:pt x="10800735" y="6570876"/>
                    <a:pt x="10809883" y="6870054"/>
                    <a:pt x="10809883" y="6870054"/>
                  </a:cubicBezTo>
                  <a:cubicBezTo>
                    <a:pt x="10809883" y="6998723"/>
                    <a:pt x="10805713" y="7119301"/>
                    <a:pt x="10552875" y="7111167"/>
                  </a:cubicBezTo>
                  <a:cubicBezTo>
                    <a:pt x="10552875" y="7111167"/>
                    <a:pt x="10176403" y="7090868"/>
                    <a:pt x="9081481" y="7098467"/>
                  </a:cubicBezTo>
                  <a:cubicBezTo>
                    <a:pt x="2545013" y="7106601"/>
                    <a:pt x="304023" y="7119301"/>
                    <a:pt x="304023" y="7119301"/>
                  </a:cubicBezTo>
                  <a:cubicBezTo>
                    <a:pt x="132548" y="7119301"/>
                    <a:pt x="4213" y="7018231"/>
                    <a:pt x="8532" y="6815685"/>
                  </a:cubicBezTo>
                  <a:cubicBezTo>
                    <a:pt x="8532" y="6815685"/>
                    <a:pt x="9630" y="6317143"/>
                    <a:pt x="4815" y="1670849"/>
                  </a:cubicBezTo>
                  <a:cubicBezTo>
                    <a:pt x="0" y="663668"/>
                    <a:pt x="25592" y="330596"/>
                    <a:pt x="25592" y="330596"/>
                  </a:cubicBezTo>
                  <a:cubicBezTo>
                    <a:pt x="27224" y="150571"/>
                    <a:pt x="143504" y="16918"/>
                    <a:pt x="278431" y="16918"/>
                  </a:cubicBezTo>
                  <a:close/>
                </a:path>
              </a:pathLst>
            </a:custGeom>
            <a:solidFill>
              <a:srgbClr val="2F3A6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1" name="Google Shape;1111;p50"/>
            <p:cNvSpPr/>
            <p:nvPr/>
          </p:nvSpPr>
          <p:spPr>
            <a:xfrm>
              <a:off x="329481" y="0"/>
              <a:ext cx="17913301" cy="11727398"/>
            </a:xfrm>
            <a:custGeom>
              <a:avLst/>
              <a:gdLst/>
              <a:ahLst/>
              <a:cxnLst/>
              <a:rect l="l" t="t" r="r" b="b"/>
              <a:pathLst>
                <a:path w="10825342" h="7087086" extrusionOk="0">
                  <a:moveTo>
                    <a:pt x="278431" y="16918"/>
                  </a:moveTo>
                  <a:cubicBezTo>
                    <a:pt x="278431" y="16918"/>
                    <a:pt x="604014" y="12258"/>
                    <a:pt x="1062834" y="12454"/>
                  </a:cubicBezTo>
                  <a:cubicBezTo>
                    <a:pt x="8817733" y="12671"/>
                    <a:pt x="10551274" y="0"/>
                    <a:pt x="10551274" y="0"/>
                  </a:cubicBezTo>
                  <a:cubicBezTo>
                    <a:pt x="10618737" y="0"/>
                    <a:pt x="10694674" y="0"/>
                    <a:pt x="10773448" y="85073"/>
                  </a:cubicBezTo>
                  <a:cubicBezTo>
                    <a:pt x="10816426" y="131488"/>
                    <a:pt x="10817494" y="240224"/>
                    <a:pt x="10817899" y="320281"/>
                  </a:cubicBezTo>
                  <a:cubicBezTo>
                    <a:pt x="10817899" y="320281"/>
                    <a:pt x="10816195" y="5241263"/>
                    <a:pt x="10816195" y="6324502"/>
                  </a:cubicBezTo>
                  <a:cubicBezTo>
                    <a:pt x="10816195" y="6538661"/>
                    <a:pt x="10825342" y="6837839"/>
                    <a:pt x="10825342" y="6837839"/>
                  </a:cubicBezTo>
                  <a:cubicBezTo>
                    <a:pt x="10825342" y="6966508"/>
                    <a:pt x="10821173" y="7087086"/>
                    <a:pt x="10568335" y="7078952"/>
                  </a:cubicBezTo>
                  <a:cubicBezTo>
                    <a:pt x="10568335" y="7078952"/>
                    <a:pt x="10191862" y="7058653"/>
                    <a:pt x="9095459" y="7066252"/>
                  </a:cubicBezTo>
                  <a:cubicBezTo>
                    <a:pt x="2547822" y="7074386"/>
                    <a:pt x="304023" y="7087086"/>
                    <a:pt x="304023" y="7087086"/>
                  </a:cubicBezTo>
                  <a:cubicBezTo>
                    <a:pt x="132548" y="7087086"/>
                    <a:pt x="4213" y="6986016"/>
                    <a:pt x="8532" y="6783470"/>
                  </a:cubicBezTo>
                  <a:cubicBezTo>
                    <a:pt x="8532" y="6783470"/>
                    <a:pt x="9630" y="6284928"/>
                    <a:pt x="4815" y="1666310"/>
                  </a:cubicBezTo>
                  <a:cubicBezTo>
                    <a:pt x="0" y="663668"/>
                    <a:pt x="25592" y="330596"/>
                    <a:pt x="25592" y="330596"/>
                  </a:cubicBezTo>
                  <a:cubicBezTo>
                    <a:pt x="27224" y="150571"/>
                    <a:pt x="143504" y="16918"/>
                    <a:pt x="278431" y="16918"/>
                  </a:cubicBezTo>
                  <a:close/>
                </a:path>
              </a:pathLst>
            </a:custGeom>
            <a:solidFill>
              <a:srgbClr val="FFF3E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112" name="Google Shape;1112;p5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-8762934">
            <a:off x="895850" y="8771304"/>
            <a:ext cx="2348424" cy="768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3" name="Google Shape;1113;p5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-720983">
            <a:off x="1024724" y="5276327"/>
            <a:ext cx="1794567" cy="30879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4" name="Google Shape;1114;p50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 rot="553163">
            <a:off x="16253913" y="6158716"/>
            <a:ext cx="1874366" cy="249139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5" name="Google Shape;1115;p50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 flipH="1">
            <a:off x="381847" y="-148751"/>
            <a:ext cx="4378081" cy="4134854"/>
          </a:xfrm>
          <a:prstGeom prst="rect">
            <a:avLst/>
          </a:prstGeom>
          <a:noFill/>
          <a:ln>
            <a:noFill/>
          </a:ln>
        </p:spPr>
      </p:pic>
      <p:sp>
        <p:nvSpPr>
          <p:cNvPr id="1116" name="Google Shape;1116;p50"/>
          <p:cNvSpPr txBox="1"/>
          <p:nvPr/>
        </p:nvSpPr>
        <p:spPr>
          <a:xfrm>
            <a:off x="533400" y="1274352"/>
            <a:ext cx="4019222" cy="744948"/>
          </a:xfrm>
          <a:prstGeom prst="rect">
            <a:avLst/>
          </a:prstGeom>
          <a:solidFill>
            <a:srgbClr val="E5DFEC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96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5046"/>
              <a:buFont typeface="Calibri"/>
              <a:buNone/>
            </a:pPr>
            <a:r>
              <a:rPr lang="en-US" sz="5046" b="1" i="0" u="none" strike="noStrike" cap="none">
                <a:solidFill>
                  <a:srgbClr val="2E2F30"/>
                </a:solidFill>
                <a:latin typeface="Calibri"/>
                <a:ea typeface="Calibri"/>
                <a:cs typeface="Calibri"/>
                <a:sym typeface="Calibri"/>
              </a:rPr>
              <a:t>练习Exercises</a:t>
            </a:r>
            <a:endParaRPr sz="5046" b="1" i="0" u="none" strike="noStrike" cap="none">
              <a:solidFill>
                <a:srgbClr val="2E2F3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7" name="Google Shape;1117;p50"/>
          <p:cNvSpPr txBox="1"/>
          <p:nvPr/>
        </p:nvSpPr>
        <p:spPr>
          <a:xfrm>
            <a:off x="6834199" y="495299"/>
            <a:ext cx="7071488" cy="931794"/>
          </a:xfrm>
          <a:prstGeom prst="rect">
            <a:avLst/>
          </a:prstGeom>
          <a:solidFill>
            <a:srgbClr val="FBD4B4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96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5046"/>
              <a:buFont typeface="Calibri"/>
              <a:buNone/>
            </a:pPr>
            <a:r>
              <a:rPr lang="en-US" sz="5046" b="1" i="0" u="none" strike="noStrike" cap="none">
                <a:solidFill>
                  <a:srgbClr val="2E2F30"/>
                </a:solidFill>
                <a:latin typeface="Calibri"/>
                <a:ea typeface="Calibri"/>
                <a:cs typeface="Calibri"/>
                <a:sym typeface="Calibri"/>
              </a:rPr>
              <a:t>替换 Substitutions</a:t>
            </a:r>
            <a:endParaRPr sz="5046" b="1" i="0" u="none" strike="noStrike" cap="none">
              <a:solidFill>
                <a:srgbClr val="2E2F3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8" name="Google Shape;1118;p50"/>
          <p:cNvSpPr/>
          <p:nvPr/>
        </p:nvSpPr>
        <p:spPr>
          <a:xfrm>
            <a:off x="6096000" y="2070283"/>
            <a:ext cx="5771983" cy="1941860"/>
          </a:xfrm>
          <a:custGeom>
            <a:avLst/>
            <a:gdLst/>
            <a:ahLst/>
            <a:cxnLst/>
            <a:rect l="l" t="t" r="r" b="b"/>
            <a:pathLst>
              <a:path w="8047623" h="5748858" extrusionOk="0">
                <a:moveTo>
                  <a:pt x="7419845" y="5694380"/>
                </a:moveTo>
                <a:cubicBezTo>
                  <a:pt x="7419845" y="5694380"/>
                  <a:pt x="6688970" y="5748858"/>
                  <a:pt x="5633256" y="5746236"/>
                </a:cubicBezTo>
                <a:cubicBezTo>
                  <a:pt x="3101516" y="5744074"/>
                  <a:pt x="1057074" y="5736249"/>
                  <a:pt x="1057074" y="5736249"/>
                </a:cubicBezTo>
                <a:cubicBezTo>
                  <a:pt x="812932" y="5727415"/>
                  <a:pt x="449110" y="5706185"/>
                  <a:pt x="282371" y="5648007"/>
                </a:cubicBezTo>
                <a:cubicBezTo>
                  <a:pt x="4469" y="5551044"/>
                  <a:pt x="0" y="5377765"/>
                  <a:pt x="0" y="4376960"/>
                </a:cubicBezTo>
                <a:lnTo>
                  <a:pt x="0" y="4376913"/>
                </a:lnTo>
                <a:cubicBezTo>
                  <a:pt x="8536" y="491230"/>
                  <a:pt x="0" y="345608"/>
                  <a:pt x="77597" y="223930"/>
                </a:cubicBezTo>
                <a:cubicBezTo>
                  <a:pt x="217372" y="4759"/>
                  <a:pt x="519255" y="4073"/>
                  <a:pt x="937909" y="4073"/>
                </a:cubicBezTo>
                <a:cubicBezTo>
                  <a:pt x="937909" y="4073"/>
                  <a:pt x="2039222" y="15681"/>
                  <a:pt x="4699719" y="7673"/>
                </a:cubicBezTo>
                <a:cubicBezTo>
                  <a:pt x="6470043" y="0"/>
                  <a:pt x="7186776" y="6979"/>
                  <a:pt x="7186776" y="6979"/>
                </a:cubicBezTo>
                <a:cubicBezTo>
                  <a:pt x="7555084" y="14458"/>
                  <a:pt x="7693344" y="42638"/>
                  <a:pt x="7891083" y="165219"/>
                </a:cubicBezTo>
                <a:cubicBezTo>
                  <a:pt x="8042101" y="258836"/>
                  <a:pt x="8047623" y="476157"/>
                  <a:pt x="8038482" y="4376913"/>
                </a:cubicBezTo>
                <a:lnTo>
                  <a:pt x="8038482" y="4376960"/>
                </a:lnTo>
                <a:cubicBezTo>
                  <a:pt x="8038481" y="5495730"/>
                  <a:pt x="7995697" y="5644318"/>
                  <a:pt x="7419845" y="5694380"/>
                </a:cubicBezTo>
                <a:close/>
              </a:path>
            </a:pathLst>
          </a:custGeom>
          <a:solidFill>
            <a:srgbClr val="EAF1D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9" name="Google Shape;1119;p50"/>
          <p:cNvSpPr txBox="1"/>
          <p:nvPr/>
        </p:nvSpPr>
        <p:spPr>
          <a:xfrm>
            <a:off x="6378093" y="1738326"/>
            <a:ext cx="7219125" cy="1865126"/>
          </a:xfrm>
          <a:prstGeom prst="rect">
            <a:avLst/>
          </a:prstGeom>
          <a:solidFill>
            <a:srgbClr val="E5DFEC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216249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2800"/>
              <a:buFont typeface="SimSun"/>
              <a:buNone/>
            </a:pPr>
            <a:r>
              <a:rPr lang="en-US" sz="2800" b="1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  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Nín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 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yào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huàn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duōshǎo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?</a:t>
            </a:r>
            <a:endParaRPr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marL="0" marR="0" lvl="0" indent="0" algn="l" rtl="0">
              <a:lnSpc>
                <a:spcPct val="137613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4400"/>
              <a:buFont typeface="Calibri"/>
              <a:buNone/>
            </a:pPr>
            <a:r>
              <a:rPr lang="en-US" sz="44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A: 您  要 换 </a:t>
            </a:r>
            <a:r>
              <a:rPr lang="en-US" sz="44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多少</a:t>
            </a:r>
            <a:r>
              <a:rPr lang="en-US" sz="44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？</a:t>
            </a:r>
            <a:endParaRPr sz="4400" b="0" i="0" u="none" strike="noStrike" cap="none" dirty="0">
              <a:solidFill>
                <a:srgbClr val="2E2F30"/>
              </a:solidFill>
              <a:latin typeface="SimSun" panose="02010600030101010101" pitchFamily="2" charset="-122"/>
              <a:ea typeface="SimSun" panose="02010600030101010101" pitchFamily="2" charset="-122"/>
              <a:cs typeface="Calibri"/>
              <a:sym typeface="Calibri"/>
            </a:endParaRPr>
          </a:p>
        </p:txBody>
      </p:sp>
      <p:pic>
        <p:nvPicPr>
          <p:cNvPr id="1120" name="Google Shape;1120;p50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 rot="-452987">
            <a:off x="3836729" y="1894974"/>
            <a:ext cx="2368383" cy="243478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1" name="Google Shape;1121;p50" descr="A person in a suit&#10;&#10;Description automatically generated with medium confidence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3928588" y="1806091"/>
            <a:ext cx="2274444" cy="227444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2" name="Google Shape;1122;p50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3465988" y="3443333"/>
            <a:ext cx="1450374" cy="1026145"/>
          </a:xfrm>
          <a:prstGeom prst="rect">
            <a:avLst/>
          </a:prstGeom>
          <a:noFill/>
          <a:ln>
            <a:noFill/>
          </a:ln>
        </p:spPr>
      </p:pic>
      <p:sp>
        <p:nvSpPr>
          <p:cNvPr id="1123" name="Google Shape;1123;p50"/>
          <p:cNvSpPr/>
          <p:nvPr/>
        </p:nvSpPr>
        <p:spPr>
          <a:xfrm>
            <a:off x="9682131" y="4194153"/>
            <a:ext cx="5033197" cy="1941860"/>
          </a:xfrm>
          <a:custGeom>
            <a:avLst/>
            <a:gdLst/>
            <a:ahLst/>
            <a:cxnLst/>
            <a:rect l="l" t="t" r="r" b="b"/>
            <a:pathLst>
              <a:path w="8047623" h="5748858" extrusionOk="0">
                <a:moveTo>
                  <a:pt x="7419845" y="5694380"/>
                </a:moveTo>
                <a:cubicBezTo>
                  <a:pt x="7419845" y="5694380"/>
                  <a:pt x="6688970" y="5748858"/>
                  <a:pt x="5633256" y="5746236"/>
                </a:cubicBezTo>
                <a:cubicBezTo>
                  <a:pt x="3101516" y="5744074"/>
                  <a:pt x="1057074" y="5736249"/>
                  <a:pt x="1057074" y="5736249"/>
                </a:cubicBezTo>
                <a:cubicBezTo>
                  <a:pt x="812932" y="5727415"/>
                  <a:pt x="449110" y="5706185"/>
                  <a:pt x="282371" y="5648007"/>
                </a:cubicBezTo>
                <a:cubicBezTo>
                  <a:pt x="4469" y="5551044"/>
                  <a:pt x="0" y="5377765"/>
                  <a:pt x="0" y="4376960"/>
                </a:cubicBezTo>
                <a:lnTo>
                  <a:pt x="0" y="4376913"/>
                </a:lnTo>
                <a:cubicBezTo>
                  <a:pt x="8536" y="491230"/>
                  <a:pt x="0" y="345608"/>
                  <a:pt x="77597" y="223930"/>
                </a:cubicBezTo>
                <a:cubicBezTo>
                  <a:pt x="217372" y="4759"/>
                  <a:pt x="519255" y="4073"/>
                  <a:pt x="937909" y="4073"/>
                </a:cubicBezTo>
                <a:cubicBezTo>
                  <a:pt x="937909" y="4073"/>
                  <a:pt x="2039222" y="15681"/>
                  <a:pt x="4699719" y="7673"/>
                </a:cubicBezTo>
                <a:cubicBezTo>
                  <a:pt x="6470043" y="0"/>
                  <a:pt x="7186776" y="6979"/>
                  <a:pt x="7186776" y="6979"/>
                </a:cubicBezTo>
                <a:cubicBezTo>
                  <a:pt x="7555084" y="14458"/>
                  <a:pt x="7693344" y="42638"/>
                  <a:pt x="7891083" y="165219"/>
                </a:cubicBezTo>
                <a:cubicBezTo>
                  <a:pt x="8042101" y="258836"/>
                  <a:pt x="8047623" y="476157"/>
                  <a:pt x="8038482" y="4376913"/>
                </a:cubicBezTo>
                <a:lnTo>
                  <a:pt x="8038482" y="4376960"/>
                </a:lnTo>
                <a:cubicBezTo>
                  <a:pt x="8038481" y="5495730"/>
                  <a:pt x="7995697" y="5644318"/>
                  <a:pt x="7419845" y="5694380"/>
                </a:cubicBezTo>
                <a:close/>
              </a:path>
            </a:pathLst>
          </a:custGeom>
          <a:solidFill>
            <a:srgbClr val="EAF1D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125" name="Google Shape;1125;p50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 rot="1157927">
            <a:off x="14132645" y="3442114"/>
            <a:ext cx="2368383" cy="243478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6" name="Google Shape;1126;p50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14243050" y="3443333"/>
            <a:ext cx="1984459" cy="19844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7" name="Google Shape;1127;p50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15630586" y="4979903"/>
            <a:ext cx="846212" cy="830826"/>
          </a:xfrm>
          <a:prstGeom prst="rect">
            <a:avLst/>
          </a:prstGeom>
          <a:noFill/>
          <a:ln>
            <a:noFill/>
          </a:ln>
        </p:spPr>
      </p:pic>
      <p:sp>
        <p:nvSpPr>
          <p:cNvPr id="1128" name="Google Shape;1128;p50"/>
          <p:cNvSpPr/>
          <p:nvPr/>
        </p:nvSpPr>
        <p:spPr>
          <a:xfrm>
            <a:off x="3020735" y="5401661"/>
            <a:ext cx="3624155" cy="1941860"/>
          </a:xfrm>
          <a:custGeom>
            <a:avLst/>
            <a:gdLst/>
            <a:ahLst/>
            <a:cxnLst/>
            <a:rect l="l" t="t" r="r" b="b"/>
            <a:pathLst>
              <a:path w="8047623" h="5748858" extrusionOk="0">
                <a:moveTo>
                  <a:pt x="7419845" y="5694380"/>
                </a:moveTo>
                <a:cubicBezTo>
                  <a:pt x="7419845" y="5694380"/>
                  <a:pt x="6688970" y="5748858"/>
                  <a:pt x="5633256" y="5746236"/>
                </a:cubicBezTo>
                <a:cubicBezTo>
                  <a:pt x="3101516" y="5744074"/>
                  <a:pt x="1057074" y="5736249"/>
                  <a:pt x="1057074" y="5736249"/>
                </a:cubicBezTo>
                <a:cubicBezTo>
                  <a:pt x="812932" y="5727415"/>
                  <a:pt x="449110" y="5706185"/>
                  <a:pt x="282371" y="5648007"/>
                </a:cubicBezTo>
                <a:cubicBezTo>
                  <a:pt x="4469" y="5551044"/>
                  <a:pt x="0" y="5377765"/>
                  <a:pt x="0" y="4376960"/>
                </a:cubicBezTo>
                <a:lnTo>
                  <a:pt x="0" y="4376913"/>
                </a:lnTo>
                <a:cubicBezTo>
                  <a:pt x="8536" y="491230"/>
                  <a:pt x="0" y="345608"/>
                  <a:pt x="77597" y="223930"/>
                </a:cubicBezTo>
                <a:cubicBezTo>
                  <a:pt x="217372" y="4759"/>
                  <a:pt x="519255" y="4073"/>
                  <a:pt x="937909" y="4073"/>
                </a:cubicBezTo>
                <a:cubicBezTo>
                  <a:pt x="937909" y="4073"/>
                  <a:pt x="2039222" y="15681"/>
                  <a:pt x="4699719" y="7673"/>
                </a:cubicBezTo>
                <a:cubicBezTo>
                  <a:pt x="6470043" y="0"/>
                  <a:pt x="7186776" y="6979"/>
                  <a:pt x="7186776" y="6979"/>
                </a:cubicBezTo>
                <a:cubicBezTo>
                  <a:pt x="7555084" y="14458"/>
                  <a:pt x="7693344" y="42638"/>
                  <a:pt x="7891083" y="165219"/>
                </a:cubicBezTo>
                <a:cubicBezTo>
                  <a:pt x="8042101" y="258836"/>
                  <a:pt x="8047623" y="476157"/>
                  <a:pt x="8038482" y="4376913"/>
                </a:cubicBezTo>
                <a:lnTo>
                  <a:pt x="8038482" y="4376960"/>
                </a:lnTo>
                <a:cubicBezTo>
                  <a:pt x="8038481" y="5495730"/>
                  <a:pt x="7995697" y="5644318"/>
                  <a:pt x="7419845" y="5694380"/>
                </a:cubicBezTo>
                <a:close/>
              </a:path>
            </a:pathLst>
          </a:custGeom>
          <a:solidFill>
            <a:srgbClr val="E5DFE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9" name="Google Shape;1129;p50"/>
          <p:cNvSpPr txBox="1"/>
          <p:nvPr/>
        </p:nvSpPr>
        <p:spPr>
          <a:xfrm>
            <a:off x="3255979" y="5598413"/>
            <a:ext cx="4553045" cy="1865126"/>
          </a:xfrm>
          <a:prstGeom prst="rect">
            <a:avLst/>
          </a:prstGeom>
          <a:solidFill>
            <a:srgbClr val="FDE9D8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216249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2800"/>
              <a:buFont typeface="SimSun"/>
              <a:buNone/>
            </a:pP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yìqiān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 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Rénmínbì</a:t>
            </a:r>
            <a:endParaRPr sz="2800" b="0" i="0" u="none" strike="noStrike" cap="none" dirty="0">
              <a:solidFill>
                <a:srgbClr val="2E2F30"/>
              </a:solidFill>
              <a:latin typeface="SimSun"/>
              <a:ea typeface="SimSun"/>
              <a:cs typeface="SimSun"/>
              <a:sym typeface="SimSun"/>
            </a:endParaRPr>
          </a:p>
          <a:p>
            <a:pPr marL="0" marR="0" lvl="0" indent="0" algn="ctr" rtl="0">
              <a:lnSpc>
                <a:spcPct val="137613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4400"/>
              <a:buFont typeface="Calibri"/>
              <a:buNone/>
            </a:pPr>
            <a:r>
              <a:rPr lang="en-US" sz="44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一千</a:t>
            </a:r>
            <a:r>
              <a:rPr lang="en-US" sz="44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</a:t>
            </a:r>
            <a:r>
              <a:rPr lang="en-US" sz="44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人民币</a:t>
            </a:r>
            <a:endParaRPr sz="4400" b="0" i="0" u="none" strike="noStrike" cap="none" dirty="0">
              <a:solidFill>
                <a:srgbClr val="2E2F30"/>
              </a:solidFill>
              <a:latin typeface="SimSun" panose="02010600030101010101" pitchFamily="2" charset="-122"/>
              <a:ea typeface="SimSun" panose="02010600030101010101" pitchFamily="2" charset="-122"/>
              <a:cs typeface="Calibri"/>
              <a:sym typeface="Calibri"/>
            </a:endParaRPr>
          </a:p>
        </p:txBody>
      </p:sp>
      <p:sp>
        <p:nvSpPr>
          <p:cNvPr id="1130" name="Google Shape;1130;p50"/>
          <p:cNvSpPr/>
          <p:nvPr/>
        </p:nvSpPr>
        <p:spPr>
          <a:xfrm>
            <a:off x="4495800" y="7451767"/>
            <a:ext cx="3900727" cy="1941860"/>
          </a:xfrm>
          <a:custGeom>
            <a:avLst/>
            <a:gdLst/>
            <a:ahLst/>
            <a:cxnLst/>
            <a:rect l="l" t="t" r="r" b="b"/>
            <a:pathLst>
              <a:path w="8047623" h="5748858" extrusionOk="0">
                <a:moveTo>
                  <a:pt x="7419845" y="5694380"/>
                </a:moveTo>
                <a:cubicBezTo>
                  <a:pt x="7419845" y="5694380"/>
                  <a:pt x="6688970" y="5748858"/>
                  <a:pt x="5633256" y="5746236"/>
                </a:cubicBezTo>
                <a:cubicBezTo>
                  <a:pt x="3101516" y="5744074"/>
                  <a:pt x="1057074" y="5736249"/>
                  <a:pt x="1057074" y="5736249"/>
                </a:cubicBezTo>
                <a:cubicBezTo>
                  <a:pt x="812932" y="5727415"/>
                  <a:pt x="449110" y="5706185"/>
                  <a:pt x="282371" y="5648007"/>
                </a:cubicBezTo>
                <a:cubicBezTo>
                  <a:pt x="4469" y="5551044"/>
                  <a:pt x="0" y="5377765"/>
                  <a:pt x="0" y="4376960"/>
                </a:cubicBezTo>
                <a:lnTo>
                  <a:pt x="0" y="4376913"/>
                </a:lnTo>
                <a:cubicBezTo>
                  <a:pt x="8536" y="491230"/>
                  <a:pt x="0" y="345608"/>
                  <a:pt x="77597" y="223930"/>
                </a:cubicBezTo>
                <a:cubicBezTo>
                  <a:pt x="217372" y="4759"/>
                  <a:pt x="519255" y="4073"/>
                  <a:pt x="937909" y="4073"/>
                </a:cubicBezTo>
                <a:cubicBezTo>
                  <a:pt x="937909" y="4073"/>
                  <a:pt x="2039222" y="15681"/>
                  <a:pt x="4699719" y="7673"/>
                </a:cubicBezTo>
                <a:cubicBezTo>
                  <a:pt x="6470043" y="0"/>
                  <a:pt x="7186776" y="6979"/>
                  <a:pt x="7186776" y="6979"/>
                </a:cubicBezTo>
                <a:cubicBezTo>
                  <a:pt x="7555084" y="14458"/>
                  <a:pt x="7693344" y="42638"/>
                  <a:pt x="7891083" y="165219"/>
                </a:cubicBezTo>
                <a:cubicBezTo>
                  <a:pt x="8042101" y="258836"/>
                  <a:pt x="8047623" y="476157"/>
                  <a:pt x="8038482" y="4376913"/>
                </a:cubicBezTo>
                <a:lnTo>
                  <a:pt x="8038482" y="4376960"/>
                </a:lnTo>
                <a:cubicBezTo>
                  <a:pt x="8038481" y="5495730"/>
                  <a:pt x="7995697" y="5644318"/>
                  <a:pt x="7419845" y="5694380"/>
                </a:cubicBezTo>
                <a:close/>
              </a:path>
            </a:pathLst>
          </a:custGeom>
          <a:solidFill>
            <a:srgbClr val="E5DFE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1" name="Google Shape;1131;p50"/>
          <p:cNvSpPr txBox="1"/>
          <p:nvPr/>
        </p:nvSpPr>
        <p:spPr>
          <a:xfrm>
            <a:off x="4724400" y="7658100"/>
            <a:ext cx="4732685" cy="1865126"/>
          </a:xfrm>
          <a:prstGeom prst="rect">
            <a:avLst/>
          </a:prstGeom>
          <a:solidFill>
            <a:srgbClr val="FDE9D8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216249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2800"/>
              <a:buFont typeface="SimSun"/>
              <a:buNone/>
            </a:pP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sānbǎi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 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Měiyuán</a:t>
            </a:r>
            <a:endParaRPr dirty="0"/>
          </a:p>
          <a:p>
            <a:pPr marL="0" marR="0" lvl="0" indent="0" algn="ctr" rtl="0">
              <a:lnSpc>
                <a:spcPct val="137613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4400"/>
              <a:buFont typeface="Calibri"/>
              <a:buNone/>
            </a:pPr>
            <a:r>
              <a:rPr lang="en-US" sz="44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三百</a:t>
            </a:r>
            <a:r>
              <a:rPr lang="en-US" sz="44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</a:t>
            </a:r>
            <a:r>
              <a:rPr lang="en-US" sz="44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美元</a:t>
            </a:r>
            <a:endParaRPr sz="4400" b="0" i="0" u="none" strike="noStrike" cap="none" dirty="0">
              <a:solidFill>
                <a:srgbClr val="2E2F30"/>
              </a:solidFill>
              <a:latin typeface="SimSun" panose="02010600030101010101" pitchFamily="2" charset="-122"/>
              <a:ea typeface="SimSun" panose="02010600030101010101" pitchFamily="2" charset="-122"/>
              <a:cs typeface="Calibri"/>
              <a:sym typeface="Calibri"/>
            </a:endParaRPr>
          </a:p>
        </p:txBody>
      </p:sp>
      <p:sp>
        <p:nvSpPr>
          <p:cNvPr id="1132" name="Google Shape;1132;p50"/>
          <p:cNvSpPr/>
          <p:nvPr/>
        </p:nvSpPr>
        <p:spPr>
          <a:xfrm>
            <a:off x="8686800" y="6250494"/>
            <a:ext cx="3380809" cy="1941860"/>
          </a:xfrm>
          <a:custGeom>
            <a:avLst/>
            <a:gdLst/>
            <a:ahLst/>
            <a:cxnLst/>
            <a:rect l="l" t="t" r="r" b="b"/>
            <a:pathLst>
              <a:path w="8047623" h="5748858" extrusionOk="0">
                <a:moveTo>
                  <a:pt x="7419845" y="5694380"/>
                </a:moveTo>
                <a:cubicBezTo>
                  <a:pt x="7419845" y="5694380"/>
                  <a:pt x="6688970" y="5748858"/>
                  <a:pt x="5633256" y="5746236"/>
                </a:cubicBezTo>
                <a:cubicBezTo>
                  <a:pt x="3101516" y="5744074"/>
                  <a:pt x="1057074" y="5736249"/>
                  <a:pt x="1057074" y="5736249"/>
                </a:cubicBezTo>
                <a:cubicBezTo>
                  <a:pt x="812932" y="5727415"/>
                  <a:pt x="449110" y="5706185"/>
                  <a:pt x="282371" y="5648007"/>
                </a:cubicBezTo>
                <a:cubicBezTo>
                  <a:pt x="4469" y="5551044"/>
                  <a:pt x="0" y="5377765"/>
                  <a:pt x="0" y="4376960"/>
                </a:cubicBezTo>
                <a:lnTo>
                  <a:pt x="0" y="4376913"/>
                </a:lnTo>
                <a:cubicBezTo>
                  <a:pt x="8536" y="491230"/>
                  <a:pt x="0" y="345608"/>
                  <a:pt x="77597" y="223930"/>
                </a:cubicBezTo>
                <a:cubicBezTo>
                  <a:pt x="217372" y="4759"/>
                  <a:pt x="519255" y="4073"/>
                  <a:pt x="937909" y="4073"/>
                </a:cubicBezTo>
                <a:cubicBezTo>
                  <a:pt x="937909" y="4073"/>
                  <a:pt x="2039222" y="15681"/>
                  <a:pt x="4699719" y="7673"/>
                </a:cubicBezTo>
                <a:cubicBezTo>
                  <a:pt x="6470043" y="0"/>
                  <a:pt x="7186776" y="6979"/>
                  <a:pt x="7186776" y="6979"/>
                </a:cubicBezTo>
                <a:cubicBezTo>
                  <a:pt x="7555084" y="14458"/>
                  <a:pt x="7693344" y="42638"/>
                  <a:pt x="7891083" y="165219"/>
                </a:cubicBezTo>
                <a:cubicBezTo>
                  <a:pt x="8042101" y="258836"/>
                  <a:pt x="8047623" y="476157"/>
                  <a:pt x="8038482" y="4376913"/>
                </a:cubicBezTo>
                <a:lnTo>
                  <a:pt x="8038482" y="4376960"/>
                </a:lnTo>
                <a:cubicBezTo>
                  <a:pt x="8038481" y="5495730"/>
                  <a:pt x="7995697" y="5644318"/>
                  <a:pt x="7419845" y="5694380"/>
                </a:cubicBezTo>
                <a:close/>
              </a:path>
            </a:pathLst>
          </a:custGeom>
          <a:solidFill>
            <a:srgbClr val="E5DFE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3" name="Google Shape;1133;p50"/>
          <p:cNvSpPr txBox="1"/>
          <p:nvPr/>
        </p:nvSpPr>
        <p:spPr>
          <a:xfrm>
            <a:off x="8922043" y="6447246"/>
            <a:ext cx="4207104" cy="1865126"/>
          </a:xfrm>
          <a:prstGeom prst="rect">
            <a:avLst/>
          </a:prstGeom>
          <a:solidFill>
            <a:srgbClr val="FDE9D8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216249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2800"/>
              <a:buFont typeface="SimSun"/>
              <a:buNone/>
            </a:pP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yíwàn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  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Tàizhū</a:t>
            </a:r>
            <a:endParaRPr dirty="0"/>
          </a:p>
          <a:p>
            <a:pPr marL="0" marR="0" lvl="0" indent="0" algn="ctr" rtl="0">
              <a:lnSpc>
                <a:spcPct val="137613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4400"/>
              <a:buFont typeface="Calibri"/>
              <a:buNone/>
            </a:pPr>
            <a:r>
              <a:rPr lang="en-US" sz="44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一万</a:t>
            </a:r>
            <a:r>
              <a:rPr lang="en-US" sz="44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</a:t>
            </a:r>
            <a:r>
              <a:rPr lang="en-US" sz="44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泰铢</a:t>
            </a:r>
            <a:endParaRPr sz="4400" b="0" i="0" u="none" strike="noStrike" cap="none" dirty="0">
              <a:solidFill>
                <a:srgbClr val="2E2F30"/>
              </a:solidFill>
              <a:latin typeface="SimSun" panose="02010600030101010101" pitchFamily="2" charset="-122"/>
              <a:ea typeface="SimSun" panose="02010600030101010101" pitchFamily="2" charset="-122"/>
              <a:cs typeface="Calibri"/>
              <a:sym typeface="Calibri"/>
            </a:endParaRPr>
          </a:p>
        </p:txBody>
      </p:sp>
      <p:sp>
        <p:nvSpPr>
          <p:cNvPr id="1134" name="Google Shape;1134;p50"/>
          <p:cNvSpPr/>
          <p:nvPr/>
        </p:nvSpPr>
        <p:spPr>
          <a:xfrm>
            <a:off x="12382880" y="7458216"/>
            <a:ext cx="3545736" cy="1941860"/>
          </a:xfrm>
          <a:custGeom>
            <a:avLst/>
            <a:gdLst/>
            <a:ahLst/>
            <a:cxnLst/>
            <a:rect l="l" t="t" r="r" b="b"/>
            <a:pathLst>
              <a:path w="8047623" h="5748858" extrusionOk="0">
                <a:moveTo>
                  <a:pt x="7419845" y="5694380"/>
                </a:moveTo>
                <a:cubicBezTo>
                  <a:pt x="7419845" y="5694380"/>
                  <a:pt x="6688970" y="5748858"/>
                  <a:pt x="5633256" y="5746236"/>
                </a:cubicBezTo>
                <a:cubicBezTo>
                  <a:pt x="3101516" y="5744074"/>
                  <a:pt x="1057074" y="5736249"/>
                  <a:pt x="1057074" y="5736249"/>
                </a:cubicBezTo>
                <a:cubicBezTo>
                  <a:pt x="812932" y="5727415"/>
                  <a:pt x="449110" y="5706185"/>
                  <a:pt x="282371" y="5648007"/>
                </a:cubicBezTo>
                <a:cubicBezTo>
                  <a:pt x="4469" y="5551044"/>
                  <a:pt x="0" y="5377765"/>
                  <a:pt x="0" y="4376960"/>
                </a:cubicBezTo>
                <a:lnTo>
                  <a:pt x="0" y="4376913"/>
                </a:lnTo>
                <a:cubicBezTo>
                  <a:pt x="8536" y="491230"/>
                  <a:pt x="0" y="345608"/>
                  <a:pt x="77597" y="223930"/>
                </a:cubicBezTo>
                <a:cubicBezTo>
                  <a:pt x="217372" y="4759"/>
                  <a:pt x="519255" y="4073"/>
                  <a:pt x="937909" y="4073"/>
                </a:cubicBezTo>
                <a:cubicBezTo>
                  <a:pt x="937909" y="4073"/>
                  <a:pt x="2039222" y="15681"/>
                  <a:pt x="4699719" y="7673"/>
                </a:cubicBezTo>
                <a:cubicBezTo>
                  <a:pt x="6470043" y="0"/>
                  <a:pt x="7186776" y="6979"/>
                  <a:pt x="7186776" y="6979"/>
                </a:cubicBezTo>
                <a:cubicBezTo>
                  <a:pt x="7555084" y="14458"/>
                  <a:pt x="7693344" y="42638"/>
                  <a:pt x="7891083" y="165219"/>
                </a:cubicBezTo>
                <a:cubicBezTo>
                  <a:pt x="8042101" y="258836"/>
                  <a:pt x="8047623" y="476157"/>
                  <a:pt x="8038482" y="4376913"/>
                </a:cubicBezTo>
                <a:lnTo>
                  <a:pt x="8038482" y="4376960"/>
                </a:lnTo>
                <a:cubicBezTo>
                  <a:pt x="8038481" y="5495730"/>
                  <a:pt x="7995697" y="5644318"/>
                  <a:pt x="7419845" y="5694380"/>
                </a:cubicBezTo>
                <a:close/>
              </a:path>
            </a:pathLst>
          </a:custGeom>
          <a:solidFill>
            <a:srgbClr val="E5DFE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5" name="Google Shape;1135;p50"/>
          <p:cNvSpPr txBox="1"/>
          <p:nvPr/>
        </p:nvSpPr>
        <p:spPr>
          <a:xfrm>
            <a:off x="12668834" y="7654968"/>
            <a:ext cx="4198894" cy="1865126"/>
          </a:xfrm>
          <a:prstGeom prst="rect">
            <a:avLst/>
          </a:prstGeom>
          <a:solidFill>
            <a:srgbClr val="FDE9D8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216249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2800"/>
              <a:buFont typeface="SimSun"/>
              <a:buNone/>
            </a:pP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bābǎi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  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Ōuyuán</a:t>
            </a:r>
            <a:endParaRPr dirty="0"/>
          </a:p>
          <a:p>
            <a:pPr marL="0" marR="0" lvl="0" indent="0" algn="ctr" rtl="0">
              <a:lnSpc>
                <a:spcPct val="137613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4400"/>
              <a:buFont typeface="Calibri"/>
              <a:buNone/>
            </a:pPr>
            <a:r>
              <a:rPr lang="en-US" sz="44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八百</a:t>
            </a:r>
            <a:r>
              <a:rPr lang="en-US" sz="44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</a:t>
            </a:r>
            <a:r>
              <a:rPr lang="en-US" sz="44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欧元</a:t>
            </a:r>
            <a:endParaRPr sz="4400" b="0" i="0" u="none" strike="noStrike" cap="none" dirty="0">
              <a:solidFill>
                <a:srgbClr val="2E2F30"/>
              </a:solidFill>
              <a:latin typeface="SimSun" panose="02010600030101010101" pitchFamily="2" charset="-122"/>
              <a:ea typeface="SimSun" panose="02010600030101010101" pitchFamily="2" charset="-122"/>
              <a:cs typeface="Calibri"/>
              <a:sym typeface="Calibri"/>
            </a:endParaRPr>
          </a:p>
        </p:txBody>
      </p:sp>
      <p:sp>
        <p:nvSpPr>
          <p:cNvPr id="4" name="Google Shape;1092;p49">
            <a:extLst>
              <a:ext uri="{FF2B5EF4-FFF2-40B4-BE49-F238E27FC236}">
                <a16:creationId xmlns:a16="http://schemas.microsoft.com/office/drawing/2014/main" id="{37EE90C8-1982-CBEC-88BA-63FC2661E1F3}"/>
              </a:ext>
            </a:extLst>
          </p:cNvPr>
          <p:cNvSpPr txBox="1"/>
          <p:nvPr/>
        </p:nvSpPr>
        <p:spPr>
          <a:xfrm>
            <a:off x="6378093" y="3709866"/>
            <a:ext cx="7266987" cy="1865126"/>
          </a:xfrm>
          <a:prstGeom prst="rect">
            <a:avLst/>
          </a:prstGeom>
          <a:solidFill>
            <a:srgbClr val="E5DFEC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216249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2800"/>
              <a:buFont typeface="SimSun"/>
              <a:buNone/>
            </a:pPr>
            <a:r>
              <a:rPr lang="en-US" sz="2800" b="1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   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Wǒ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 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yào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 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huàn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altLang="zh-CN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w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ǔbǎi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 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Měiyuán</a:t>
            </a:r>
            <a:endParaRPr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marL="0" marR="0" lvl="0" indent="0" algn="l" rtl="0">
              <a:lnSpc>
                <a:spcPct val="137613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4400"/>
              <a:buFont typeface="Calibri"/>
              <a:buNone/>
            </a:pPr>
            <a:r>
              <a:rPr lang="en-US" sz="44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B: </a:t>
            </a:r>
            <a:r>
              <a:rPr lang="en-US" sz="44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我要</a:t>
            </a:r>
            <a:r>
              <a:rPr lang="en-US" sz="44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换 </a:t>
            </a:r>
            <a:r>
              <a:rPr lang="en-US" sz="4400" b="1" i="0" u="sng" strike="noStrike" cap="none" dirty="0" err="1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五百美元</a:t>
            </a:r>
            <a:r>
              <a:rPr lang="en-US" sz="4400" b="1" i="0" u="sng" strike="noStrike" cap="none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</a:t>
            </a:r>
            <a:r>
              <a:rPr lang="en-US" sz="44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。</a:t>
            </a:r>
            <a:endParaRPr sz="4400" b="0" i="0" u="none" strike="noStrike" cap="none" dirty="0">
              <a:solidFill>
                <a:srgbClr val="2E2F30"/>
              </a:solidFill>
              <a:latin typeface="SimSun" panose="02010600030101010101" pitchFamily="2" charset="-122"/>
              <a:ea typeface="SimSun" panose="02010600030101010101" pitchFamily="2" charset="-122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CCEE9"/>
        </a:solidFill>
        <a:effectLst/>
      </p:bgPr>
    </p:bg>
    <p:spTree>
      <p:nvGrpSpPr>
        <p:cNvPr id="1" name="Shape 1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0" name="Google Shape;1140;p51"/>
          <p:cNvPicPr preferRelativeResize="0"/>
          <p:nvPr/>
        </p:nvPicPr>
        <p:blipFill rotWithShape="1">
          <a:blip r:embed="rId3">
            <a:alphaModFix amt="19999"/>
          </a:blip>
          <a:srcRect b="43786"/>
          <a:stretch/>
        </p:blipFill>
        <p:spPr>
          <a:xfrm>
            <a:off x="0" y="6607"/>
            <a:ext cx="18288000" cy="1028039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41" name="Google Shape;1141;p51"/>
          <p:cNvGrpSpPr/>
          <p:nvPr/>
        </p:nvGrpSpPr>
        <p:grpSpPr>
          <a:xfrm>
            <a:off x="1594156" y="725578"/>
            <a:ext cx="15784561" cy="9068387"/>
            <a:chOff x="-6989" y="0"/>
            <a:chExt cx="18249771" cy="12091182"/>
          </a:xfrm>
        </p:grpSpPr>
        <p:sp>
          <p:nvSpPr>
            <p:cNvPr id="1142" name="Google Shape;1142;p51"/>
            <p:cNvSpPr/>
            <p:nvPr/>
          </p:nvSpPr>
          <p:spPr>
            <a:xfrm>
              <a:off x="-6989" y="281638"/>
              <a:ext cx="17931505" cy="11809544"/>
            </a:xfrm>
            <a:custGeom>
              <a:avLst/>
              <a:gdLst/>
              <a:ahLst/>
              <a:cxnLst/>
              <a:rect l="l" t="t" r="r" b="b"/>
              <a:pathLst>
                <a:path w="10809882" h="7119301" extrusionOk="0">
                  <a:moveTo>
                    <a:pt x="278431" y="16918"/>
                  </a:moveTo>
                  <a:cubicBezTo>
                    <a:pt x="278431" y="16918"/>
                    <a:pt x="604014" y="12258"/>
                    <a:pt x="1062558" y="12454"/>
                  </a:cubicBezTo>
                  <a:cubicBezTo>
                    <a:pt x="8804229" y="12671"/>
                    <a:pt x="10535814" y="0"/>
                    <a:pt x="10535814" y="0"/>
                  </a:cubicBezTo>
                  <a:cubicBezTo>
                    <a:pt x="10603278" y="0"/>
                    <a:pt x="10679215" y="0"/>
                    <a:pt x="10757988" y="85073"/>
                  </a:cubicBezTo>
                  <a:cubicBezTo>
                    <a:pt x="10800966" y="131488"/>
                    <a:pt x="10802035" y="240224"/>
                    <a:pt x="10802439" y="320281"/>
                  </a:cubicBezTo>
                  <a:cubicBezTo>
                    <a:pt x="10802439" y="320281"/>
                    <a:pt x="10800735" y="5267917"/>
                    <a:pt x="10800735" y="6356717"/>
                  </a:cubicBezTo>
                  <a:cubicBezTo>
                    <a:pt x="10800735" y="6570876"/>
                    <a:pt x="10809883" y="6870054"/>
                    <a:pt x="10809883" y="6870054"/>
                  </a:cubicBezTo>
                  <a:cubicBezTo>
                    <a:pt x="10809883" y="6998723"/>
                    <a:pt x="10805713" y="7119301"/>
                    <a:pt x="10552875" y="7111167"/>
                  </a:cubicBezTo>
                  <a:cubicBezTo>
                    <a:pt x="10552875" y="7111167"/>
                    <a:pt x="10176403" y="7090868"/>
                    <a:pt x="9081481" y="7098467"/>
                  </a:cubicBezTo>
                  <a:cubicBezTo>
                    <a:pt x="2545013" y="7106601"/>
                    <a:pt x="304023" y="7119301"/>
                    <a:pt x="304023" y="7119301"/>
                  </a:cubicBezTo>
                  <a:cubicBezTo>
                    <a:pt x="132548" y="7119301"/>
                    <a:pt x="4213" y="7018231"/>
                    <a:pt x="8532" y="6815685"/>
                  </a:cubicBezTo>
                  <a:cubicBezTo>
                    <a:pt x="8532" y="6815685"/>
                    <a:pt x="9630" y="6317143"/>
                    <a:pt x="4815" y="1670849"/>
                  </a:cubicBezTo>
                  <a:cubicBezTo>
                    <a:pt x="0" y="663668"/>
                    <a:pt x="25592" y="330596"/>
                    <a:pt x="25592" y="330596"/>
                  </a:cubicBezTo>
                  <a:cubicBezTo>
                    <a:pt x="27224" y="150571"/>
                    <a:pt x="143504" y="16918"/>
                    <a:pt x="278431" y="16918"/>
                  </a:cubicBezTo>
                  <a:close/>
                </a:path>
              </a:pathLst>
            </a:custGeom>
            <a:solidFill>
              <a:srgbClr val="2F3A6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3" name="Google Shape;1143;p51"/>
            <p:cNvSpPr/>
            <p:nvPr/>
          </p:nvSpPr>
          <p:spPr>
            <a:xfrm>
              <a:off x="329481" y="0"/>
              <a:ext cx="17913301" cy="11727398"/>
            </a:xfrm>
            <a:custGeom>
              <a:avLst/>
              <a:gdLst/>
              <a:ahLst/>
              <a:cxnLst/>
              <a:rect l="l" t="t" r="r" b="b"/>
              <a:pathLst>
                <a:path w="10825342" h="7087086" extrusionOk="0">
                  <a:moveTo>
                    <a:pt x="278431" y="16918"/>
                  </a:moveTo>
                  <a:cubicBezTo>
                    <a:pt x="278431" y="16918"/>
                    <a:pt x="604014" y="12258"/>
                    <a:pt x="1062834" y="12454"/>
                  </a:cubicBezTo>
                  <a:cubicBezTo>
                    <a:pt x="8817733" y="12671"/>
                    <a:pt x="10551274" y="0"/>
                    <a:pt x="10551274" y="0"/>
                  </a:cubicBezTo>
                  <a:cubicBezTo>
                    <a:pt x="10618737" y="0"/>
                    <a:pt x="10694674" y="0"/>
                    <a:pt x="10773448" y="85073"/>
                  </a:cubicBezTo>
                  <a:cubicBezTo>
                    <a:pt x="10816426" y="131488"/>
                    <a:pt x="10817494" y="240224"/>
                    <a:pt x="10817899" y="320281"/>
                  </a:cubicBezTo>
                  <a:cubicBezTo>
                    <a:pt x="10817899" y="320281"/>
                    <a:pt x="10816195" y="5241263"/>
                    <a:pt x="10816195" y="6324502"/>
                  </a:cubicBezTo>
                  <a:cubicBezTo>
                    <a:pt x="10816195" y="6538661"/>
                    <a:pt x="10825342" y="6837839"/>
                    <a:pt x="10825342" y="6837839"/>
                  </a:cubicBezTo>
                  <a:cubicBezTo>
                    <a:pt x="10825342" y="6966508"/>
                    <a:pt x="10821173" y="7087086"/>
                    <a:pt x="10568335" y="7078952"/>
                  </a:cubicBezTo>
                  <a:cubicBezTo>
                    <a:pt x="10568335" y="7078952"/>
                    <a:pt x="10191862" y="7058653"/>
                    <a:pt x="9095459" y="7066252"/>
                  </a:cubicBezTo>
                  <a:cubicBezTo>
                    <a:pt x="2547822" y="7074386"/>
                    <a:pt x="304023" y="7087086"/>
                    <a:pt x="304023" y="7087086"/>
                  </a:cubicBezTo>
                  <a:cubicBezTo>
                    <a:pt x="132548" y="7087086"/>
                    <a:pt x="4213" y="6986016"/>
                    <a:pt x="8532" y="6783470"/>
                  </a:cubicBezTo>
                  <a:cubicBezTo>
                    <a:pt x="8532" y="6783470"/>
                    <a:pt x="9630" y="6284928"/>
                    <a:pt x="4815" y="1666310"/>
                  </a:cubicBezTo>
                  <a:cubicBezTo>
                    <a:pt x="0" y="663668"/>
                    <a:pt x="25592" y="330596"/>
                    <a:pt x="25592" y="330596"/>
                  </a:cubicBezTo>
                  <a:cubicBezTo>
                    <a:pt x="27224" y="150571"/>
                    <a:pt x="143504" y="16918"/>
                    <a:pt x="278431" y="16918"/>
                  </a:cubicBezTo>
                  <a:close/>
                </a:path>
              </a:pathLst>
            </a:custGeom>
            <a:solidFill>
              <a:srgbClr val="FFF3E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144" name="Google Shape;1144;p5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-8762934">
            <a:off x="895850" y="8771304"/>
            <a:ext cx="2348424" cy="768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5" name="Google Shape;1145;p5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-720983">
            <a:off x="1024724" y="5276327"/>
            <a:ext cx="1794567" cy="30879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6" name="Google Shape;1146;p51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 rot="553163">
            <a:off x="16253913" y="6158716"/>
            <a:ext cx="1874366" cy="249139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7" name="Google Shape;1147;p51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 flipH="1">
            <a:off x="381847" y="-148751"/>
            <a:ext cx="4378081" cy="4134854"/>
          </a:xfrm>
          <a:prstGeom prst="rect">
            <a:avLst/>
          </a:prstGeom>
          <a:noFill/>
          <a:ln>
            <a:noFill/>
          </a:ln>
        </p:spPr>
      </p:pic>
      <p:sp>
        <p:nvSpPr>
          <p:cNvPr id="1148" name="Google Shape;1148;p51"/>
          <p:cNvSpPr txBox="1"/>
          <p:nvPr/>
        </p:nvSpPr>
        <p:spPr>
          <a:xfrm>
            <a:off x="561276" y="1350552"/>
            <a:ext cx="4019222" cy="744948"/>
          </a:xfrm>
          <a:prstGeom prst="rect">
            <a:avLst/>
          </a:prstGeom>
          <a:solidFill>
            <a:srgbClr val="E5DFEC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96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5046"/>
              <a:buFont typeface="Calibri"/>
              <a:buNone/>
            </a:pPr>
            <a:r>
              <a:rPr lang="en-US" sz="5046" b="1" i="0" u="none" strike="noStrike" cap="none">
                <a:solidFill>
                  <a:srgbClr val="2E2F30"/>
                </a:solidFill>
                <a:latin typeface="Calibri"/>
                <a:ea typeface="Calibri"/>
                <a:cs typeface="Calibri"/>
                <a:sym typeface="Calibri"/>
              </a:rPr>
              <a:t>练习Exercises</a:t>
            </a:r>
            <a:endParaRPr sz="5046" b="1" i="0" u="none" strike="noStrike" cap="none">
              <a:solidFill>
                <a:srgbClr val="2E2F3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9" name="Google Shape;1149;p51"/>
          <p:cNvSpPr txBox="1"/>
          <p:nvPr/>
        </p:nvSpPr>
        <p:spPr>
          <a:xfrm>
            <a:off x="6834199" y="1045752"/>
            <a:ext cx="5029200" cy="744948"/>
          </a:xfrm>
          <a:prstGeom prst="rect">
            <a:avLst/>
          </a:prstGeom>
          <a:solidFill>
            <a:srgbClr val="FBD4B4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96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5046"/>
              <a:buFont typeface="Calibri"/>
              <a:buNone/>
            </a:pPr>
            <a:r>
              <a:rPr lang="en-US" sz="5046" b="1" i="0" u="none" strike="noStrike" cap="none">
                <a:solidFill>
                  <a:srgbClr val="2E2F30"/>
                </a:solidFill>
                <a:latin typeface="Calibri"/>
                <a:ea typeface="Calibri"/>
                <a:cs typeface="Calibri"/>
                <a:sym typeface="Calibri"/>
              </a:rPr>
              <a:t>替换 Substitutions</a:t>
            </a:r>
            <a:endParaRPr sz="5046" b="1" i="0" u="none" strike="noStrike" cap="none">
              <a:solidFill>
                <a:srgbClr val="2E2F3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0" name="Google Shape;1150;p51"/>
          <p:cNvSpPr/>
          <p:nvPr/>
        </p:nvSpPr>
        <p:spPr>
          <a:xfrm>
            <a:off x="4572000" y="2821494"/>
            <a:ext cx="4603336" cy="1941860"/>
          </a:xfrm>
          <a:custGeom>
            <a:avLst/>
            <a:gdLst/>
            <a:ahLst/>
            <a:cxnLst/>
            <a:rect l="l" t="t" r="r" b="b"/>
            <a:pathLst>
              <a:path w="8047623" h="5748858" extrusionOk="0">
                <a:moveTo>
                  <a:pt x="7419845" y="5694380"/>
                </a:moveTo>
                <a:cubicBezTo>
                  <a:pt x="7419845" y="5694380"/>
                  <a:pt x="6688970" y="5748858"/>
                  <a:pt x="5633256" y="5746236"/>
                </a:cubicBezTo>
                <a:cubicBezTo>
                  <a:pt x="3101516" y="5744074"/>
                  <a:pt x="1057074" y="5736249"/>
                  <a:pt x="1057074" y="5736249"/>
                </a:cubicBezTo>
                <a:cubicBezTo>
                  <a:pt x="812932" y="5727415"/>
                  <a:pt x="449110" y="5706185"/>
                  <a:pt x="282371" y="5648007"/>
                </a:cubicBezTo>
                <a:cubicBezTo>
                  <a:pt x="4469" y="5551044"/>
                  <a:pt x="0" y="5377765"/>
                  <a:pt x="0" y="4376960"/>
                </a:cubicBezTo>
                <a:lnTo>
                  <a:pt x="0" y="4376913"/>
                </a:lnTo>
                <a:cubicBezTo>
                  <a:pt x="8536" y="491230"/>
                  <a:pt x="0" y="345608"/>
                  <a:pt x="77597" y="223930"/>
                </a:cubicBezTo>
                <a:cubicBezTo>
                  <a:pt x="217372" y="4759"/>
                  <a:pt x="519255" y="4073"/>
                  <a:pt x="937909" y="4073"/>
                </a:cubicBezTo>
                <a:cubicBezTo>
                  <a:pt x="937909" y="4073"/>
                  <a:pt x="2039222" y="15681"/>
                  <a:pt x="4699719" y="7673"/>
                </a:cubicBezTo>
                <a:cubicBezTo>
                  <a:pt x="6470043" y="0"/>
                  <a:pt x="7186776" y="6979"/>
                  <a:pt x="7186776" y="6979"/>
                </a:cubicBezTo>
                <a:cubicBezTo>
                  <a:pt x="7555084" y="14458"/>
                  <a:pt x="7693344" y="42638"/>
                  <a:pt x="7891083" y="165219"/>
                </a:cubicBezTo>
                <a:cubicBezTo>
                  <a:pt x="8042101" y="258836"/>
                  <a:pt x="8047623" y="476157"/>
                  <a:pt x="8038482" y="4376913"/>
                </a:cubicBezTo>
                <a:lnTo>
                  <a:pt x="8038482" y="4376960"/>
                </a:lnTo>
                <a:cubicBezTo>
                  <a:pt x="8038481" y="5495730"/>
                  <a:pt x="7995697" y="5644318"/>
                  <a:pt x="7419845" y="5694380"/>
                </a:cubicBezTo>
                <a:close/>
              </a:path>
            </a:pathLst>
          </a:custGeom>
          <a:solidFill>
            <a:srgbClr val="EAF1D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1" name="Google Shape;1151;p51"/>
          <p:cNvSpPr txBox="1"/>
          <p:nvPr/>
        </p:nvSpPr>
        <p:spPr>
          <a:xfrm>
            <a:off x="4612064" y="2806235"/>
            <a:ext cx="5683664" cy="1231106"/>
          </a:xfrm>
          <a:prstGeom prst="rect">
            <a:avLst/>
          </a:prstGeom>
          <a:solidFill>
            <a:srgbClr val="E5DFEC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3200"/>
              <a:buFont typeface="SimSun"/>
              <a:buNone/>
            </a:pPr>
            <a:r>
              <a:rPr lang="en-US" sz="32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Tā</a:t>
            </a:r>
            <a:r>
              <a:rPr lang="en-US" sz="32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 </a:t>
            </a:r>
            <a:r>
              <a:rPr lang="en-US" sz="32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shuō</a:t>
            </a:r>
            <a:r>
              <a:rPr lang="en-US" sz="32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de </a:t>
            </a:r>
            <a:r>
              <a:rPr lang="en-US" sz="32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hěn</a:t>
            </a:r>
            <a:r>
              <a:rPr lang="en-US" sz="32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32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hǎo</a:t>
            </a:r>
            <a:r>
              <a:rPr lang="en-US" sz="32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.</a:t>
            </a:r>
            <a:endParaRPr lang="en-US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3200"/>
              <a:buFont typeface="SimSun"/>
              <a:buNone/>
            </a:pPr>
            <a:r>
              <a:rPr lang="en-US" sz="4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他 </a:t>
            </a:r>
            <a:r>
              <a:rPr lang="en-US" sz="4800" b="1" i="0" u="sng" strike="noStrike" cap="none" dirty="0" err="1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说</a:t>
            </a:r>
            <a:r>
              <a:rPr lang="en-US" sz="4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得</a:t>
            </a:r>
            <a:r>
              <a:rPr lang="en-US" sz="4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很 </a:t>
            </a:r>
            <a:r>
              <a:rPr lang="en-US" sz="4800" b="1" i="0" u="sng" strike="noStrike" cap="none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好</a:t>
            </a:r>
            <a:r>
              <a:rPr lang="en-US" sz="4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。</a:t>
            </a:r>
            <a:endParaRPr sz="4800" b="0" i="0" u="none" strike="noStrike" cap="none" dirty="0">
              <a:solidFill>
                <a:srgbClr val="2E2F30"/>
              </a:solidFill>
              <a:latin typeface="SimSun" panose="02010600030101010101" pitchFamily="2" charset="-122"/>
              <a:ea typeface="SimSun" panose="02010600030101010101" pitchFamily="2" charset="-122"/>
              <a:cs typeface="Calibri"/>
              <a:sym typeface="Calibri"/>
            </a:endParaRPr>
          </a:p>
        </p:txBody>
      </p:sp>
      <p:sp>
        <p:nvSpPr>
          <p:cNvPr id="1152" name="Google Shape;1152;p51"/>
          <p:cNvSpPr/>
          <p:nvPr/>
        </p:nvSpPr>
        <p:spPr>
          <a:xfrm>
            <a:off x="10255664" y="2821494"/>
            <a:ext cx="4606995" cy="1941860"/>
          </a:xfrm>
          <a:custGeom>
            <a:avLst/>
            <a:gdLst/>
            <a:ahLst/>
            <a:cxnLst/>
            <a:rect l="l" t="t" r="r" b="b"/>
            <a:pathLst>
              <a:path w="8047623" h="5748858" extrusionOk="0">
                <a:moveTo>
                  <a:pt x="7419845" y="5694380"/>
                </a:moveTo>
                <a:cubicBezTo>
                  <a:pt x="7419845" y="5694380"/>
                  <a:pt x="6688970" y="5748858"/>
                  <a:pt x="5633256" y="5746236"/>
                </a:cubicBezTo>
                <a:cubicBezTo>
                  <a:pt x="3101516" y="5744074"/>
                  <a:pt x="1057074" y="5736249"/>
                  <a:pt x="1057074" y="5736249"/>
                </a:cubicBezTo>
                <a:cubicBezTo>
                  <a:pt x="812932" y="5727415"/>
                  <a:pt x="449110" y="5706185"/>
                  <a:pt x="282371" y="5648007"/>
                </a:cubicBezTo>
                <a:cubicBezTo>
                  <a:pt x="4469" y="5551044"/>
                  <a:pt x="0" y="5377765"/>
                  <a:pt x="0" y="4376960"/>
                </a:cubicBezTo>
                <a:lnTo>
                  <a:pt x="0" y="4376913"/>
                </a:lnTo>
                <a:cubicBezTo>
                  <a:pt x="8536" y="491230"/>
                  <a:pt x="0" y="345608"/>
                  <a:pt x="77597" y="223930"/>
                </a:cubicBezTo>
                <a:cubicBezTo>
                  <a:pt x="217372" y="4759"/>
                  <a:pt x="519255" y="4073"/>
                  <a:pt x="937909" y="4073"/>
                </a:cubicBezTo>
                <a:cubicBezTo>
                  <a:pt x="937909" y="4073"/>
                  <a:pt x="2039222" y="15681"/>
                  <a:pt x="4699719" y="7673"/>
                </a:cubicBezTo>
                <a:cubicBezTo>
                  <a:pt x="6470043" y="0"/>
                  <a:pt x="7186776" y="6979"/>
                  <a:pt x="7186776" y="6979"/>
                </a:cubicBezTo>
                <a:cubicBezTo>
                  <a:pt x="7555084" y="14458"/>
                  <a:pt x="7693344" y="42638"/>
                  <a:pt x="7891083" y="165219"/>
                </a:cubicBezTo>
                <a:cubicBezTo>
                  <a:pt x="8042101" y="258836"/>
                  <a:pt x="8047623" y="476157"/>
                  <a:pt x="8038482" y="4376913"/>
                </a:cubicBezTo>
                <a:lnTo>
                  <a:pt x="8038482" y="4376960"/>
                </a:lnTo>
                <a:cubicBezTo>
                  <a:pt x="8038481" y="5495730"/>
                  <a:pt x="7995697" y="5644318"/>
                  <a:pt x="7419845" y="5694380"/>
                </a:cubicBezTo>
                <a:close/>
              </a:path>
            </a:pathLst>
          </a:custGeom>
          <a:solidFill>
            <a:srgbClr val="EAF1D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3" name="Google Shape;1153;p51"/>
          <p:cNvSpPr txBox="1"/>
          <p:nvPr/>
        </p:nvSpPr>
        <p:spPr>
          <a:xfrm>
            <a:off x="10739989" y="2963680"/>
            <a:ext cx="5404631" cy="1231106"/>
          </a:xfrm>
          <a:prstGeom prst="rect">
            <a:avLst/>
          </a:prstGeom>
          <a:solidFill>
            <a:srgbClr val="E5DFEC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3200"/>
              <a:buFont typeface="SimSun"/>
              <a:buNone/>
            </a:pPr>
            <a:r>
              <a:rPr lang="en-US" sz="32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Tā</a:t>
            </a:r>
            <a:r>
              <a:rPr lang="en-US" sz="32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32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shuō</a:t>
            </a:r>
            <a:r>
              <a:rPr lang="en-US" sz="32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de </a:t>
            </a:r>
            <a:r>
              <a:rPr lang="en-US" sz="32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bù</a:t>
            </a:r>
            <a:r>
              <a:rPr lang="en-US" sz="32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32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hǎo</a:t>
            </a:r>
            <a:r>
              <a:rPr lang="en-US" sz="32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.</a:t>
            </a:r>
            <a:endParaRPr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4800"/>
              <a:buFont typeface="Calibri"/>
              <a:buNone/>
            </a:pPr>
            <a:r>
              <a:rPr lang="en-US" sz="4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他 </a:t>
            </a:r>
            <a:r>
              <a:rPr lang="en-US" sz="4800" b="1" i="0" u="sng" strike="noStrike" cap="none" dirty="0" err="1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说</a:t>
            </a:r>
            <a:r>
              <a:rPr lang="en-US" sz="4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得不</a:t>
            </a:r>
            <a:r>
              <a:rPr lang="en-US" sz="4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</a:t>
            </a:r>
            <a:r>
              <a:rPr lang="en-US" sz="4800" b="1" i="0" u="sng" strike="noStrike" cap="none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好</a:t>
            </a:r>
            <a:r>
              <a:rPr lang="en-US" sz="48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。</a:t>
            </a:r>
            <a:endParaRPr sz="4800" b="0" i="0" u="none" strike="noStrike" cap="none" dirty="0">
              <a:solidFill>
                <a:srgbClr val="2E2F30"/>
              </a:solidFill>
              <a:latin typeface="SimSun" panose="02010600030101010101" pitchFamily="2" charset="-122"/>
              <a:ea typeface="SimSun" panose="02010600030101010101" pitchFamily="2" charset="-122"/>
              <a:cs typeface="Calibri"/>
              <a:sym typeface="Calibri"/>
            </a:endParaRPr>
          </a:p>
        </p:txBody>
      </p:sp>
      <p:sp>
        <p:nvSpPr>
          <p:cNvPr id="1154" name="Google Shape;1154;p51"/>
          <p:cNvSpPr/>
          <p:nvPr/>
        </p:nvSpPr>
        <p:spPr>
          <a:xfrm>
            <a:off x="3781761" y="4958730"/>
            <a:ext cx="2251102" cy="1941860"/>
          </a:xfrm>
          <a:custGeom>
            <a:avLst/>
            <a:gdLst/>
            <a:ahLst/>
            <a:cxnLst/>
            <a:rect l="l" t="t" r="r" b="b"/>
            <a:pathLst>
              <a:path w="8047623" h="5748858" extrusionOk="0">
                <a:moveTo>
                  <a:pt x="7419845" y="5694380"/>
                </a:moveTo>
                <a:cubicBezTo>
                  <a:pt x="7419845" y="5694380"/>
                  <a:pt x="6688970" y="5748858"/>
                  <a:pt x="5633256" y="5746236"/>
                </a:cubicBezTo>
                <a:cubicBezTo>
                  <a:pt x="3101516" y="5744074"/>
                  <a:pt x="1057074" y="5736249"/>
                  <a:pt x="1057074" y="5736249"/>
                </a:cubicBezTo>
                <a:cubicBezTo>
                  <a:pt x="812932" y="5727415"/>
                  <a:pt x="449110" y="5706185"/>
                  <a:pt x="282371" y="5648007"/>
                </a:cubicBezTo>
                <a:cubicBezTo>
                  <a:pt x="4469" y="5551044"/>
                  <a:pt x="0" y="5377765"/>
                  <a:pt x="0" y="4376960"/>
                </a:cubicBezTo>
                <a:lnTo>
                  <a:pt x="0" y="4376913"/>
                </a:lnTo>
                <a:cubicBezTo>
                  <a:pt x="8536" y="491230"/>
                  <a:pt x="0" y="345608"/>
                  <a:pt x="77597" y="223930"/>
                </a:cubicBezTo>
                <a:cubicBezTo>
                  <a:pt x="217372" y="4759"/>
                  <a:pt x="519255" y="4073"/>
                  <a:pt x="937909" y="4073"/>
                </a:cubicBezTo>
                <a:cubicBezTo>
                  <a:pt x="937909" y="4073"/>
                  <a:pt x="2039222" y="15681"/>
                  <a:pt x="4699719" y="7673"/>
                </a:cubicBezTo>
                <a:cubicBezTo>
                  <a:pt x="6470043" y="0"/>
                  <a:pt x="7186776" y="6979"/>
                  <a:pt x="7186776" y="6979"/>
                </a:cubicBezTo>
                <a:cubicBezTo>
                  <a:pt x="7555084" y="14458"/>
                  <a:pt x="7693344" y="42638"/>
                  <a:pt x="7891083" y="165219"/>
                </a:cubicBezTo>
                <a:cubicBezTo>
                  <a:pt x="8042101" y="258836"/>
                  <a:pt x="8047623" y="476157"/>
                  <a:pt x="8038482" y="4376913"/>
                </a:cubicBezTo>
                <a:lnTo>
                  <a:pt x="8038482" y="4376960"/>
                </a:lnTo>
                <a:cubicBezTo>
                  <a:pt x="8038481" y="5495730"/>
                  <a:pt x="7995697" y="5644318"/>
                  <a:pt x="7419845" y="5694380"/>
                </a:cubicBezTo>
                <a:close/>
              </a:path>
            </a:pathLst>
          </a:custGeom>
          <a:solidFill>
            <a:srgbClr val="E5DFE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5" name="Google Shape;1155;p51"/>
          <p:cNvSpPr txBox="1"/>
          <p:nvPr/>
        </p:nvSpPr>
        <p:spPr>
          <a:xfrm>
            <a:off x="3745697" y="5155482"/>
            <a:ext cx="2014640" cy="1865126"/>
          </a:xfrm>
          <a:prstGeom prst="rect">
            <a:avLst/>
          </a:prstGeom>
          <a:solidFill>
            <a:srgbClr val="FDE9D8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216249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2800"/>
              <a:buFont typeface="SimSun"/>
              <a:buNone/>
            </a:pP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xiě</a:t>
            </a:r>
            <a:endParaRPr sz="2800" b="0" i="0" u="none" strike="noStrike" cap="none" dirty="0">
              <a:solidFill>
                <a:srgbClr val="2E2F30"/>
              </a:solidFill>
              <a:latin typeface="SimSun" panose="02010600030101010101" pitchFamily="2" charset="-122"/>
              <a:ea typeface="SimSun" panose="02010600030101010101" pitchFamily="2" charset="-122"/>
              <a:cs typeface="SimSun"/>
              <a:sym typeface="SimSun"/>
            </a:endParaRPr>
          </a:p>
          <a:p>
            <a:pPr marL="0" marR="0" lvl="0" indent="0" algn="ctr" rtl="0">
              <a:lnSpc>
                <a:spcPct val="137613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4400"/>
              <a:buFont typeface="Calibri"/>
              <a:buNone/>
            </a:pPr>
            <a:r>
              <a:rPr lang="en-US" sz="44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写</a:t>
            </a:r>
            <a:endParaRPr sz="4400" b="0" i="0" u="none" strike="noStrike" cap="none" dirty="0">
              <a:solidFill>
                <a:srgbClr val="2E2F30"/>
              </a:solidFill>
              <a:latin typeface="SimSun" panose="02010600030101010101" pitchFamily="2" charset="-122"/>
              <a:ea typeface="SimSun" panose="02010600030101010101" pitchFamily="2" charset="-122"/>
              <a:cs typeface="Calibri"/>
              <a:sym typeface="Calibri"/>
            </a:endParaRPr>
          </a:p>
        </p:txBody>
      </p:sp>
      <p:sp>
        <p:nvSpPr>
          <p:cNvPr id="1156" name="Google Shape;1156;p51"/>
          <p:cNvSpPr/>
          <p:nvPr/>
        </p:nvSpPr>
        <p:spPr>
          <a:xfrm>
            <a:off x="5904086" y="4955094"/>
            <a:ext cx="2251102" cy="1941860"/>
          </a:xfrm>
          <a:custGeom>
            <a:avLst/>
            <a:gdLst/>
            <a:ahLst/>
            <a:cxnLst/>
            <a:rect l="l" t="t" r="r" b="b"/>
            <a:pathLst>
              <a:path w="8047623" h="5748858" extrusionOk="0">
                <a:moveTo>
                  <a:pt x="7419845" y="5694380"/>
                </a:moveTo>
                <a:cubicBezTo>
                  <a:pt x="7419845" y="5694380"/>
                  <a:pt x="6688970" y="5748858"/>
                  <a:pt x="5633256" y="5746236"/>
                </a:cubicBezTo>
                <a:cubicBezTo>
                  <a:pt x="3101516" y="5744074"/>
                  <a:pt x="1057074" y="5736249"/>
                  <a:pt x="1057074" y="5736249"/>
                </a:cubicBezTo>
                <a:cubicBezTo>
                  <a:pt x="812932" y="5727415"/>
                  <a:pt x="449110" y="5706185"/>
                  <a:pt x="282371" y="5648007"/>
                </a:cubicBezTo>
                <a:cubicBezTo>
                  <a:pt x="4469" y="5551044"/>
                  <a:pt x="0" y="5377765"/>
                  <a:pt x="0" y="4376960"/>
                </a:cubicBezTo>
                <a:lnTo>
                  <a:pt x="0" y="4376913"/>
                </a:lnTo>
                <a:cubicBezTo>
                  <a:pt x="8536" y="491230"/>
                  <a:pt x="0" y="345608"/>
                  <a:pt x="77597" y="223930"/>
                </a:cubicBezTo>
                <a:cubicBezTo>
                  <a:pt x="217372" y="4759"/>
                  <a:pt x="519255" y="4073"/>
                  <a:pt x="937909" y="4073"/>
                </a:cubicBezTo>
                <a:cubicBezTo>
                  <a:pt x="937909" y="4073"/>
                  <a:pt x="2039222" y="15681"/>
                  <a:pt x="4699719" y="7673"/>
                </a:cubicBezTo>
                <a:cubicBezTo>
                  <a:pt x="6470043" y="0"/>
                  <a:pt x="7186776" y="6979"/>
                  <a:pt x="7186776" y="6979"/>
                </a:cubicBezTo>
                <a:cubicBezTo>
                  <a:pt x="7555084" y="14458"/>
                  <a:pt x="7693344" y="42638"/>
                  <a:pt x="7891083" y="165219"/>
                </a:cubicBezTo>
                <a:cubicBezTo>
                  <a:pt x="8042101" y="258836"/>
                  <a:pt x="8047623" y="476157"/>
                  <a:pt x="8038482" y="4376913"/>
                </a:cubicBezTo>
                <a:lnTo>
                  <a:pt x="8038482" y="4376960"/>
                </a:lnTo>
                <a:cubicBezTo>
                  <a:pt x="8038481" y="5495730"/>
                  <a:pt x="7995697" y="5644318"/>
                  <a:pt x="7419845" y="5694380"/>
                </a:cubicBezTo>
                <a:close/>
              </a:path>
            </a:pathLst>
          </a:custGeom>
          <a:solidFill>
            <a:srgbClr val="CCC0D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7" name="Google Shape;1157;p51"/>
          <p:cNvSpPr txBox="1"/>
          <p:nvPr/>
        </p:nvSpPr>
        <p:spPr>
          <a:xfrm>
            <a:off x="5865245" y="5151846"/>
            <a:ext cx="2035255" cy="1865126"/>
          </a:xfrm>
          <a:prstGeom prst="rect">
            <a:avLst/>
          </a:prstGeom>
          <a:solidFill>
            <a:srgbClr val="FDE9D8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216249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2800"/>
              <a:buFont typeface="SimSun"/>
              <a:buNone/>
            </a:pP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piàolianɡ</a:t>
            </a:r>
            <a:endParaRPr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marL="0" marR="0" lvl="0" indent="0" algn="ctr" rtl="0">
              <a:lnSpc>
                <a:spcPct val="137613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4400"/>
              <a:buFont typeface="Calibri"/>
              <a:buNone/>
            </a:pPr>
            <a:r>
              <a:rPr lang="en-US" sz="44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漂亮</a:t>
            </a:r>
            <a:endParaRPr sz="4400" b="0" i="0" u="none" strike="noStrike" cap="none" dirty="0">
              <a:solidFill>
                <a:srgbClr val="2E2F30"/>
              </a:solidFill>
              <a:latin typeface="SimSun" panose="02010600030101010101" pitchFamily="2" charset="-122"/>
              <a:ea typeface="SimSun" panose="02010600030101010101" pitchFamily="2" charset="-122"/>
              <a:cs typeface="Calibri"/>
              <a:sym typeface="Calibri"/>
            </a:endParaRPr>
          </a:p>
        </p:txBody>
      </p:sp>
      <p:sp>
        <p:nvSpPr>
          <p:cNvPr id="1158" name="Google Shape;1158;p51"/>
          <p:cNvSpPr/>
          <p:nvPr/>
        </p:nvSpPr>
        <p:spPr>
          <a:xfrm>
            <a:off x="12838286" y="4913524"/>
            <a:ext cx="2251102" cy="1941860"/>
          </a:xfrm>
          <a:custGeom>
            <a:avLst/>
            <a:gdLst/>
            <a:ahLst/>
            <a:cxnLst/>
            <a:rect l="l" t="t" r="r" b="b"/>
            <a:pathLst>
              <a:path w="8047623" h="5748858" extrusionOk="0">
                <a:moveTo>
                  <a:pt x="7419845" y="5694380"/>
                </a:moveTo>
                <a:cubicBezTo>
                  <a:pt x="7419845" y="5694380"/>
                  <a:pt x="6688970" y="5748858"/>
                  <a:pt x="5633256" y="5746236"/>
                </a:cubicBezTo>
                <a:cubicBezTo>
                  <a:pt x="3101516" y="5744074"/>
                  <a:pt x="1057074" y="5736249"/>
                  <a:pt x="1057074" y="5736249"/>
                </a:cubicBezTo>
                <a:cubicBezTo>
                  <a:pt x="812932" y="5727415"/>
                  <a:pt x="449110" y="5706185"/>
                  <a:pt x="282371" y="5648007"/>
                </a:cubicBezTo>
                <a:cubicBezTo>
                  <a:pt x="4469" y="5551044"/>
                  <a:pt x="0" y="5377765"/>
                  <a:pt x="0" y="4376960"/>
                </a:cubicBezTo>
                <a:lnTo>
                  <a:pt x="0" y="4376913"/>
                </a:lnTo>
                <a:cubicBezTo>
                  <a:pt x="8536" y="491230"/>
                  <a:pt x="0" y="345608"/>
                  <a:pt x="77597" y="223930"/>
                </a:cubicBezTo>
                <a:cubicBezTo>
                  <a:pt x="217372" y="4759"/>
                  <a:pt x="519255" y="4073"/>
                  <a:pt x="937909" y="4073"/>
                </a:cubicBezTo>
                <a:cubicBezTo>
                  <a:pt x="937909" y="4073"/>
                  <a:pt x="2039222" y="15681"/>
                  <a:pt x="4699719" y="7673"/>
                </a:cubicBezTo>
                <a:cubicBezTo>
                  <a:pt x="6470043" y="0"/>
                  <a:pt x="7186776" y="6979"/>
                  <a:pt x="7186776" y="6979"/>
                </a:cubicBezTo>
                <a:cubicBezTo>
                  <a:pt x="7555084" y="14458"/>
                  <a:pt x="7693344" y="42638"/>
                  <a:pt x="7891083" y="165219"/>
                </a:cubicBezTo>
                <a:cubicBezTo>
                  <a:pt x="8042101" y="258836"/>
                  <a:pt x="8047623" y="476157"/>
                  <a:pt x="8038482" y="4376913"/>
                </a:cubicBezTo>
                <a:lnTo>
                  <a:pt x="8038482" y="4376960"/>
                </a:lnTo>
                <a:cubicBezTo>
                  <a:pt x="8038481" y="5495730"/>
                  <a:pt x="7995697" y="5644318"/>
                  <a:pt x="7419845" y="5694380"/>
                </a:cubicBezTo>
                <a:close/>
              </a:path>
            </a:pathLst>
          </a:custGeom>
          <a:solidFill>
            <a:srgbClr val="CCC0D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9" name="Google Shape;1159;p51"/>
          <p:cNvSpPr txBox="1"/>
          <p:nvPr/>
        </p:nvSpPr>
        <p:spPr>
          <a:xfrm>
            <a:off x="12802222" y="5110276"/>
            <a:ext cx="2014640" cy="1865126"/>
          </a:xfrm>
          <a:prstGeom prst="rect">
            <a:avLst/>
          </a:prstGeom>
          <a:solidFill>
            <a:srgbClr val="FDE9D8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216249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2800"/>
              <a:buFont typeface="SimSun"/>
              <a:buNone/>
            </a:pPr>
            <a:r>
              <a:rPr lang="en-US" sz="2800" b="0" i="0" u="none" strike="noStrike" cap="none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duō</a:t>
            </a:r>
            <a:endParaRPr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marL="0" marR="0" lvl="0" indent="0" algn="ctr" rtl="0">
              <a:lnSpc>
                <a:spcPct val="137613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4400"/>
              <a:buFont typeface="Calibri"/>
              <a:buNone/>
            </a:pPr>
            <a:r>
              <a:rPr lang="en-US" sz="4400" b="0" i="0" u="none" strike="noStrike" cap="none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多</a:t>
            </a:r>
            <a:endParaRPr sz="4400" b="0" i="0" u="none" strike="noStrike" cap="none">
              <a:solidFill>
                <a:srgbClr val="2E2F30"/>
              </a:solidFill>
              <a:latin typeface="SimSun" panose="02010600030101010101" pitchFamily="2" charset="-122"/>
              <a:ea typeface="SimSun" panose="02010600030101010101" pitchFamily="2" charset="-122"/>
              <a:cs typeface="Calibri"/>
              <a:sym typeface="Calibri"/>
            </a:endParaRPr>
          </a:p>
        </p:txBody>
      </p:sp>
      <p:sp>
        <p:nvSpPr>
          <p:cNvPr id="1160" name="Google Shape;1160;p51"/>
          <p:cNvSpPr/>
          <p:nvPr/>
        </p:nvSpPr>
        <p:spPr>
          <a:xfrm>
            <a:off x="10649504" y="4903188"/>
            <a:ext cx="2251102" cy="1941860"/>
          </a:xfrm>
          <a:custGeom>
            <a:avLst/>
            <a:gdLst/>
            <a:ahLst/>
            <a:cxnLst/>
            <a:rect l="l" t="t" r="r" b="b"/>
            <a:pathLst>
              <a:path w="8047623" h="5748858" extrusionOk="0">
                <a:moveTo>
                  <a:pt x="7419845" y="5694380"/>
                </a:moveTo>
                <a:cubicBezTo>
                  <a:pt x="7419845" y="5694380"/>
                  <a:pt x="6688970" y="5748858"/>
                  <a:pt x="5633256" y="5746236"/>
                </a:cubicBezTo>
                <a:cubicBezTo>
                  <a:pt x="3101516" y="5744074"/>
                  <a:pt x="1057074" y="5736249"/>
                  <a:pt x="1057074" y="5736249"/>
                </a:cubicBezTo>
                <a:cubicBezTo>
                  <a:pt x="812932" y="5727415"/>
                  <a:pt x="449110" y="5706185"/>
                  <a:pt x="282371" y="5648007"/>
                </a:cubicBezTo>
                <a:cubicBezTo>
                  <a:pt x="4469" y="5551044"/>
                  <a:pt x="0" y="5377765"/>
                  <a:pt x="0" y="4376960"/>
                </a:cubicBezTo>
                <a:lnTo>
                  <a:pt x="0" y="4376913"/>
                </a:lnTo>
                <a:cubicBezTo>
                  <a:pt x="8536" y="491230"/>
                  <a:pt x="0" y="345608"/>
                  <a:pt x="77597" y="223930"/>
                </a:cubicBezTo>
                <a:cubicBezTo>
                  <a:pt x="217372" y="4759"/>
                  <a:pt x="519255" y="4073"/>
                  <a:pt x="937909" y="4073"/>
                </a:cubicBezTo>
                <a:cubicBezTo>
                  <a:pt x="937909" y="4073"/>
                  <a:pt x="2039222" y="15681"/>
                  <a:pt x="4699719" y="7673"/>
                </a:cubicBezTo>
                <a:cubicBezTo>
                  <a:pt x="6470043" y="0"/>
                  <a:pt x="7186776" y="6979"/>
                  <a:pt x="7186776" y="6979"/>
                </a:cubicBezTo>
                <a:cubicBezTo>
                  <a:pt x="7555084" y="14458"/>
                  <a:pt x="7693344" y="42638"/>
                  <a:pt x="7891083" y="165219"/>
                </a:cubicBezTo>
                <a:cubicBezTo>
                  <a:pt x="8042101" y="258836"/>
                  <a:pt x="8047623" y="476157"/>
                  <a:pt x="8038482" y="4376913"/>
                </a:cubicBezTo>
                <a:lnTo>
                  <a:pt x="8038482" y="4376960"/>
                </a:lnTo>
                <a:cubicBezTo>
                  <a:pt x="8038481" y="5495730"/>
                  <a:pt x="7995697" y="5644318"/>
                  <a:pt x="7419845" y="5694380"/>
                </a:cubicBezTo>
                <a:close/>
              </a:path>
            </a:pathLst>
          </a:custGeom>
          <a:solidFill>
            <a:srgbClr val="E5DFE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1" name="Google Shape;1161;p51"/>
          <p:cNvSpPr txBox="1"/>
          <p:nvPr/>
        </p:nvSpPr>
        <p:spPr>
          <a:xfrm>
            <a:off x="10613440" y="5099940"/>
            <a:ext cx="2014640" cy="1865126"/>
          </a:xfrm>
          <a:prstGeom prst="rect">
            <a:avLst/>
          </a:prstGeom>
          <a:solidFill>
            <a:srgbClr val="FDE9D8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216249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2800"/>
              <a:buFont typeface="SimSun"/>
              <a:buNone/>
            </a:pP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mǎi</a:t>
            </a:r>
            <a:endParaRPr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marL="0" marR="0" lvl="0" indent="0" algn="ctr" rtl="0">
              <a:lnSpc>
                <a:spcPct val="137613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4400"/>
              <a:buFont typeface="Calibri"/>
              <a:buNone/>
            </a:pPr>
            <a:r>
              <a:rPr lang="en-US" sz="44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买</a:t>
            </a:r>
            <a:endParaRPr sz="4400" b="0" i="0" u="none" strike="noStrike" cap="none" dirty="0">
              <a:solidFill>
                <a:srgbClr val="2E2F30"/>
              </a:solidFill>
              <a:latin typeface="SimSun" panose="02010600030101010101" pitchFamily="2" charset="-122"/>
              <a:ea typeface="SimSun" panose="02010600030101010101" pitchFamily="2" charset="-122"/>
              <a:cs typeface="Calibri"/>
              <a:sym typeface="Calibri"/>
            </a:endParaRPr>
          </a:p>
        </p:txBody>
      </p:sp>
      <p:sp>
        <p:nvSpPr>
          <p:cNvPr id="1162" name="Google Shape;1162;p51"/>
          <p:cNvSpPr/>
          <p:nvPr/>
        </p:nvSpPr>
        <p:spPr>
          <a:xfrm>
            <a:off x="7325239" y="7236031"/>
            <a:ext cx="2251102" cy="1941860"/>
          </a:xfrm>
          <a:custGeom>
            <a:avLst/>
            <a:gdLst/>
            <a:ahLst/>
            <a:cxnLst/>
            <a:rect l="l" t="t" r="r" b="b"/>
            <a:pathLst>
              <a:path w="8047623" h="5748858" extrusionOk="0">
                <a:moveTo>
                  <a:pt x="7419845" y="5694380"/>
                </a:moveTo>
                <a:cubicBezTo>
                  <a:pt x="7419845" y="5694380"/>
                  <a:pt x="6688970" y="5748858"/>
                  <a:pt x="5633256" y="5746236"/>
                </a:cubicBezTo>
                <a:cubicBezTo>
                  <a:pt x="3101516" y="5744074"/>
                  <a:pt x="1057074" y="5736249"/>
                  <a:pt x="1057074" y="5736249"/>
                </a:cubicBezTo>
                <a:cubicBezTo>
                  <a:pt x="812932" y="5727415"/>
                  <a:pt x="449110" y="5706185"/>
                  <a:pt x="282371" y="5648007"/>
                </a:cubicBezTo>
                <a:cubicBezTo>
                  <a:pt x="4469" y="5551044"/>
                  <a:pt x="0" y="5377765"/>
                  <a:pt x="0" y="4376960"/>
                </a:cubicBezTo>
                <a:lnTo>
                  <a:pt x="0" y="4376913"/>
                </a:lnTo>
                <a:cubicBezTo>
                  <a:pt x="8536" y="491230"/>
                  <a:pt x="0" y="345608"/>
                  <a:pt x="77597" y="223930"/>
                </a:cubicBezTo>
                <a:cubicBezTo>
                  <a:pt x="217372" y="4759"/>
                  <a:pt x="519255" y="4073"/>
                  <a:pt x="937909" y="4073"/>
                </a:cubicBezTo>
                <a:cubicBezTo>
                  <a:pt x="937909" y="4073"/>
                  <a:pt x="2039222" y="15681"/>
                  <a:pt x="4699719" y="7673"/>
                </a:cubicBezTo>
                <a:cubicBezTo>
                  <a:pt x="6470043" y="0"/>
                  <a:pt x="7186776" y="6979"/>
                  <a:pt x="7186776" y="6979"/>
                </a:cubicBezTo>
                <a:cubicBezTo>
                  <a:pt x="7555084" y="14458"/>
                  <a:pt x="7693344" y="42638"/>
                  <a:pt x="7891083" y="165219"/>
                </a:cubicBezTo>
                <a:cubicBezTo>
                  <a:pt x="8042101" y="258836"/>
                  <a:pt x="8047623" y="476157"/>
                  <a:pt x="8038482" y="4376913"/>
                </a:cubicBezTo>
                <a:lnTo>
                  <a:pt x="8038482" y="4376960"/>
                </a:lnTo>
                <a:cubicBezTo>
                  <a:pt x="8038481" y="5495730"/>
                  <a:pt x="7995697" y="5644318"/>
                  <a:pt x="7419845" y="5694380"/>
                </a:cubicBezTo>
                <a:close/>
              </a:path>
            </a:pathLst>
          </a:custGeom>
          <a:solidFill>
            <a:srgbClr val="E5DFE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3" name="Google Shape;1163;p51"/>
          <p:cNvSpPr txBox="1"/>
          <p:nvPr/>
        </p:nvSpPr>
        <p:spPr>
          <a:xfrm>
            <a:off x="7289175" y="7432783"/>
            <a:ext cx="2014640" cy="1865126"/>
          </a:xfrm>
          <a:prstGeom prst="rect">
            <a:avLst/>
          </a:prstGeom>
          <a:solidFill>
            <a:srgbClr val="FDE9D8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216249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2800"/>
              <a:buFont typeface="SimSun"/>
              <a:buNone/>
            </a:pP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pǎo</a:t>
            </a:r>
            <a:endParaRPr sz="2800" b="0" i="0" u="none" strike="noStrike" cap="none" dirty="0">
              <a:solidFill>
                <a:srgbClr val="2E2F30"/>
              </a:solidFill>
              <a:latin typeface="SimSun" panose="02010600030101010101" pitchFamily="2" charset="-122"/>
              <a:ea typeface="SimSun" panose="02010600030101010101" pitchFamily="2" charset="-122"/>
              <a:cs typeface="SimSun"/>
              <a:sym typeface="SimSun"/>
            </a:endParaRPr>
          </a:p>
          <a:p>
            <a:pPr marL="0" marR="0" lvl="0" indent="0" algn="ctr" rtl="0">
              <a:lnSpc>
                <a:spcPct val="137613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4400"/>
              <a:buFont typeface="Calibri"/>
              <a:buNone/>
            </a:pPr>
            <a:r>
              <a:rPr lang="en-US" sz="44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跑</a:t>
            </a:r>
            <a:endParaRPr sz="4400" b="0" i="0" u="none" strike="noStrike" cap="none" dirty="0">
              <a:solidFill>
                <a:srgbClr val="2E2F30"/>
              </a:solidFill>
              <a:latin typeface="SimSun" panose="02010600030101010101" pitchFamily="2" charset="-122"/>
              <a:ea typeface="SimSun" panose="02010600030101010101" pitchFamily="2" charset="-122"/>
              <a:cs typeface="Calibri"/>
              <a:sym typeface="Calibri"/>
            </a:endParaRPr>
          </a:p>
        </p:txBody>
      </p:sp>
      <p:sp>
        <p:nvSpPr>
          <p:cNvPr id="1164" name="Google Shape;1164;p51"/>
          <p:cNvSpPr/>
          <p:nvPr/>
        </p:nvSpPr>
        <p:spPr>
          <a:xfrm>
            <a:off x="9447564" y="7232395"/>
            <a:ext cx="2251102" cy="1941860"/>
          </a:xfrm>
          <a:custGeom>
            <a:avLst/>
            <a:gdLst/>
            <a:ahLst/>
            <a:cxnLst/>
            <a:rect l="l" t="t" r="r" b="b"/>
            <a:pathLst>
              <a:path w="8047623" h="5748858" extrusionOk="0">
                <a:moveTo>
                  <a:pt x="7419845" y="5694380"/>
                </a:moveTo>
                <a:cubicBezTo>
                  <a:pt x="7419845" y="5694380"/>
                  <a:pt x="6688970" y="5748858"/>
                  <a:pt x="5633256" y="5746236"/>
                </a:cubicBezTo>
                <a:cubicBezTo>
                  <a:pt x="3101516" y="5744074"/>
                  <a:pt x="1057074" y="5736249"/>
                  <a:pt x="1057074" y="5736249"/>
                </a:cubicBezTo>
                <a:cubicBezTo>
                  <a:pt x="812932" y="5727415"/>
                  <a:pt x="449110" y="5706185"/>
                  <a:pt x="282371" y="5648007"/>
                </a:cubicBezTo>
                <a:cubicBezTo>
                  <a:pt x="4469" y="5551044"/>
                  <a:pt x="0" y="5377765"/>
                  <a:pt x="0" y="4376960"/>
                </a:cubicBezTo>
                <a:lnTo>
                  <a:pt x="0" y="4376913"/>
                </a:lnTo>
                <a:cubicBezTo>
                  <a:pt x="8536" y="491230"/>
                  <a:pt x="0" y="345608"/>
                  <a:pt x="77597" y="223930"/>
                </a:cubicBezTo>
                <a:cubicBezTo>
                  <a:pt x="217372" y="4759"/>
                  <a:pt x="519255" y="4073"/>
                  <a:pt x="937909" y="4073"/>
                </a:cubicBezTo>
                <a:cubicBezTo>
                  <a:pt x="937909" y="4073"/>
                  <a:pt x="2039222" y="15681"/>
                  <a:pt x="4699719" y="7673"/>
                </a:cubicBezTo>
                <a:cubicBezTo>
                  <a:pt x="6470043" y="0"/>
                  <a:pt x="7186776" y="6979"/>
                  <a:pt x="7186776" y="6979"/>
                </a:cubicBezTo>
                <a:cubicBezTo>
                  <a:pt x="7555084" y="14458"/>
                  <a:pt x="7693344" y="42638"/>
                  <a:pt x="7891083" y="165219"/>
                </a:cubicBezTo>
                <a:cubicBezTo>
                  <a:pt x="8042101" y="258836"/>
                  <a:pt x="8047623" y="476157"/>
                  <a:pt x="8038482" y="4376913"/>
                </a:cubicBezTo>
                <a:lnTo>
                  <a:pt x="8038482" y="4376960"/>
                </a:lnTo>
                <a:cubicBezTo>
                  <a:pt x="8038481" y="5495730"/>
                  <a:pt x="7995697" y="5644318"/>
                  <a:pt x="7419845" y="5694380"/>
                </a:cubicBezTo>
                <a:close/>
              </a:path>
            </a:pathLst>
          </a:custGeom>
          <a:solidFill>
            <a:srgbClr val="CCC0D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5" name="Google Shape;1165;p51"/>
          <p:cNvSpPr txBox="1"/>
          <p:nvPr/>
        </p:nvSpPr>
        <p:spPr>
          <a:xfrm>
            <a:off x="9408723" y="7429147"/>
            <a:ext cx="2035255" cy="1865126"/>
          </a:xfrm>
          <a:prstGeom prst="rect">
            <a:avLst/>
          </a:prstGeom>
          <a:solidFill>
            <a:srgbClr val="FDE9D8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216249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2800"/>
              <a:buFont typeface="SimSun"/>
              <a:buNone/>
            </a:pP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kuài</a:t>
            </a:r>
            <a:endParaRPr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marL="0" marR="0" lvl="0" indent="0" algn="ctr" rtl="0">
              <a:lnSpc>
                <a:spcPct val="137613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4400"/>
              <a:buFont typeface="Calibri"/>
              <a:buNone/>
            </a:pPr>
            <a:r>
              <a:rPr lang="en-US" sz="44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快</a:t>
            </a:r>
            <a:endParaRPr sz="4400" b="0" i="0" u="none" strike="noStrike" cap="none" dirty="0">
              <a:solidFill>
                <a:srgbClr val="2E2F30"/>
              </a:solidFill>
              <a:latin typeface="SimSun" panose="02010600030101010101" pitchFamily="2" charset="-122"/>
              <a:ea typeface="SimSun" panose="02010600030101010101" pitchFamily="2" charset="-122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CCEE9"/>
        </a:solidFill>
        <a:effectLst/>
      </p:bgPr>
    </p:bg>
    <p:spTree>
      <p:nvGrpSpPr>
        <p:cNvPr id="1" name="Shape 1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0" name="Google Shape;1170;p52"/>
          <p:cNvPicPr preferRelativeResize="0"/>
          <p:nvPr/>
        </p:nvPicPr>
        <p:blipFill rotWithShape="1">
          <a:blip r:embed="rId3">
            <a:alphaModFix amt="19999"/>
          </a:blip>
          <a:srcRect b="43786"/>
          <a:stretch/>
        </p:blipFill>
        <p:spPr>
          <a:xfrm>
            <a:off x="0" y="6607"/>
            <a:ext cx="18288000" cy="1028039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71" name="Google Shape;1171;p52"/>
          <p:cNvGrpSpPr/>
          <p:nvPr/>
        </p:nvGrpSpPr>
        <p:grpSpPr>
          <a:xfrm>
            <a:off x="1555283" y="617652"/>
            <a:ext cx="15784561" cy="9068387"/>
            <a:chOff x="-6989" y="0"/>
            <a:chExt cx="18249771" cy="12091182"/>
          </a:xfrm>
        </p:grpSpPr>
        <p:sp>
          <p:nvSpPr>
            <p:cNvPr id="1172" name="Google Shape;1172;p52"/>
            <p:cNvSpPr/>
            <p:nvPr/>
          </p:nvSpPr>
          <p:spPr>
            <a:xfrm>
              <a:off x="-6989" y="281638"/>
              <a:ext cx="17931505" cy="11809544"/>
            </a:xfrm>
            <a:custGeom>
              <a:avLst/>
              <a:gdLst/>
              <a:ahLst/>
              <a:cxnLst/>
              <a:rect l="l" t="t" r="r" b="b"/>
              <a:pathLst>
                <a:path w="10809882" h="7119301" extrusionOk="0">
                  <a:moveTo>
                    <a:pt x="278431" y="16918"/>
                  </a:moveTo>
                  <a:cubicBezTo>
                    <a:pt x="278431" y="16918"/>
                    <a:pt x="604014" y="12258"/>
                    <a:pt x="1062558" y="12454"/>
                  </a:cubicBezTo>
                  <a:cubicBezTo>
                    <a:pt x="8804229" y="12671"/>
                    <a:pt x="10535814" y="0"/>
                    <a:pt x="10535814" y="0"/>
                  </a:cubicBezTo>
                  <a:cubicBezTo>
                    <a:pt x="10603278" y="0"/>
                    <a:pt x="10679215" y="0"/>
                    <a:pt x="10757988" y="85073"/>
                  </a:cubicBezTo>
                  <a:cubicBezTo>
                    <a:pt x="10800966" y="131488"/>
                    <a:pt x="10802035" y="240224"/>
                    <a:pt x="10802439" y="320281"/>
                  </a:cubicBezTo>
                  <a:cubicBezTo>
                    <a:pt x="10802439" y="320281"/>
                    <a:pt x="10800735" y="5267917"/>
                    <a:pt x="10800735" y="6356717"/>
                  </a:cubicBezTo>
                  <a:cubicBezTo>
                    <a:pt x="10800735" y="6570876"/>
                    <a:pt x="10809883" y="6870054"/>
                    <a:pt x="10809883" y="6870054"/>
                  </a:cubicBezTo>
                  <a:cubicBezTo>
                    <a:pt x="10809883" y="6998723"/>
                    <a:pt x="10805713" y="7119301"/>
                    <a:pt x="10552875" y="7111167"/>
                  </a:cubicBezTo>
                  <a:cubicBezTo>
                    <a:pt x="10552875" y="7111167"/>
                    <a:pt x="10176403" y="7090868"/>
                    <a:pt x="9081481" y="7098467"/>
                  </a:cubicBezTo>
                  <a:cubicBezTo>
                    <a:pt x="2545013" y="7106601"/>
                    <a:pt x="304023" y="7119301"/>
                    <a:pt x="304023" y="7119301"/>
                  </a:cubicBezTo>
                  <a:cubicBezTo>
                    <a:pt x="132548" y="7119301"/>
                    <a:pt x="4213" y="7018231"/>
                    <a:pt x="8532" y="6815685"/>
                  </a:cubicBezTo>
                  <a:cubicBezTo>
                    <a:pt x="8532" y="6815685"/>
                    <a:pt x="9630" y="6317143"/>
                    <a:pt x="4815" y="1670849"/>
                  </a:cubicBezTo>
                  <a:cubicBezTo>
                    <a:pt x="0" y="663668"/>
                    <a:pt x="25592" y="330596"/>
                    <a:pt x="25592" y="330596"/>
                  </a:cubicBezTo>
                  <a:cubicBezTo>
                    <a:pt x="27224" y="150571"/>
                    <a:pt x="143504" y="16918"/>
                    <a:pt x="278431" y="16918"/>
                  </a:cubicBezTo>
                  <a:close/>
                </a:path>
              </a:pathLst>
            </a:custGeom>
            <a:solidFill>
              <a:srgbClr val="2F3A6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3" name="Google Shape;1173;p52"/>
            <p:cNvSpPr/>
            <p:nvPr/>
          </p:nvSpPr>
          <p:spPr>
            <a:xfrm>
              <a:off x="329481" y="0"/>
              <a:ext cx="17913301" cy="11727398"/>
            </a:xfrm>
            <a:custGeom>
              <a:avLst/>
              <a:gdLst/>
              <a:ahLst/>
              <a:cxnLst/>
              <a:rect l="l" t="t" r="r" b="b"/>
              <a:pathLst>
                <a:path w="10825342" h="7087086" extrusionOk="0">
                  <a:moveTo>
                    <a:pt x="278431" y="16918"/>
                  </a:moveTo>
                  <a:cubicBezTo>
                    <a:pt x="278431" y="16918"/>
                    <a:pt x="604014" y="12258"/>
                    <a:pt x="1062834" y="12454"/>
                  </a:cubicBezTo>
                  <a:cubicBezTo>
                    <a:pt x="8817733" y="12671"/>
                    <a:pt x="10551274" y="0"/>
                    <a:pt x="10551274" y="0"/>
                  </a:cubicBezTo>
                  <a:cubicBezTo>
                    <a:pt x="10618737" y="0"/>
                    <a:pt x="10694674" y="0"/>
                    <a:pt x="10773448" y="85073"/>
                  </a:cubicBezTo>
                  <a:cubicBezTo>
                    <a:pt x="10816426" y="131488"/>
                    <a:pt x="10817494" y="240224"/>
                    <a:pt x="10817899" y="320281"/>
                  </a:cubicBezTo>
                  <a:cubicBezTo>
                    <a:pt x="10817899" y="320281"/>
                    <a:pt x="10816195" y="5241263"/>
                    <a:pt x="10816195" y="6324502"/>
                  </a:cubicBezTo>
                  <a:cubicBezTo>
                    <a:pt x="10816195" y="6538661"/>
                    <a:pt x="10825342" y="6837839"/>
                    <a:pt x="10825342" y="6837839"/>
                  </a:cubicBezTo>
                  <a:cubicBezTo>
                    <a:pt x="10825342" y="6966508"/>
                    <a:pt x="10821173" y="7087086"/>
                    <a:pt x="10568335" y="7078952"/>
                  </a:cubicBezTo>
                  <a:cubicBezTo>
                    <a:pt x="10568335" y="7078952"/>
                    <a:pt x="10191862" y="7058653"/>
                    <a:pt x="9095459" y="7066252"/>
                  </a:cubicBezTo>
                  <a:cubicBezTo>
                    <a:pt x="2547822" y="7074386"/>
                    <a:pt x="304023" y="7087086"/>
                    <a:pt x="304023" y="7087086"/>
                  </a:cubicBezTo>
                  <a:cubicBezTo>
                    <a:pt x="132548" y="7087086"/>
                    <a:pt x="4213" y="6986016"/>
                    <a:pt x="8532" y="6783470"/>
                  </a:cubicBezTo>
                  <a:cubicBezTo>
                    <a:pt x="8532" y="6783470"/>
                    <a:pt x="9630" y="6284928"/>
                    <a:pt x="4815" y="1666310"/>
                  </a:cubicBezTo>
                  <a:cubicBezTo>
                    <a:pt x="0" y="663668"/>
                    <a:pt x="25592" y="330596"/>
                    <a:pt x="25592" y="330596"/>
                  </a:cubicBezTo>
                  <a:cubicBezTo>
                    <a:pt x="27224" y="150571"/>
                    <a:pt x="143504" y="16918"/>
                    <a:pt x="278431" y="16918"/>
                  </a:cubicBezTo>
                  <a:close/>
                </a:path>
              </a:pathLst>
            </a:custGeom>
            <a:solidFill>
              <a:srgbClr val="FFF3E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174" name="Google Shape;1174;p5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-8762934">
            <a:off x="895850" y="8771304"/>
            <a:ext cx="2348424" cy="768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5" name="Google Shape;1175;p5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-720983">
            <a:off x="1024724" y="5276327"/>
            <a:ext cx="1794567" cy="30879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6" name="Google Shape;1176;p52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 rot="553163">
            <a:off x="16253913" y="6158716"/>
            <a:ext cx="1874366" cy="249139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7" name="Google Shape;1177;p52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 flipH="1">
            <a:off x="381847" y="-148751"/>
            <a:ext cx="4378081" cy="4134854"/>
          </a:xfrm>
          <a:prstGeom prst="rect">
            <a:avLst/>
          </a:prstGeom>
          <a:noFill/>
          <a:ln>
            <a:noFill/>
          </a:ln>
        </p:spPr>
      </p:pic>
      <p:sp>
        <p:nvSpPr>
          <p:cNvPr id="1178" name="Google Shape;1178;p52"/>
          <p:cNvSpPr txBox="1"/>
          <p:nvPr/>
        </p:nvSpPr>
        <p:spPr>
          <a:xfrm>
            <a:off x="561276" y="1350552"/>
            <a:ext cx="4019222" cy="744948"/>
          </a:xfrm>
          <a:prstGeom prst="rect">
            <a:avLst/>
          </a:prstGeom>
          <a:solidFill>
            <a:srgbClr val="E5DFEC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96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5046"/>
              <a:buFont typeface="Calibri"/>
              <a:buNone/>
            </a:pPr>
            <a:r>
              <a:rPr lang="en-US" sz="5046" b="1" i="0" u="none" strike="noStrike" cap="none">
                <a:solidFill>
                  <a:srgbClr val="2E2F30"/>
                </a:solidFill>
                <a:latin typeface="Calibri"/>
                <a:ea typeface="Calibri"/>
                <a:cs typeface="Calibri"/>
                <a:sym typeface="Calibri"/>
              </a:rPr>
              <a:t>练习Exercises</a:t>
            </a:r>
            <a:endParaRPr sz="5046" b="1" i="0" u="none" strike="noStrike" cap="none">
              <a:solidFill>
                <a:srgbClr val="2E2F3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9" name="Google Shape;1179;p52"/>
          <p:cNvSpPr txBox="1"/>
          <p:nvPr/>
        </p:nvSpPr>
        <p:spPr>
          <a:xfrm>
            <a:off x="6834199" y="936807"/>
            <a:ext cx="5029200" cy="744948"/>
          </a:xfrm>
          <a:prstGeom prst="rect">
            <a:avLst/>
          </a:prstGeom>
          <a:solidFill>
            <a:srgbClr val="FBD4B4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96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5046"/>
              <a:buFont typeface="Calibri"/>
              <a:buNone/>
            </a:pPr>
            <a:r>
              <a:rPr lang="en-US" sz="5046" b="1" i="0" u="none" strike="noStrike" cap="none">
                <a:solidFill>
                  <a:srgbClr val="2E2F30"/>
                </a:solidFill>
                <a:latin typeface="Calibri"/>
                <a:ea typeface="Calibri"/>
                <a:cs typeface="Calibri"/>
                <a:sym typeface="Calibri"/>
              </a:rPr>
              <a:t>替换 Substitutions</a:t>
            </a:r>
            <a:endParaRPr sz="5046" b="1" i="0" u="none" strike="noStrike" cap="none">
              <a:solidFill>
                <a:srgbClr val="2E2F3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0" name="Google Shape;1180;p52"/>
          <p:cNvSpPr/>
          <p:nvPr/>
        </p:nvSpPr>
        <p:spPr>
          <a:xfrm>
            <a:off x="6629400" y="2170220"/>
            <a:ext cx="5590841" cy="2088566"/>
          </a:xfrm>
          <a:custGeom>
            <a:avLst/>
            <a:gdLst/>
            <a:ahLst/>
            <a:cxnLst/>
            <a:rect l="l" t="t" r="r" b="b"/>
            <a:pathLst>
              <a:path w="8047623" h="5748858" extrusionOk="0">
                <a:moveTo>
                  <a:pt x="7419845" y="5694380"/>
                </a:moveTo>
                <a:cubicBezTo>
                  <a:pt x="7419845" y="5694380"/>
                  <a:pt x="6688970" y="5748858"/>
                  <a:pt x="5633256" y="5746236"/>
                </a:cubicBezTo>
                <a:cubicBezTo>
                  <a:pt x="3101516" y="5744074"/>
                  <a:pt x="1057074" y="5736249"/>
                  <a:pt x="1057074" y="5736249"/>
                </a:cubicBezTo>
                <a:cubicBezTo>
                  <a:pt x="812932" y="5727415"/>
                  <a:pt x="449110" y="5706185"/>
                  <a:pt x="282371" y="5648007"/>
                </a:cubicBezTo>
                <a:cubicBezTo>
                  <a:pt x="4469" y="5551044"/>
                  <a:pt x="0" y="5377765"/>
                  <a:pt x="0" y="4376960"/>
                </a:cubicBezTo>
                <a:lnTo>
                  <a:pt x="0" y="4376913"/>
                </a:lnTo>
                <a:cubicBezTo>
                  <a:pt x="8536" y="491230"/>
                  <a:pt x="0" y="345608"/>
                  <a:pt x="77597" y="223930"/>
                </a:cubicBezTo>
                <a:cubicBezTo>
                  <a:pt x="217372" y="4759"/>
                  <a:pt x="519255" y="4073"/>
                  <a:pt x="937909" y="4073"/>
                </a:cubicBezTo>
                <a:cubicBezTo>
                  <a:pt x="937909" y="4073"/>
                  <a:pt x="2039222" y="15681"/>
                  <a:pt x="4699719" y="7673"/>
                </a:cubicBezTo>
                <a:cubicBezTo>
                  <a:pt x="6470043" y="0"/>
                  <a:pt x="7186776" y="6979"/>
                  <a:pt x="7186776" y="6979"/>
                </a:cubicBezTo>
                <a:cubicBezTo>
                  <a:pt x="7555084" y="14458"/>
                  <a:pt x="7693344" y="42638"/>
                  <a:pt x="7891083" y="165219"/>
                </a:cubicBezTo>
                <a:cubicBezTo>
                  <a:pt x="8042101" y="258836"/>
                  <a:pt x="8047623" y="476157"/>
                  <a:pt x="8038482" y="4376913"/>
                </a:cubicBezTo>
                <a:lnTo>
                  <a:pt x="8038482" y="4376960"/>
                </a:lnTo>
                <a:cubicBezTo>
                  <a:pt x="8038481" y="5495730"/>
                  <a:pt x="7995697" y="5644318"/>
                  <a:pt x="7419845" y="5694380"/>
                </a:cubicBezTo>
                <a:close/>
              </a:path>
            </a:pathLst>
          </a:custGeom>
          <a:solidFill>
            <a:srgbClr val="EAF1D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1" name="Google Shape;1181;p52"/>
          <p:cNvSpPr txBox="1"/>
          <p:nvPr/>
        </p:nvSpPr>
        <p:spPr>
          <a:xfrm>
            <a:off x="7631851" y="2443276"/>
            <a:ext cx="4588389" cy="1861407"/>
          </a:xfrm>
          <a:prstGeom prst="rect">
            <a:avLst/>
          </a:prstGeom>
          <a:solidFill>
            <a:srgbClr val="E5DFEC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8194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3600"/>
              <a:buFont typeface="SimSun"/>
              <a:buNone/>
            </a:pPr>
            <a:r>
              <a:rPr lang="en-US" sz="36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Wǒ</a:t>
            </a:r>
            <a:r>
              <a:rPr lang="en-US" sz="36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 </a:t>
            </a:r>
            <a:r>
              <a:rPr lang="en-US" sz="36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ɡěi</a:t>
            </a:r>
            <a:r>
              <a:rPr lang="en-US" sz="36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36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nǐ</a:t>
            </a:r>
            <a:r>
              <a:rPr lang="en-US" sz="36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36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qián</a:t>
            </a:r>
            <a:r>
              <a:rPr lang="en-US" sz="36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.</a:t>
            </a:r>
            <a:endParaRPr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marL="0" marR="0" lvl="0" indent="0" algn="l" rtl="0">
              <a:lnSpc>
                <a:spcPct val="112129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5400"/>
              <a:buFont typeface="Calibri"/>
              <a:buNone/>
            </a:pPr>
            <a:r>
              <a:rPr lang="en-US" sz="54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我 </a:t>
            </a:r>
            <a:r>
              <a:rPr lang="en-US" sz="5400" b="1" i="0" u="sng" strike="noStrike" cap="none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给</a:t>
            </a:r>
            <a:r>
              <a:rPr lang="en-US" sz="54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你 </a:t>
            </a:r>
            <a:r>
              <a:rPr lang="en-US" sz="5400" b="1" i="0" u="sng" strike="noStrike" cap="none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钱</a:t>
            </a:r>
            <a:r>
              <a:rPr lang="en-US" sz="54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。</a:t>
            </a:r>
            <a:endParaRPr sz="5400" b="0" i="0" u="none" strike="noStrike" cap="none" dirty="0">
              <a:solidFill>
                <a:srgbClr val="2E2F30"/>
              </a:solidFill>
              <a:latin typeface="SimSun" panose="02010600030101010101" pitchFamily="2" charset="-122"/>
              <a:ea typeface="SimSun" panose="02010600030101010101" pitchFamily="2" charset="-122"/>
              <a:cs typeface="Calibri"/>
              <a:sym typeface="Calibri"/>
            </a:endParaRPr>
          </a:p>
        </p:txBody>
      </p:sp>
      <p:sp>
        <p:nvSpPr>
          <p:cNvPr id="1182" name="Google Shape;1182;p52"/>
          <p:cNvSpPr/>
          <p:nvPr/>
        </p:nvSpPr>
        <p:spPr>
          <a:xfrm>
            <a:off x="3781761" y="4958730"/>
            <a:ext cx="2251102" cy="1941860"/>
          </a:xfrm>
          <a:custGeom>
            <a:avLst/>
            <a:gdLst/>
            <a:ahLst/>
            <a:cxnLst/>
            <a:rect l="l" t="t" r="r" b="b"/>
            <a:pathLst>
              <a:path w="8047623" h="5748858" extrusionOk="0">
                <a:moveTo>
                  <a:pt x="7419845" y="5694380"/>
                </a:moveTo>
                <a:cubicBezTo>
                  <a:pt x="7419845" y="5694380"/>
                  <a:pt x="6688970" y="5748858"/>
                  <a:pt x="5633256" y="5746236"/>
                </a:cubicBezTo>
                <a:cubicBezTo>
                  <a:pt x="3101516" y="5744074"/>
                  <a:pt x="1057074" y="5736249"/>
                  <a:pt x="1057074" y="5736249"/>
                </a:cubicBezTo>
                <a:cubicBezTo>
                  <a:pt x="812932" y="5727415"/>
                  <a:pt x="449110" y="5706185"/>
                  <a:pt x="282371" y="5648007"/>
                </a:cubicBezTo>
                <a:cubicBezTo>
                  <a:pt x="4469" y="5551044"/>
                  <a:pt x="0" y="5377765"/>
                  <a:pt x="0" y="4376960"/>
                </a:cubicBezTo>
                <a:lnTo>
                  <a:pt x="0" y="4376913"/>
                </a:lnTo>
                <a:cubicBezTo>
                  <a:pt x="8536" y="491230"/>
                  <a:pt x="0" y="345608"/>
                  <a:pt x="77597" y="223930"/>
                </a:cubicBezTo>
                <a:cubicBezTo>
                  <a:pt x="217372" y="4759"/>
                  <a:pt x="519255" y="4073"/>
                  <a:pt x="937909" y="4073"/>
                </a:cubicBezTo>
                <a:cubicBezTo>
                  <a:pt x="937909" y="4073"/>
                  <a:pt x="2039222" y="15681"/>
                  <a:pt x="4699719" y="7673"/>
                </a:cubicBezTo>
                <a:cubicBezTo>
                  <a:pt x="6470043" y="0"/>
                  <a:pt x="7186776" y="6979"/>
                  <a:pt x="7186776" y="6979"/>
                </a:cubicBezTo>
                <a:cubicBezTo>
                  <a:pt x="7555084" y="14458"/>
                  <a:pt x="7693344" y="42638"/>
                  <a:pt x="7891083" y="165219"/>
                </a:cubicBezTo>
                <a:cubicBezTo>
                  <a:pt x="8042101" y="258836"/>
                  <a:pt x="8047623" y="476157"/>
                  <a:pt x="8038482" y="4376913"/>
                </a:cubicBezTo>
                <a:lnTo>
                  <a:pt x="8038482" y="4376960"/>
                </a:lnTo>
                <a:cubicBezTo>
                  <a:pt x="8038481" y="5495730"/>
                  <a:pt x="7995697" y="5644318"/>
                  <a:pt x="7419845" y="5694380"/>
                </a:cubicBezTo>
                <a:close/>
              </a:path>
            </a:pathLst>
          </a:custGeom>
          <a:solidFill>
            <a:srgbClr val="E5DFE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3" name="Google Shape;1183;p52"/>
          <p:cNvSpPr txBox="1"/>
          <p:nvPr/>
        </p:nvSpPr>
        <p:spPr>
          <a:xfrm>
            <a:off x="4017005" y="5155482"/>
            <a:ext cx="1913720" cy="1865126"/>
          </a:xfrm>
          <a:prstGeom prst="rect">
            <a:avLst/>
          </a:prstGeom>
          <a:solidFill>
            <a:srgbClr val="FDE9D8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216249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2800"/>
              <a:buFont typeface="SimSun"/>
              <a:buNone/>
            </a:pP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wèn</a:t>
            </a:r>
            <a:endParaRPr sz="2800" b="0" i="0" u="none" strike="noStrike" cap="none" dirty="0">
              <a:solidFill>
                <a:srgbClr val="2E2F30"/>
              </a:solidFill>
              <a:latin typeface="SimSun" panose="02010600030101010101" pitchFamily="2" charset="-122"/>
              <a:ea typeface="SimSun" panose="02010600030101010101" pitchFamily="2" charset="-122"/>
              <a:cs typeface="SimSun"/>
              <a:sym typeface="SimSun"/>
            </a:endParaRPr>
          </a:p>
          <a:p>
            <a:pPr marL="0" marR="0" lvl="0" indent="0" algn="ctr" rtl="0">
              <a:lnSpc>
                <a:spcPct val="137613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4400"/>
              <a:buFont typeface="Calibri"/>
              <a:buNone/>
            </a:pPr>
            <a:r>
              <a:rPr lang="en-US" sz="44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问</a:t>
            </a:r>
            <a:endParaRPr sz="4400" b="0" i="0" u="none" strike="noStrike" cap="none" dirty="0">
              <a:solidFill>
                <a:srgbClr val="2E2F30"/>
              </a:solidFill>
              <a:latin typeface="SimSun" panose="02010600030101010101" pitchFamily="2" charset="-122"/>
              <a:ea typeface="SimSun" panose="02010600030101010101" pitchFamily="2" charset="-122"/>
              <a:cs typeface="Calibri"/>
              <a:sym typeface="Calibri"/>
            </a:endParaRPr>
          </a:p>
        </p:txBody>
      </p:sp>
      <p:sp>
        <p:nvSpPr>
          <p:cNvPr id="1184" name="Google Shape;1184;p52"/>
          <p:cNvSpPr/>
          <p:nvPr/>
        </p:nvSpPr>
        <p:spPr>
          <a:xfrm>
            <a:off x="5904086" y="4955094"/>
            <a:ext cx="2251102" cy="1941860"/>
          </a:xfrm>
          <a:custGeom>
            <a:avLst/>
            <a:gdLst/>
            <a:ahLst/>
            <a:cxnLst/>
            <a:rect l="l" t="t" r="r" b="b"/>
            <a:pathLst>
              <a:path w="8047623" h="5748858" extrusionOk="0">
                <a:moveTo>
                  <a:pt x="7419845" y="5694380"/>
                </a:moveTo>
                <a:cubicBezTo>
                  <a:pt x="7419845" y="5694380"/>
                  <a:pt x="6688970" y="5748858"/>
                  <a:pt x="5633256" y="5746236"/>
                </a:cubicBezTo>
                <a:cubicBezTo>
                  <a:pt x="3101516" y="5744074"/>
                  <a:pt x="1057074" y="5736249"/>
                  <a:pt x="1057074" y="5736249"/>
                </a:cubicBezTo>
                <a:cubicBezTo>
                  <a:pt x="812932" y="5727415"/>
                  <a:pt x="449110" y="5706185"/>
                  <a:pt x="282371" y="5648007"/>
                </a:cubicBezTo>
                <a:cubicBezTo>
                  <a:pt x="4469" y="5551044"/>
                  <a:pt x="0" y="5377765"/>
                  <a:pt x="0" y="4376960"/>
                </a:cubicBezTo>
                <a:lnTo>
                  <a:pt x="0" y="4376913"/>
                </a:lnTo>
                <a:cubicBezTo>
                  <a:pt x="8536" y="491230"/>
                  <a:pt x="0" y="345608"/>
                  <a:pt x="77597" y="223930"/>
                </a:cubicBezTo>
                <a:cubicBezTo>
                  <a:pt x="217372" y="4759"/>
                  <a:pt x="519255" y="4073"/>
                  <a:pt x="937909" y="4073"/>
                </a:cubicBezTo>
                <a:cubicBezTo>
                  <a:pt x="937909" y="4073"/>
                  <a:pt x="2039222" y="15681"/>
                  <a:pt x="4699719" y="7673"/>
                </a:cubicBezTo>
                <a:cubicBezTo>
                  <a:pt x="6470043" y="0"/>
                  <a:pt x="7186776" y="6979"/>
                  <a:pt x="7186776" y="6979"/>
                </a:cubicBezTo>
                <a:cubicBezTo>
                  <a:pt x="7555084" y="14458"/>
                  <a:pt x="7693344" y="42638"/>
                  <a:pt x="7891083" y="165219"/>
                </a:cubicBezTo>
                <a:cubicBezTo>
                  <a:pt x="8042101" y="258836"/>
                  <a:pt x="8047623" y="476157"/>
                  <a:pt x="8038482" y="4376913"/>
                </a:cubicBezTo>
                <a:lnTo>
                  <a:pt x="8038482" y="4376960"/>
                </a:lnTo>
                <a:cubicBezTo>
                  <a:pt x="8038481" y="5495730"/>
                  <a:pt x="7995697" y="5644318"/>
                  <a:pt x="7419845" y="5694380"/>
                </a:cubicBezTo>
                <a:close/>
              </a:path>
            </a:pathLst>
          </a:custGeom>
          <a:solidFill>
            <a:srgbClr val="CCC0D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5" name="Google Shape;1185;p52"/>
          <p:cNvSpPr txBox="1"/>
          <p:nvPr/>
        </p:nvSpPr>
        <p:spPr>
          <a:xfrm>
            <a:off x="6139329" y="5151846"/>
            <a:ext cx="1933303" cy="1865126"/>
          </a:xfrm>
          <a:prstGeom prst="rect">
            <a:avLst/>
          </a:prstGeom>
          <a:solidFill>
            <a:srgbClr val="FDE9D8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216249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2800"/>
              <a:buFont typeface="SimSun"/>
              <a:buNone/>
            </a:pP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wèntí</a:t>
            </a:r>
            <a:endParaRPr sz="2800" b="0" i="0" u="none" strike="noStrike" cap="none" dirty="0">
              <a:solidFill>
                <a:srgbClr val="2E2F30"/>
              </a:solidFill>
              <a:latin typeface="SimSun" panose="02010600030101010101" pitchFamily="2" charset="-122"/>
              <a:ea typeface="SimSun" panose="02010600030101010101" pitchFamily="2" charset="-122"/>
              <a:cs typeface="SimSun"/>
              <a:sym typeface="SimSun"/>
            </a:endParaRPr>
          </a:p>
          <a:p>
            <a:pPr marL="0" marR="0" lvl="0" indent="0" algn="ctr" rtl="0">
              <a:lnSpc>
                <a:spcPct val="137613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4400"/>
              <a:buFont typeface="Calibri"/>
              <a:buNone/>
            </a:pPr>
            <a:r>
              <a:rPr lang="en-US" sz="44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问题</a:t>
            </a:r>
            <a:endParaRPr sz="4400" b="0" i="0" u="none" strike="noStrike" cap="none" dirty="0">
              <a:solidFill>
                <a:srgbClr val="2E2F30"/>
              </a:solidFill>
              <a:latin typeface="SimSun" panose="02010600030101010101" pitchFamily="2" charset="-122"/>
              <a:ea typeface="SimSun" panose="02010600030101010101" pitchFamily="2" charset="-122"/>
              <a:cs typeface="Calibri"/>
              <a:sym typeface="Calibri"/>
            </a:endParaRPr>
          </a:p>
        </p:txBody>
      </p:sp>
      <p:sp>
        <p:nvSpPr>
          <p:cNvPr id="1190" name="Google Shape;1190;p52"/>
          <p:cNvSpPr/>
          <p:nvPr/>
        </p:nvSpPr>
        <p:spPr>
          <a:xfrm>
            <a:off x="9778868" y="4983556"/>
            <a:ext cx="2251102" cy="1941860"/>
          </a:xfrm>
          <a:custGeom>
            <a:avLst/>
            <a:gdLst/>
            <a:ahLst/>
            <a:cxnLst/>
            <a:rect l="l" t="t" r="r" b="b"/>
            <a:pathLst>
              <a:path w="8047623" h="5748858" extrusionOk="0">
                <a:moveTo>
                  <a:pt x="7419845" y="5694380"/>
                </a:moveTo>
                <a:cubicBezTo>
                  <a:pt x="7419845" y="5694380"/>
                  <a:pt x="6688970" y="5748858"/>
                  <a:pt x="5633256" y="5746236"/>
                </a:cubicBezTo>
                <a:cubicBezTo>
                  <a:pt x="3101516" y="5744074"/>
                  <a:pt x="1057074" y="5736249"/>
                  <a:pt x="1057074" y="5736249"/>
                </a:cubicBezTo>
                <a:cubicBezTo>
                  <a:pt x="812932" y="5727415"/>
                  <a:pt x="449110" y="5706185"/>
                  <a:pt x="282371" y="5648007"/>
                </a:cubicBezTo>
                <a:cubicBezTo>
                  <a:pt x="4469" y="5551044"/>
                  <a:pt x="0" y="5377765"/>
                  <a:pt x="0" y="4376960"/>
                </a:cubicBezTo>
                <a:lnTo>
                  <a:pt x="0" y="4376913"/>
                </a:lnTo>
                <a:cubicBezTo>
                  <a:pt x="8536" y="491230"/>
                  <a:pt x="0" y="345608"/>
                  <a:pt x="77597" y="223930"/>
                </a:cubicBezTo>
                <a:cubicBezTo>
                  <a:pt x="217372" y="4759"/>
                  <a:pt x="519255" y="4073"/>
                  <a:pt x="937909" y="4073"/>
                </a:cubicBezTo>
                <a:cubicBezTo>
                  <a:pt x="937909" y="4073"/>
                  <a:pt x="2039222" y="15681"/>
                  <a:pt x="4699719" y="7673"/>
                </a:cubicBezTo>
                <a:cubicBezTo>
                  <a:pt x="6470043" y="0"/>
                  <a:pt x="7186776" y="6979"/>
                  <a:pt x="7186776" y="6979"/>
                </a:cubicBezTo>
                <a:cubicBezTo>
                  <a:pt x="7555084" y="14458"/>
                  <a:pt x="7693344" y="42638"/>
                  <a:pt x="7891083" y="165219"/>
                </a:cubicBezTo>
                <a:cubicBezTo>
                  <a:pt x="8042101" y="258836"/>
                  <a:pt x="8047623" y="476157"/>
                  <a:pt x="8038482" y="4376913"/>
                </a:cubicBezTo>
                <a:lnTo>
                  <a:pt x="8038482" y="4376960"/>
                </a:lnTo>
                <a:cubicBezTo>
                  <a:pt x="8038481" y="5495730"/>
                  <a:pt x="7995697" y="5644318"/>
                  <a:pt x="7419845" y="5694380"/>
                </a:cubicBezTo>
                <a:close/>
              </a:path>
            </a:pathLst>
          </a:custGeom>
          <a:solidFill>
            <a:srgbClr val="E5DFE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1" name="Google Shape;1191;p52"/>
          <p:cNvSpPr txBox="1"/>
          <p:nvPr/>
        </p:nvSpPr>
        <p:spPr>
          <a:xfrm>
            <a:off x="9902598" y="5143500"/>
            <a:ext cx="1913720" cy="1865126"/>
          </a:xfrm>
          <a:prstGeom prst="rect">
            <a:avLst/>
          </a:prstGeom>
          <a:solidFill>
            <a:srgbClr val="FDE9D8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216249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2800"/>
              <a:buFont typeface="SimSun"/>
              <a:buNone/>
            </a:pP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jiāo</a:t>
            </a:r>
            <a:endParaRPr sz="2800" b="0" i="0" u="none" strike="noStrike" cap="none" dirty="0">
              <a:solidFill>
                <a:srgbClr val="2E2F30"/>
              </a:solidFill>
              <a:latin typeface="SimSun" panose="02010600030101010101" pitchFamily="2" charset="-122"/>
              <a:ea typeface="SimSun" panose="02010600030101010101" pitchFamily="2" charset="-122"/>
              <a:cs typeface="SimSun"/>
              <a:sym typeface="SimSun"/>
            </a:endParaRPr>
          </a:p>
          <a:p>
            <a:pPr marL="0" marR="0" lvl="0" indent="0" algn="ctr" rtl="0">
              <a:lnSpc>
                <a:spcPct val="137613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4400"/>
              <a:buFont typeface="Calibri"/>
              <a:buNone/>
            </a:pPr>
            <a:r>
              <a:rPr lang="en-US" sz="44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教</a:t>
            </a:r>
            <a:endParaRPr sz="4400" b="0" i="0" u="none" strike="noStrike" cap="none" dirty="0">
              <a:solidFill>
                <a:srgbClr val="2E2F30"/>
              </a:solidFill>
              <a:latin typeface="SimSun" panose="02010600030101010101" pitchFamily="2" charset="-122"/>
              <a:ea typeface="SimSun" panose="02010600030101010101" pitchFamily="2" charset="-122"/>
              <a:cs typeface="Calibri"/>
              <a:sym typeface="Calibri"/>
            </a:endParaRPr>
          </a:p>
        </p:txBody>
      </p:sp>
      <p:sp>
        <p:nvSpPr>
          <p:cNvPr id="1192" name="Google Shape;1192;p52"/>
          <p:cNvSpPr/>
          <p:nvPr/>
        </p:nvSpPr>
        <p:spPr>
          <a:xfrm>
            <a:off x="12274494" y="4955094"/>
            <a:ext cx="2251102" cy="1941860"/>
          </a:xfrm>
          <a:custGeom>
            <a:avLst/>
            <a:gdLst/>
            <a:ahLst/>
            <a:cxnLst/>
            <a:rect l="l" t="t" r="r" b="b"/>
            <a:pathLst>
              <a:path w="8047623" h="5748858" extrusionOk="0">
                <a:moveTo>
                  <a:pt x="7419845" y="5694380"/>
                </a:moveTo>
                <a:cubicBezTo>
                  <a:pt x="7419845" y="5694380"/>
                  <a:pt x="6688970" y="5748858"/>
                  <a:pt x="5633256" y="5746236"/>
                </a:cubicBezTo>
                <a:cubicBezTo>
                  <a:pt x="3101516" y="5744074"/>
                  <a:pt x="1057074" y="5736249"/>
                  <a:pt x="1057074" y="5736249"/>
                </a:cubicBezTo>
                <a:cubicBezTo>
                  <a:pt x="812932" y="5727415"/>
                  <a:pt x="449110" y="5706185"/>
                  <a:pt x="282371" y="5648007"/>
                </a:cubicBezTo>
                <a:cubicBezTo>
                  <a:pt x="4469" y="5551044"/>
                  <a:pt x="0" y="5377765"/>
                  <a:pt x="0" y="4376960"/>
                </a:cubicBezTo>
                <a:lnTo>
                  <a:pt x="0" y="4376913"/>
                </a:lnTo>
                <a:cubicBezTo>
                  <a:pt x="8536" y="491230"/>
                  <a:pt x="0" y="345608"/>
                  <a:pt x="77597" y="223930"/>
                </a:cubicBezTo>
                <a:cubicBezTo>
                  <a:pt x="217372" y="4759"/>
                  <a:pt x="519255" y="4073"/>
                  <a:pt x="937909" y="4073"/>
                </a:cubicBezTo>
                <a:cubicBezTo>
                  <a:pt x="937909" y="4073"/>
                  <a:pt x="2039222" y="15681"/>
                  <a:pt x="4699719" y="7673"/>
                </a:cubicBezTo>
                <a:cubicBezTo>
                  <a:pt x="6470043" y="0"/>
                  <a:pt x="7186776" y="6979"/>
                  <a:pt x="7186776" y="6979"/>
                </a:cubicBezTo>
                <a:cubicBezTo>
                  <a:pt x="7555084" y="14458"/>
                  <a:pt x="7693344" y="42638"/>
                  <a:pt x="7891083" y="165219"/>
                </a:cubicBezTo>
                <a:cubicBezTo>
                  <a:pt x="8042101" y="258836"/>
                  <a:pt x="8047623" y="476157"/>
                  <a:pt x="8038482" y="4376913"/>
                </a:cubicBezTo>
                <a:lnTo>
                  <a:pt x="8038482" y="4376960"/>
                </a:lnTo>
                <a:cubicBezTo>
                  <a:pt x="8038481" y="5495730"/>
                  <a:pt x="7995697" y="5644318"/>
                  <a:pt x="7419845" y="5694380"/>
                </a:cubicBezTo>
                <a:close/>
              </a:path>
            </a:pathLst>
          </a:custGeom>
          <a:solidFill>
            <a:srgbClr val="CCC0D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3" name="Google Shape;1193;p52"/>
          <p:cNvSpPr txBox="1"/>
          <p:nvPr/>
        </p:nvSpPr>
        <p:spPr>
          <a:xfrm>
            <a:off x="12495555" y="5271180"/>
            <a:ext cx="1933303" cy="1865126"/>
          </a:xfrm>
          <a:prstGeom prst="rect">
            <a:avLst/>
          </a:prstGeom>
          <a:solidFill>
            <a:srgbClr val="FDE9D8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216249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2800"/>
              <a:buFont typeface="SimSun"/>
              <a:buNone/>
            </a:pP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Yīnɡyǔ</a:t>
            </a:r>
            <a:endParaRPr sz="2800" b="0" i="0" u="none" strike="noStrike" cap="none" dirty="0">
              <a:solidFill>
                <a:srgbClr val="2E2F30"/>
              </a:solidFill>
              <a:latin typeface="SimSun" panose="02010600030101010101" pitchFamily="2" charset="-122"/>
              <a:ea typeface="SimSun" panose="02010600030101010101" pitchFamily="2" charset="-122"/>
              <a:cs typeface="SimSun"/>
              <a:sym typeface="SimSun"/>
            </a:endParaRPr>
          </a:p>
          <a:p>
            <a:pPr marL="0" marR="0" lvl="0" indent="0" algn="ctr" rtl="0">
              <a:lnSpc>
                <a:spcPct val="137613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4400"/>
              <a:buFont typeface="Calibri"/>
              <a:buNone/>
            </a:pPr>
            <a:r>
              <a:rPr lang="en-US" sz="44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英语</a:t>
            </a:r>
            <a:endParaRPr sz="4400" b="0" i="0" u="none" strike="noStrike" cap="none" dirty="0">
              <a:solidFill>
                <a:srgbClr val="2E2F30"/>
              </a:solidFill>
              <a:latin typeface="SimSun" panose="02010600030101010101" pitchFamily="2" charset="-122"/>
              <a:ea typeface="SimSun" panose="02010600030101010101" pitchFamily="2" charset="-122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EC4"/>
        </a:solidFill>
        <a:effectLst/>
      </p:bgPr>
    </p:bg>
    <p:spTree>
      <p:nvGrpSpPr>
        <p:cNvPr id="1" name="Shape 1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8" name="Google Shape;1198;p5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33401" y="309663"/>
            <a:ext cx="16764000" cy="9592913"/>
          </a:xfrm>
          <a:prstGeom prst="rect">
            <a:avLst/>
          </a:prstGeom>
          <a:noFill/>
          <a:ln>
            <a:noFill/>
          </a:ln>
        </p:spPr>
      </p:pic>
      <p:sp>
        <p:nvSpPr>
          <p:cNvPr id="1199" name="Google Shape;1199;p53"/>
          <p:cNvSpPr txBox="1"/>
          <p:nvPr/>
        </p:nvSpPr>
        <p:spPr>
          <a:xfrm>
            <a:off x="3122333" y="495300"/>
            <a:ext cx="8635791" cy="11964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Do not forget to do:</a:t>
            </a:r>
            <a:endParaRPr/>
          </a:p>
        </p:txBody>
      </p:sp>
      <p:pic>
        <p:nvPicPr>
          <p:cNvPr id="1200" name="Google Shape;1200;p5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8001359">
            <a:off x="15845443" y="8935438"/>
            <a:ext cx="2058223" cy="477318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1" name="Google Shape;1201;p5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423111" y="2191800"/>
            <a:ext cx="3102676" cy="2905233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2" name="Google Shape;1202;p53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672032" y="2773898"/>
            <a:ext cx="3102676" cy="2905233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3" name="Google Shape;1203;p53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2407296" y="2029970"/>
            <a:ext cx="3102676" cy="2905233"/>
          </a:xfrm>
          <a:prstGeom prst="rect">
            <a:avLst/>
          </a:prstGeom>
          <a:noFill/>
          <a:ln>
            <a:noFill/>
          </a:ln>
        </p:spPr>
      </p:pic>
      <p:sp>
        <p:nvSpPr>
          <p:cNvPr id="1204" name="Google Shape;1204;p53"/>
          <p:cNvSpPr txBox="1"/>
          <p:nvPr/>
        </p:nvSpPr>
        <p:spPr>
          <a:xfrm>
            <a:off x="1459849" y="2886901"/>
            <a:ext cx="5029200" cy="757515"/>
          </a:xfrm>
          <a:prstGeom prst="rect">
            <a:avLst/>
          </a:prstGeom>
          <a:solidFill>
            <a:srgbClr val="F2DADA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96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5046"/>
              <a:buFont typeface="Calibri"/>
              <a:buNone/>
            </a:pPr>
            <a:r>
              <a:rPr lang="en-US" sz="5046" b="1" i="0" u="none" strike="noStrike" cap="none">
                <a:solidFill>
                  <a:srgbClr val="2E2F30"/>
                </a:solidFill>
                <a:latin typeface="Calibri"/>
                <a:ea typeface="Calibri"/>
                <a:cs typeface="Calibri"/>
                <a:sym typeface="Calibri"/>
              </a:rPr>
              <a:t>Homework</a:t>
            </a:r>
            <a:endParaRPr sz="5046" b="1" i="0" u="none" strike="noStrike" cap="none">
              <a:solidFill>
                <a:srgbClr val="2E2F3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5" name="Google Shape;1205;p53"/>
          <p:cNvSpPr txBox="1"/>
          <p:nvPr/>
        </p:nvSpPr>
        <p:spPr>
          <a:xfrm>
            <a:off x="7008398" y="3543300"/>
            <a:ext cx="4515543" cy="757515"/>
          </a:xfrm>
          <a:prstGeom prst="rect">
            <a:avLst/>
          </a:prstGeom>
          <a:solidFill>
            <a:srgbClr val="F2DADA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96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5046"/>
              <a:buFont typeface="Calibri"/>
              <a:buNone/>
            </a:pPr>
            <a:r>
              <a:rPr lang="en-US" sz="5046" b="1" i="0" u="none" strike="noStrike" cap="none">
                <a:solidFill>
                  <a:srgbClr val="2E2F30"/>
                </a:solidFill>
                <a:latin typeface="Calibri"/>
                <a:ea typeface="Calibri"/>
                <a:cs typeface="Calibri"/>
                <a:sym typeface="Calibri"/>
              </a:rPr>
              <a:t>MDL exercises</a:t>
            </a:r>
            <a:endParaRPr sz="5046" b="1" i="0" u="none" strike="noStrike" cap="none">
              <a:solidFill>
                <a:srgbClr val="2E2F3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6" name="Google Shape;1206;p53"/>
          <p:cNvSpPr txBox="1"/>
          <p:nvPr/>
        </p:nvSpPr>
        <p:spPr>
          <a:xfrm>
            <a:off x="12003251" y="3103828"/>
            <a:ext cx="4515543" cy="757515"/>
          </a:xfrm>
          <a:prstGeom prst="rect">
            <a:avLst/>
          </a:prstGeom>
          <a:solidFill>
            <a:srgbClr val="F2DADA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96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5046"/>
              <a:buFont typeface="Calibri"/>
              <a:buNone/>
            </a:pPr>
            <a:r>
              <a:rPr lang="en-US" sz="5046" b="1" i="0" u="none" strike="noStrike" cap="none">
                <a:solidFill>
                  <a:srgbClr val="2E2F30"/>
                </a:solidFill>
                <a:latin typeface="Calibri"/>
                <a:ea typeface="Calibri"/>
                <a:cs typeface="Calibri"/>
                <a:sym typeface="Calibri"/>
              </a:rPr>
              <a:t>Writing</a:t>
            </a:r>
            <a:endParaRPr sz="5046" b="1" i="0" u="none" strike="noStrike" cap="none">
              <a:solidFill>
                <a:srgbClr val="2E2F3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07" name="Google Shape;1207;p53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3300001" y="6652091"/>
            <a:ext cx="3102676" cy="2905233"/>
          </a:xfrm>
          <a:prstGeom prst="rect">
            <a:avLst/>
          </a:prstGeom>
          <a:noFill/>
          <a:ln>
            <a:noFill/>
          </a:ln>
        </p:spPr>
      </p:pic>
      <p:sp>
        <p:nvSpPr>
          <p:cNvPr id="1208" name="Google Shape;1208;p53"/>
          <p:cNvSpPr txBox="1"/>
          <p:nvPr/>
        </p:nvSpPr>
        <p:spPr>
          <a:xfrm>
            <a:off x="1202297" y="7684803"/>
            <a:ext cx="8051472" cy="757515"/>
          </a:xfrm>
          <a:prstGeom prst="rect">
            <a:avLst/>
          </a:prstGeom>
          <a:solidFill>
            <a:srgbClr val="F2DADA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96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5046"/>
              <a:buFont typeface="Calibri"/>
              <a:buNone/>
            </a:pPr>
            <a:r>
              <a:rPr lang="en-US" sz="5046" b="1" i="0" u="none" strike="noStrike" cap="none">
                <a:solidFill>
                  <a:srgbClr val="2E2F30"/>
                </a:solidFill>
                <a:latin typeface="Calibri"/>
                <a:ea typeface="Calibri"/>
                <a:cs typeface="Calibri"/>
                <a:sym typeface="Calibri"/>
              </a:rPr>
              <a:t>Prepare for the next lesson</a:t>
            </a:r>
            <a:endParaRPr sz="5046" b="1" i="0" u="none" strike="noStrike" cap="none">
              <a:solidFill>
                <a:srgbClr val="2E2F3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09" name="Google Shape;1209;p53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2202524" y="6321778"/>
            <a:ext cx="3102676" cy="2905233"/>
          </a:xfrm>
          <a:prstGeom prst="rect">
            <a:avLst/>
          </a:prstGeom>
          <a:noFill/>
          <a:ln>
            <a:noFill/>
          </a:ln>
        </p:spPr>
      </p:pic>
      <p:sp>
        <p:nvSpPr>
          <p:cNvPr id="1210" name="Google Shape;1210;p53"/>
          <p:cNvSpPr txBox="1"/>
          <p:nvPr/>
        </p:nvSpPr>
        <p:spPr>
          <a:xfrm>
            <a:off x="9756086" y="7239470"/>
            <a:ext cx="8051472" cy="757515"/>
          </a:xfrm>
          <a:prstGeom prst="rect">
            <a:avLst/>
          </a:prstGeom>
          <a:solidFill>
            <a:srgbClr val="F2DADA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96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5046"/>
              <a:buFont typeface="Calibri"/>
              <a:buNone/>
            </a:pPr>
            <a:r>
              <a:rPr lang="en-US" sz="5046" b="1" i="0" u="none" strike="noStrike" cap="none">
                <a:solidFill>
                  <a:srgbClr val="2E2F30"/>
                </a:solidFill>
                <a:latin typeface="Calibri"/>
                <a:ea typeface="Calibri"/>
                <a:cs typeface="Calibri"/>
                <a:sym typeface="Calibri"/>
              </a:rPr>
              <a:t>Practice speaking skill</a:t>
            </a:r>
            <a:endParaRPr sz="5046" b="1" i="0" u="none" strike="noStrike" cap="none">
              <a:solidFill>
                <a:srgbClr val="2E2F3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11" name="Google Shape;1211;p53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2007003" y="2124639"/>
            <a:ext cx="1043478" cy="102450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2" name="Google Shape;1212;p53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11758124" y="2191800"/>
            <a:ext cx="1869556" cy="1322718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3" name="Google Shape;1213;p53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13415220" y="6225422"/>
            <a:ext cx="1572779" cy="1223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4" name="Google Shape;1214;p53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 rot="-404314">
            <a:off x="8192438" y="4299931"/>
            <a:ext cx="1609165" cy="140962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5" name="Google Shape;1215;p53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 rot="-1616706">
            <a:off x="2989681" y="6705157"/>
            <a:ext cx="673623" cy="18341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1049</TotalTime>
  <Words>1828</Words>
  <Application>Microsoft Office PowerPoint</Application>
  <PresentationFormat>自定义</PresentationFormat>
  <Paragraphs>451</Paragraphs>
  <Slides>44</Slides>
  <Notes>44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44</vt:i4>
      </vt:variant>
    </vt:vector>
  </HeadingPairs>
  <TitlesOfParts>
    <vt:vector size="50" baseType="lpstr">
      <vt:lpstr>SimSun</vt:lpstr>
      <vt:lpstr>SimSun</vt:lpstr>
      <vt:lpstr>Arial</vt:lpstr>
      <vt:lpstr>Calibri</vt:lpstr>
      <vt:lpstr>Times New Roman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User</dc:creator>
  <cp:lastModifiedBy>Peng Liu</cp:lastModifiedBy>
  <cp:revision>16</cp:revision>
  <dcterms:created xsi:type="dcterms:W3CDTF">2006-08-16T00:00:00Z</dcterms:created>
  <dcterms:modified xsi:type="dcterms:W3CDTF">2026-07-31T02:36:20Z</dcterms:modified>
</cp:coreProperties>
</file>